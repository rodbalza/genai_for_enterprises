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embeddedFontLst>
    <p:embeddedFont>
      <p:font typeface="MiSans" charset="-122" pitchFamily="34"/>
      <p:regular r:id="rId17"/>
    </p:embeddedFont>
    <p:embeddedFont>
      <p:font typeface="Alimama ShuHeiTi" charset="-122" pitchFamily="34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be8be912967543b24e3c40c050aad0f6e45512c7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3">
                  <a:alpha val="95000"/>
                </a:srgbClr>
              </a:gs>
              <a:gs pos="50000">
                <a:srgbClr val="1A1D23">
                  <a:alpha val="85000"/>
                </a:srgbClr>
              </a:gs>
              <a:gs pos="100000">
                <a:srgbClr val="4A6D8C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845344"/>
            <a:ext cx="4114800" cy="428625"/>
          </a:xfrm>
          <a:custGeom>
            <a:avLst/>
            <a:gdLst/>
            <a:ahLst/>
            <a:cxnLst/>
            <a:rect l="l" t="t" r="r" b="b"/>
            <a:pathLst>
              <a:path w="4114800" h="428625">
                <a:moveTo>
                  <a:pt x="76201" y="0"/>
                </a:moveTo>
                <a:lnTo>
                  <a:pt x="4038599" y="0"/>
                </a:lnTo>
                <a:cubicBezTo>
                  <a:pt x="4080684" y="0"/>
                  <a:pt x="4114800" y="34116"/>
                  <a:pt x="4114800" y="76201"/>
                </a:cubicBezTo>
                <a:lnTo>
                  <a:pt x="4114800" y="352424"/>
                </a:lnTo>
                <a:cubicBezTo>
                  <a:pt x="4114800" y="394509"/>
                  <a:pt x="4080684" y="428625"/>
                  <a:pt x="4038599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945356"/>
            <a:ext cx="3808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TECNOLOGÍA • INTELIGENCIA ARTIFICIAL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583531"/>
            <a:ext cx="838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Cómo Funciona la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IA Generativa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174331"/>
            <a:ext cx="80676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Estructura Interna: Un viaje técnico por los mecanismos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que hacen posible la inteligencia artificial generativa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598319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5484019"/>
            <a:ext cx="419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Desde la tokenización hasta la generación final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09575" y="6229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10716"/>
                </a:moveTo>
                <a:cubicBezTo>
                  <a:pt x="78581" y="4777"/>
                  <a:pt x="73804" y="0"/>
                  <a:pt x="67866" y="0"/>
                </a:cubicBezTo>
                <a:cubicBezTo>
                  <a:pt x="61927" y="0"/>
                  <a:pt x="57150" y="4777"/>
                  <a:pt x="57150" y="10716"/>
                </a:cubicBezTo>
                <a:lnTo>
                  <a:pt x="57150" y="28575"/>
                </a:lnTo>
                <a:cubicBezTo>
                  <a:pt x="41389" y="28575"/>
                  <a:pt x="28575" y="41389"/>
                  <a:pt x="28575" y="57150"/>
                </a:cubicBezTo>
                <a:lnTo>
                  <a:pt x="10716" y="57150"/>
                </a:lnTo>
                <a:cubicBezTo>
                  <a:pt x="4777" y="57150"/>
                  <a:pt x="0" y="61927"/>
                  <a:pt x="0" y="67866"/>
                </a:cubicBezTo>
                <a:cubicBezTo>
                  <a:pt x="0" y="73804"/>
                  <a:pt x="4777" y="78581"/>
                  <a:pt x="10716" y="78581"/>
                </a:cubicBezTo>
                <a:lnTo>
                  <a:pt x="28575" y="78581"/>
                </a:lnTo>
                <a:lnTo>
                  <a:pt x="28575" y="103584"/>
                </a:lnTo>
                <a:lnTo>
                  <a:pt x="10716" y="103584"/>
                </a:lnTo>
                <a:cubicBezTo>
                  <a:pt x="4777" y="103584"/>
                  <a:pt x="0" y="108362"/>
                  <a:pt x="0" y="114300"/>
                </a:cubicBezTo>
                <a:cubicBezTo>
                  <a:pt x="0" y="120238"/>
                  <a:pt x="4777" y="125016"/>
                  <a:pt x="10716" y="125016"/>
                </a:cubicBezTo>
                <a:lnTo>
                  <a:pt x="28575" y="125016"/>
                </a:lnTo>
                <a:lnTo>
                  <a:pt x="28575" y="150019"/>
                </a:lnTo>
                <a:lnTo>
                  <a:pt x="10716" y="150019"/>
                </a:lnTo>
                <a:cubicBezTo>
                  <a:pt x="4777" y="150019"/>
                  <a:pt x="0" y="154796"/>
                  <a:pt x="0" y="160734"/>
                </a:cubicBezTo>
                <a:cubicBezTo>
                  <a:pt x="0" y="166673"/>
                  <a:pt x="4777" y="171450"/>
                  <a:pt x="10716" y="171450"/>
                </a:cubicBezTo>
                <a:lnTo>
                  <a:pt x="28575" y="171450"/>
                </a:lnTo>
                <a:cubicBezTo>
                  <a:pt x="28575" y="187211"/>
                  <a:pt x="41389" y="200025"/>
                  <a:pt x="57150" y="200025"/>
                </a:cubicBezTo>
                <a:lnTo>
                  <a:pt x="57150" y="217884"/>
                </a:lnTo>
                <a:cubicBezTo>
                  <a:pt x="57150" y="223823"/>
                  <a:pt x="61927" y="228600"/>
                  <a:pt x="67866" y="228600"/>
                </a:cubicBezTo>
                <a:cubicBezTo>
                  <a:pt x="73804" y="228600"/>
                  <a:pt x="78581" y="223823"/>
                  <a:pt x="78581" y="217884"/>
                </a:cubicBezTo>
                <a:lnTo>
                  <a:pt x="78581" y="200025"/>
                </a:lnTo>
                <a:lnTo>
                  <a:pt x="103584" y="200025"/>
                </a:lnTo>
                <a:lnTo>
                  <a:pt x="103584" y="217884"/>
                </a:lnTo>
                <a:cubicBezTo>
                  <a:pt x="103584" y="223823"/>
                  <a:pt x="108362" y="228600"/>
                  <a:pt x="114300" y="228600"/>
                </a:cubicBezTo>
                <a:cubicBezTo>
                  <a:pt x="120238" y="228600"/>
                  <a:pt x="125016" y="223823"/>
                  <a:pt x="125016" y="217884"/>
                </a:cubicBezTo>
                <a:lnTo>
                  <a:pt x="125016" y="200025"/>
                </a:lnTo>
                <a:lnTo>
                  <a:pt x="150019" y="200025"/>
                </a:lnTo>
                <a:lnTo>
                  <a:pt x="150019" y="217884"/>
                </a:lnTo>
                <a:cubicBezTo>
                  <a:pt x="150019" y="223823"/>
                  <a:pt x="154796" y="228600"/>
                  <a:pt x="160734" y="228600"/>
                </a:cubicBezTo>
                <a:cubicBezTo>
                  <a:pt x="166673" y="228600"/>
                  <a:pt x="171450" y="223823"/>
                  <a:pt x="171450" y="217884"/>
                </a:cubicBezTo>
                <a:lnTo>
                  <a:pt x="171450" y="200025"/>
                </a:lnTo>
                <a:cubicBezTo>
                  <a:pt x="187211" y="200025"/>
                  <a:pt x="200025" y="187211"/>
                  <a:pt x="200025" y="171450"/>
                </a:cubicBezTo>
                <a:lnTo>
                  <a:pt x="217884" y="171450"/>
                </a:lnTo>
                <a:cubicBezTo>
                  <a:pt x="223823" y="171450"/>
                  <a:pt x="228600" y="166673"/>
                  <a:pt x="228600" y="160734"/>
                </a:cubicBezTo>
                <a:cubicBezTo>
                  <a:pt x="228600" y="154796"/>
                  <a:pt x="223823" y="150019"/>
                  <a:pt x="217884" y="150019"/>
                </a:cubicBezTo>
                <a:lnTo>
                  <a:pt x="200025" y="150019"/>
                </a:lnTo>
                <a:lnTo>
                  <a:pt x="200025" y="125016"/>
                </a:lnTo>
                <a:lnTo>
                  <a:pt x="217884" y="125016"/>
                </a:lnTo>
                <a:cubicBezTo>
                  <a:pt x="223823" y="125016"/>
                  <a:pt x="228600" y="120238"/>
                  <a:pt x="228600" y="114300"/>
                </a:cubicBezTo>
                <a:cubicBezTo>
                  <a:pt x="228600" y="108362"/>
                  <a:pt x="223823" y="103584"/>
                  <a:pt x="217884" y="103584"/>
                </a:cubicBezTo>
                <a:lnTo>
                  <a:pt x="200025" y="103584"/>
                </a:lnTo>
                <a:lnTo>
                  <a:pt x="200025" y="78581"/>
                </a:lnTo>
                <a:lnTo>
                  <a:pt x="217884" y="78581"/>
                </a:lnTo>
                <a:cubicBezTo>
                  <a:pt x="223823" y="78581"/>
                  <a:pt x="228600" y="73804"/>
                  <a:pt x="228600" y="67866"/>
                </a:cubicBezTo>
                <a:cubicBezTo>
                  <a:pt x="228600" y="61927"/>
                  <a:pt x="223823" y="57150"/>
                  <a:pt x="217884" y="57150"/>
                </a:cubicBez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171450" y="10716"/>
                </a:lnTo>
                <a:cubicBezTo>
                  <a:pt x="171450" y="4777"/>
                  <a:pt x="166673" y="0"/>
                  <a:pt x="160734" y="0"/>
                </a:cubicBezTo>
                <a:cubicBezTo>
                  <a:pt x="154796" y="0"/>
                  <a:pt x="150019" y="4777"/>
                  <a:pt x="150019" y="10716"/>
                </a:cubicBezTo>
                <a:lnTo>
                  <a:pt x="150019" y="28575"/>
                </a:lnTo>
                <a:lnTo>
                  <a:pt x="125016" y="28575"/>
                </a:lnTo>
                <a:lnTo>
                  <a:pt x="125016" y="10716"/>
                </a:lnTo>
                <a:cubicBezTo>
                  <a:pt x="125016" y="4777"/>
                  <a:pt x="120238" y="0"/>
                  <a:pt x="114300" y="0"/>
                </a:cubicBezTo>
                <a:cubicBezTo>
                  <a:pt x="108362" y="0"/>
                  <a:pt x="103584" y="4777"/>
                  <a:pt x="103584" y="10716"/>
                </a:cubicBezTo>
                <a:lnTo>
                  <a:pt x="103584" y="28575"/>
                </a:lnTo>
                <a:lnTo>
                  <a:pt x="78581" y="28575"/>
                </a:lnTo>
                <a:lnTo>
                  <a:pt x="78581" y="10716"/>
                </a:lnTo>
                <a:close/>
                <a:moveTo>
                  <a:pt x="71438" y="57150"/>
                </a:moveTo>
                <a:lnTo>
                  <a:pt x="157163" y="57150"/>
                </a:lnTo>
                <a:cubicBezTo>
                  <a:pt x="165065" y="57150"/>
                  <a:pt x="171450" y="63535"/>
                  <a:pt x="171450" y="71438"/>
                </a:cubicBezTo>
                <a:lnTo>
                  <a:pt x="171450" y="157163"/>
                </a:lnTo>
                <a:cubicBezTo>
                  <a:pt x="171450" y="165065"/>
                  <a:pt x="165065" y="171450"/>
                  <a:pt x="157163" y="171450"/>
                </a:cubicBezTo>
                <a:lnTo>
                  <a:pt x="71438" y="171450"/>
                </a:lnTo>
                <a:cubicBezTo>
                  <a:pt x="63535" y="171450"/>
                  <a:pt x="57150" y="165065"/>
                  <a:pt x="57150" y="157163"/>
                </a:cubicBezTo>
                <a:lnTo>
                  <a:pt x="57150" y="71438"/>
                </a:lnTo>
                <a:cubicBezTo>
                  <a:pt x="57150" y="63535"/>
                  <a:pt x="63535" y="57150"/>
                  <a:pt x="71438" y="57150"/>
                </a:cubicBezTo>
                <a:close/>
                <a:moveTo>
                  <a:pt x="78581" y="78581"/>
                </a:moveTo>
                <a:lnTo>
                  <a:pt x="78581" y="150019"/>
                </a:lnTo>
                <a:lnTo>
                  <a:pt x="150019" y="150019"/>
                </a:lnTo>
                <a:lnTo>
                  <a:pt x="150019" y="78581"/>
                </a:lnTo>
                <a:lnTo>
                  <a:pt x="78581" y="78581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1" name="Text 8"/>
          <p:cNvSpPr/>
          <p:nvPr/>
        </p:nvSpPr>
        <p:spPr>
          <a:xfrm>
            <a:off x="819150" y="6210300"/>
            <a:ext cx="4248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Arquitectura Transformer • Embeddings • Difusión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407676" y="6210300"/>
            <a:ext cx="485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911" y="359911"/>
            <a:ext cx="11544159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spc="57" kern="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CONTENIDO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9911" y="683832"/>
            <a:ext cx="11742111" cy="539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251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Lo que aprenderás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7907" y="1511628"/>
            <a:ext cx="5605621" cy="1358666"/>
          </a:xfrm>
          <a:custGeom>
            <a:avLst/>
            <a:gdLst/>
            <a:ahLst/>
            <a:cxnLst/>
            <a:rect l="l" t="t" r="r" b="b"/>
            <a:pathLst>
              <a:path w="5605621" h="1358666">
                <a:moveTo>
                  <a:pt x="35991" y="0"/>
                </a:moveTo>
                <a:lnTo>
                  <a:pt x="5533639" y="0"/>
                </a:lnTo>
                <a:cubicBezTo>
                  <a:pt x="5573393" y="0"/>
                  <a:pt x="5605621" y="32227"/>
                  <a:pt x="5605621" y="71982"/>
                </a:cubicBezTo>
                <a:lnTo>
                  <a:pt x="5605621" y="1286684"/>
                </a:lnTo>
                <a:cubicBezTo>
                  <a:pt x="5605621" y="1326438"/>
                  <a:pt x="5573393" y="1358666"/>
                  <a:pt x="5533639" y="1358666"/>
                </a:cubicBezTo>
                <a:lnTo>
                  <a:pt x="35991" y="1358666"/>
                </a:lnTo>
                <a:cubicBezTo>
                  <a:pt x="16114" y="1358666"/>
                  <a:pt x="0" y="1342552"/>
                  <a:pt x="0" y="1322675"/>
                </a:cubicBezTo>
                <a:lnTo>
                  <a:pt x="0" y="35991"/>
                </a:lnTo>
                <a:cubicBezTo>
                  <a:pt x="0" y="16114"/>
                  <a:pt x="16114" y="0"/>
                  <a:pt x="35991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7907" y="1511628"/>
            <a:ext cx="35991" cy="1358666"/>
          </a:xfrm>
          <a:custGeom>
            <a:avLst/>
            <a:gdLst/>
            <a:ahLst/>
            <a:cxnLst/>
            <a:rect l="l" t="t" r="r" b="b"/>
            <a:pathLst>
              <a:path w="35991" h="1358666">
                <a:moveTo>
                  <a:pt x="35991" y="0"/>
                </a:moveTo>
                <a:lnTo>
                  <a:pt x="35991" y="0"/>
                </a:lnTo>
                <a:lnTo>
                  <a:pt x="35991" y="1358666"/>
                </a:lnTo>
                <a:lnTo>
                  <a:pt x="35991" y="1358666"/>
                </a:lnTo>
                <a:cubicBezTo>
                  <a:pt x="16114" y="1358666"/>
                  <a:pt x="0" y="1342552"/>
                  <a:pt x="0" y="1322675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" name="Shape 4"/>
          <p:cNvSpPr/>
          <p:nvPr/>
        </p:nvSpPr>
        <p:spPr>
          <a:xfrm>
            <a:off x="611849" y="1727575"/>
            <a:ext cx="503876" cy="503876"/>
          </a:xfrm>
          <a:custGeom>
            <a:avLst/>
            <a:gdLst/>
            <a:ahLst/>
            <a:cxnLst/>
            <a:rect l="l" t="t" r="r" b="b"/>
            <a:pathLst>
              <a:path w="503876" h="503876">
                <a:moveTo>
                  <a:pt x="251938" y="0"/>
                </a:moveTo>
                <a:lnTo>
                  <a:pt x="251938" y="0"/>
                </a:lnTo>
                <a:cubicBezTo>
                  <a:pt x="390986" y="0"/>
                  <a:pt x="503876" y="112890"/>
                  <a:pt x="503876" y="251938"/>
                </a:cubicBezTo>
                <a:lnTo>
                  <a:pt x="503876" y="251938"/>
                </a:lnTo>
                <a:cubicBezTo>
                  <a:pt x="503876" y="390986"/>
                  <a:pt x="390986" y="503876"/>
                  <a:pt x="251938" y="503876"/>
                </a:cubicBezTo>
                <a:lnTo>
                  <a:pt x="251938" y="503876"/>
                </a:lnTo>
                <a:cubicBezTo>
                  <a:pt x="112890" y="503876"/>
                  <a:pt x="0" y="390986"/>
                  <a:pt x="0" y="251938"/>
                </a:cubicBezTo>
                <a:lnTo>
                  <a:pt x="0" y="251938"/>
                </a:lnTo>
                <a:cubicBezTo>
                  <a:pt x="0" y="112890"/>
                  <a:pt x="112890" y="0"/>
                  <a:pt x="251938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Text 5"/>
          <p:cNvSpPr/>
          <p:nvPr/>
        </p:nvSpPr>
        <p:spPr>
          <a:xfrm>
            <a:off x="557863" y="1727575"/>
            <a:ext cx="611849" cy="503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0" b="1" dirty="0">
                <a:solidFill>
                  <a:srgbClr val="1A1D2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95681" y="1727575"/>
            <a:ext cx="4579873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Introducción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95681" y="2123477"/>
            <a:ext cx="4552880" cy="530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75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Chef que Nunca Ha Probado Comida: Analogía fundamental para comprender la IA generativa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20423" y="1511628"/>
            <a:ext cx="5605621" cy="1358666"/>
          </a:xfrm>
          <a:custGeom>
            <a:avLst/>
            <a:gdLst/>
            <a:ahLst/>
            <a:cxnLst/>
            <a:rect l="l" t="t" r="r" b="b"/>
            <a:pathLst>
              <a:path w="5605621" h="1358666">
                <a:moveTo>
                  <a:pt x="35991" y="0"/>
                </a:moveTo>
                <a:lnTo>
                  <a:pt x="5533639" y="0"/>
                </a:lnTo>
                <a:cubicBezTo>
                  <a:pt x="5573393" y="0"/>
                  <a:pt x="5605621" y="32227"/>
                  <a:pt x="5605621" y="71982"/>
                </a:cubicBezTo>
                <a:lnTo>
                  <a:pt x="5605621" y="1286684"/>
                </a:lnTo>
                <a:cubicBezTo>
                  <a:pt x="5605621" y="1326438"/>
                  <a:pt x="5573393" y="1358666"/>
                  <a:pt x="5533639" y="1358666"/>
                </a:cubicBezTo>
                <a:lnTo>
                  <a:pt x="35991" y="1358666"/>
                </a:lnTo>
                <a:cubicBezTo>
                  <a:pt x="16114" y="1358666"/>
                  <a:pt x="0" y="1342552"/>
                  <a:pt x="0" y="1322675"/>
                </a:cubicBezTo>
                <a:lnTo>
                  <a:pt x="0" y="35991"/>
                </a:lnTo>
                <a:cubicBezTo>
                  <a:pt x="0" y="16114"/>
                  <a:pt x="16114" y="0"/>
                  <a:pt x="35991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220423" y="1511628"/>
            <a:ext cx="35991" cy="1358666"/>
          </a:xfrm>
          <a:custGeom>
            <a:avLst/>
            <a:gdLst/>
            <a:ahLst/>
            <a:cxnLst/>
            <a:rect l="l" t="t" r="r" b="b"/>
            <a:pathLst>
              <a:path w="35991" h="1358666">
                <a:moveTo>
                  <a:pt x="35991" y="0"/>
                </a:moveTo>
                <a:lnTo>
                  <a:pt x="35991" y="0"/>
                </a:lnTo>
                <a:lnTo>
                  <a:pt x="35991" y="1358666"/>
                </a:lnTo>
                <a:lnTo>
                  <a:pt x="35991" y="1358666"/>
                </a:lnTo>
                <a:cubicBezTo>
                  <a:pt x="16114" y="1358666"/>
                  <a:pt x="0" y="1342552"/>
                  <a:pt x="0" y="1322675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2" name="Shape 10"/>
          <p:cNvSpPr/>
          <p:nvPr/>
        </p:nvSpPr>
        <p:spPr>
          <a:xfrm>
            <a:off x="6454365" y="1727575"/>
            <a:ext cx="503876" cy="503876"/>
          </a:xfrm>
          <a:custGeom>
            <a:avLst/>
            <a:gdLst/>
            <a:ahLst/>
            <a:cxnLst/>
            <a:rect l="l" t="t" r="r" b="b"/>
            <a:pathLst>
              <a:path w="503876" h="503876">
                <a:moveTo>
                  <a:pt x="251938" y="0"/>
                </a:moveTo>
                <a:lnTo>
                  <a:pt x="251938" y="0"/>
                </a:lnTo>
                <a:cubicBezTo>
                  <a:pt x="390986" y="0"/>
                  <a:pt x="503876" y="112890"/>
                  <a:pt x="503876" y="251938"/>
                </a:cubicBezTo>
                <a:lnTo>
                  <a:pt x="503876" y="251938"/>
                </a:lnTo>
                <a:cubicBezTo>
                  <a:pt x="503876" y="390986"/>
                  <a:pt x="390986" y="503876"/>
                  <a:pt x="251938" y="503876"/>
                </a:cubicBezTo>
                <a:lnTo>
                  <a:pt x="251938" y="503876"/>
                </a:lnTo>
                <a:cubicBezTo>
                  <a:pt x="112890" y="503876"/>
                  <a:pt x="0" y="390986"/>
                  <a:pt x="0" y="251938"/>
                </a:cubicBezTo>
                <a:lnTo>
                  <a:pt x="0" y="251938"/>
                </a:lnTo>
                <a:cubicBezTo>
                  <a:pt x="0" y="112890"/>
                  <a:pt x="112890" y="0"/>
                  <a:pt x="251938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378" y="1727575"/>
            <a:ext cx="611849" cy="503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0" b="1" dirty="0">
                <a:solidFill>
                  <a:srgbClr val="1A1D2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38197" y="1727575"/>
            <a:ext cx="4579873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Tokenización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38197" y="2123477"/>
            <a:ext cx="4552880" cy="530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75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Cortar el Texto en Pedacitos: Conversión de prompts en tokens procesables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77907" y="3081742"/>
            <a:ext cx="5605621" cy="1358666"/>
          </a:xfrm>
          <a:custGeom>
            <a:avLst/>
            <a:gdLst/>
            <a:ahLst/>
            <a:cxnLst/>
            <a:rect l="l" t="t" r="r" b="b"/>
            <a:pathLst>
              <a:path w="5605621" h="1358666">
                <a:moveTo>
                  <a:pt x="35991" y="0"/>
                </a:moveTo>
                <a:lnTo>
                  <a:pt x="5533639" y="0"/>
                </a:lnTo>
                <a:cubicBezTo>
                  <a:pt x="5573393" y="0"/>
                  <a:pt x="5605621" y="32227"/>
                  <a:pt x="5605621" y="71982"/>
                </a:cubicBezTo>
                <a:lnTo>
                  <a:pt x="5605621" y="1286684"/>
                </a:lnTo>
                <a:cubicBezTo>
                  <a:pt x="5605621" y="1326438"/>
                  <a:pt x="5573393" y="1358666"/>
                  <a:pt x="5533639" y="1358666"/>
                </a:cubicBezTo>
                <a:lnTo>
                  <a:pt x="35991" y="1358666"/>
                </a:lnTo>
                <a:cubicBezTo>
                  <a:pt x="16114" y="1358666"/>
                  <a:pt x="0" y="1342552"/>
                  <a:pt x="0" y="1322675"/>
                </a:cubicBezTo>
                <a:lnTo>
                  <a:pt x="0" y="35991"/>
                </a:lnTo>
                <a:cubicBezTo>
                  <a:pt x="0" y="16114"/>
                  <a:pt x="16114" y="0"/>
                  <a:pt x="35991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77907" y="3081742"/>
            <a:ext cx="35991" cy="1358666"/>
          </a:xfrm>
          <a:custGeom>
            <a:avLst/>
            <a:gdLst/>
            <a:ahLst/>
            <a:cxnLst/>
            <a:rect l="l" t="t" r="r" b="b"/>
            <a:pathLst>
              <a:path w="35991" h="1358666">
                <a:moveTo>
                  <a:pt x="35991" y="0"/>
                </a:moveTo>
                <a:lnTo>
                  <a:pt x="35991" y="0"/>
                </a:lnTo>
                <a:lnTo>
                  <a:pt x="35991" y="1358666"/>
                </a:lnTo>
                <a:lnTo>
                  <a:pt x="35991" y="1358666"/>
                </a:lnTo>
                <a:cubicBezTo>
                  <a:pt x="16114" y="1358666"/>
                  <a:pt x="0" y="1342552"/>
                  <a:pt x="0" y="1322675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8" name="Shape 16"/>
          <p:cNvSpPr/>
          <p:nvPr/>
        </p:nvSpPr>
        <p:spPr>
          <a:xfrm>
            <a:off x="611849" y="3297689"/>
            <a:ext cx="503876" cy="503876"/>
          </a:xfrm>
          <a:custGeom>
            <a:avLst/>
            <a:gdLst/>
            <a:ahLst/>
            <a:cxnLst/>
            <a:rect l="l" t="t" r="r" b="b"/>
            <a:pathLst>
              <a:path w="503876" h="503876">
                <a:moveTo>
                  <a:pt x="251938" y="0"/>
                </a:moveTo>
                <a:lnTo>
                  <a:pt x="251938" y="0"/>
                </a:lnTo>
                <a:cubicBezTo>
                  <a:pt x="390986" y="0"/>
                  <a:pt x="503876" y="112890"/>
                  <a:pt x="503876" y="251938"/>
                </a:cubicBezTo>
                <a:lnTo>
                  <a:pt x="503876" y="251938"/>
                </a:lnTo>
                <a:cubicBezTo>
                  <a:pt x="503876" y="390986"/>
                  <a:pt x="390986" y="503876"/>
                  <a:pt x="251938" y="503876"/>
                </a:cubicBezTo>
                <a:lnTo>
                  <a:pt x="251938" y="503876"/>
                </a:lnTo>
                <a:cubicBezTo>
                  <a:pt x="112890" y="503876"/>
                  <a:pt x="0" y="390986"/>
                  <a:pt x="0" y="251938"/>
                </a:cubicBezTo>
                <a:lnTo>
                  <a:pt x="0" y="251938"/>
                </a:lnTo>
                <a:cubicBezTo>
                  <a:pt x="0" y="112890"/>
                  <a:pt x="112890" y="0"/>
                  <a:pt x="251938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9" name="Text 17"/>
          <p:cNvSpPr/>
          <p:nvPr/>
        </p:nvSpPr>
        <p:spPr>
          <a:xfrm>
            <a:off x="557863" y="3297689"/>
            <a:ext cx="611849" cy="503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0" b="1" dirty="0">
                <a:solidFill>
                  <a:srgbClr val="1A1D2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95681" y="3297689"/>
            <a:ext cx="4579873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Embeddings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95681" y="3693591"/>
            <a:ext cx="4552880" cy="530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75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Darle Sentido Numérico: Transformación de tokens en vectores de significado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20423" y="3081742"/>
            <a:ext cx="5605621" cy="1358666"/>
          </a:xfrm>
          <a:custGeom>
            <a:avLst/>
            <a:gdLst/>
            <a:ahLst/>
            <a:cxnLst/>
            <a:rect l="l" t="t" r="r" b="b"/>
            <a:pathLst>
              <a:path w="5605621" h="1358666">
                <a:moveTo>
                  <a:pt x="35991" y="0"/>
                </a:moveTo>
                <a:lnTo>
                  <a:pt x="5533639" y="0"/>
                </a:lnTo>
                <a:cubicBezTo>
                  <a:pt x="5573393" y="0"/>
                  <a:pt x="5605621" y="32227"/>
                  <a:pt x="5605621" y="71982"/>
                </a:cubicBezTo>
                <a:lnTo>
                  <a:pt x="5605621" y="1286684"/>
                </a:lnTo>
                <a:cubicBezTo>
                  <a:pt x="5605621" y="1326438"/>
                  <a:pt x="5573393" y="1358666"/>
                  <a:pt x="5533639" y="1358666"/>
                </a:cubicBezTo>
                <a:lnTo>
                  <a:pt x="35991" y="1358666"/>
                </a:lnTo>
                <a:cubicBezTo>
                  <a:pt x="16114" y="1358666"/>
                  <a:pt x="0" y="1342552"/>
                  <a:pt x="0" y="1322675"/>
                </a:cubicBezTo>
                <a:lnTo>
                  <a:pt x="0" y="35991"/>
                </a:lnTo>
                <a:cubicBezTo>
                  <a:pt x="0" y="16114"/>
                  <a:pt x="16114" y="0"/>
                  <a:pt x="35991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220423" y="3081742"/>
            <a:ext cx="35991" cy="1358666"/>
          </a:xfrm>
          <a:custGeom>
            <a:avLst/>
            <a:gdLst/>
            <a:ahLst/>
            <a:cxnLst/>
            <a:rect l="l" t="t" r="r" b="b"/>
            <a:pathLst>
              <a:path w="35991" h="1358666">
                <a:moveTo>
                  <a:pt x="35991" y="0"/>
                </a:moveTo>
                <a:lnTo>
                  <a:pt x="35991" y="0"/>
                </a:lnTo>
                <a:lnTo>
                  <a:pt x="35991" y="1358666"/>
                </a:lnTo>
                <a:lnTo>
                  <a:pt x="35991" y="1358666"/>
                </a:lnTo>
                <a:cubicBezTo>
                  <a:pt x="16114" y="1358666"/>
                  <a:pt x="0" y="1342552"/>
                  <a:pt x="0" y="1322675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4" name="Shape 22"/>
          <p:cNvSpPr/>
          <p:nvPr/>
        </p:nvSpPr>
        <p:spPr>
          <a:xfrm>
            <a:off x="6454365" y="3297689"/>
            <a:ext cx="503876" cy="503876"/>
          </a:xfrm>
          <a:custGeom>
            <a:avLst/>
            <a:gdLst/>
            <a:ahLst/>
            <a:cxnLst/>
            <a:rect l="l" t="t" r="r" b="b"/>
            <a:pathLst>
              <a:path w="503876" h="503876">
                <a:moveTo>
                  <a:pt x="251938" y="0"/>
                </a:moveTo>
                <a:lnTo>
                  <a:pt x="251938" y="0"/>
                </a:lnTo>
                <a:cubicBezTo>
                  <a:pt x="390986" y="0"/>
                  <a:pt x="503876" y="112890"/>
                  <a:pt x="503876" y="251938"/>
                </a:cubicBezTo>
                <a:lnTo>
                  <a:pt x="503876" y="251938"/>
                </a:lnTo>
                <a:cubicBezTo>
                  <a:pt x="503876" y="390986"/>
                  <a:pt x="390986" y="503876"/>
                  <a:pt x="251938" y="503876"/>
                </a:cubicBezTo>
                <a:lnTo>
                  <a:pt x="251938" y="503876"/>
                </a:lnTo>
                <a:cubicBezTo>
                  <a:pt x="112890" y="503876"/>
                  <a:pt x="0" y="390986"/>
                  <a:pt x="0" y="251938"/>
                </a:cubicBezTo>
                <a:lnTo>
                  <a:pt x="0" y="251938"/>
                </a:lnTo>
                <a:cubicBezTo>
                  <a:pt x="0" y="112890"/>
                  <a:pt x="112890" y="0"/>
                  <a:pt x="251938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378" y="3297689"/>
            <a:ext cx="611849" cy="503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0" b="1" dirty="0">
                <a:solidFill>
                  <a:srgbClr val="1A1D2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38197" y="3297689"/>
            <a:ext cx="4579873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Transformers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38197" y="3693591"/>
            <a:ext cx="4552880" cy="530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75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Corazón de la IA: Arquitectura y mecanismo de atención desde 2017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77907" y="4651855"/>
            <a:ext cx="5605621" cy="1088732"/>
          </a:xfrm>
          <a:custGeom>
            <a:avLst/>
            <a:gdLst/>
            <a:ahLst/>
            <a:cxnLst/>
            <a:rect l="l" t="t" r="r" b="b"/>
            <a:pathLst>
              <a:path w="5605621" h="1088732">
                <a:moveTo>
                  <a:pt x="35991" y="0"/>
                </a:moveTo>
                <a:lnTo>
                  <a:pt x="5533634" y="0"/>
                </a:lnTo>
                <a:cubicBezTo>
                  <a:pt x="5573391" y="0"/>
                  <a:pt x="5605621" y="32230"/>
                  <a:pt x="5605621" y="71987"/>
                </a:cubicBezTo>
                <a:lnTo>
                  <a:pt x="5605621" y="1016745"/>
                </a:lnTo>
                <a:cubicBezTo>
                  <a:pt x="5605621" y="1056502"/>
                  <a:pt x="5573391" y="1088732"/>
                  <a:pt x="5533634" y="1088732"/>
                </a:cubicBezTo>
                <a:lnTo>
                  <a:pt x="35991" y="1088732"/>
                </a:lnTo>
                <a:cubicBezTo>
                  <a:pt x="16114" y="1088732"/>
                  <a:pt x="0" y="1072618"/>
                  <a:pt x="0" y="1052741"/>
                </a:cubicBezTo>
                <a:lnTo>
                  <a:pt x="0" y="35991"/>
                </a:lnTo>
                <a:cubicBezTo>
                  <a:pt x="0" y="16114"/>
                  <a:pt x="16114" y="0"/>
                  <a:pt x="35991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77907" y="4651855"/>
            <a:ext cx="35991" cy="1088732"/>
          </a:xfrm>
          <a:custGeom>
            <a:avLst/>
            <a:gdLst/>
            <a:ahLst/>
            <a:cxnLst/>
            <a:rect l="l" t="t" r="r" b="b"/>
            <a:pathLst>
              <a:path w="35991" h="1088732">
                <a:moveTo>
                  <a:pt x="35991" y="0"/>
                </a:moveTo>
                <a:lnTo>
                  <a:pt x="35991" y="0"/>
                </a:lnTo>
                <a:lnTo>
                  <a:pt x="35991" y="1088732"/>
                </a:lnTo>
                <a:lnTo>
                  <a:pt x="35991" y="1088732"/>
                </a:lnTo>
                <a:cubicBezTo>
                  <a:pt x="16114" y="1088732"/>
                  <a:pt x="0" y="1072618"/>
                  <a:pt x="0" y="105274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0" name="Shape 28"/>
          <p:cNvSpPr/>
          <p:nvPr/>
        </p:nvSpPr>
        <p:spPr>
          <a:xfrm>
            <a:off x="611849" y="4867802"/>
            <a:ext cx="503876" cy="503876"/>
          </a:xfrm>
          <a:custGeom>
            <a:avLst/>
            <a:gdLst/>
            <a:ahLst/>
            <a:cxnLst/>
            <a:rect l="l" t="t" r="r" b="b"/>
            <a:pathLst>
              <a:path w="503876" h="503876">
                <a:moveTo>
                  <a:pt x="251938" y="0"/>
                </a:moveTo>
                <a:lnTo>
                  <a:pt x="251938" y="0"/>
                </a:lnTo>
                <a:cubicBezTo>
                  <a:pt x="390986" y="0"/>
                  <a:pt x="503876" y="112890"/>
                  <a:pt x="503876" y="251938"/>
                </a:cubicBezTo>
                <a:lnTo>
                  <a:pt x="503876" y="251938"/>
                </a:lnTo>
                <a:cubicBezTo>
                  <a:pt x="503876" y="390986"/>
                  <a:pt x="390986" y="503876"/>
                  <a:pt x="251938" y="503876"/>
                </a:cubicBezTo>
                <a:lnTo>
                  <a:pt x="251938" y="503876"/>
                </a:lnTo>
                <a:cubicBezTo>
                  <a:pt x="112890" y="503876"/>
                  <a:pt x="0" y="390986"/>
                  <a:pt x="0" y="251938"/>
                </a:cubicBezTo>
                <a:lnTo>
                  <a:pt x="0" y="251938"/>
                </a:lnTo>
                <a:cubicBezTo>
                  <a:pt x="0" y="112890"/>
                  <a:pt x="112890" y="0"/>
                  <a:pt x="251938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1" name="Text 29"/>
          <p:cNvSpPr/>
          <p:nvPr/>
        </p:nvSpPr>
        <p:spPr>
          <a:xfrm>
            <a:off x="557863" y="4867802"/>
            <a:ext cx="611849" cy="503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0" b="1" dirty="0">
                <a:solidFill>
                  <a:srgbClr val="1A1D2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95681" y="4867802"/>
            <a:ext cx="4129984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Predicción Autoregresiva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95681" y="5263705"/>
            <a:ext cx="4102990" cy="26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75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Paso a Paso: Generación secuencial una pieza a la vez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20423" y="4651855"/>
            <a:ext cx="5605621" cy="1088732"/>
          </a:xfrm>
          <a:custGeom>
            <a:avLst/>
            <a:gdLst/>
            <a:ahLst/>
            <a:cxnLst/>
            <a:rect l="l" t="t" r="r" b="b"/>
            <a:pathLst>
              <a:path w="5605621" h="1088732">
                <a:moveTo>
                  <a:pt x="35991" y="0"/>
                </a:moveTo>
                <a:lnTo>
                  <a:pt x="5533634" y="0"/>
                </a:lnTo>
                <a:cubicBezTo>
                  <a:pt x="5573391" y="0"/>
                  <a:pt x="5605621" y="32230"/>
                  <a:pt x="5605621" y="71987"/>
                </a:cubicBezTo>
                <a:lnTo>
                  <a:pt x="5605621" y="1016745"/>
                </a:lnTo>
                <a:cubicBezTo>
                  <a:pt x="5605621" y="1056502"/>
                  <a:pt x="5573391" y="1088732"/>
                  <a:pt x="5533634" y="1088732"/>
                </a:cubicBezTo>
                <a:lnTo>
                  <a:pt x="35991" y="1088732"/>
                </a:lnTo>
                <a:cubicBezTo>
                  <a:pt x="16114" y="1088732"/>
                  <a:pt x="0" y="1072618"/>
                  <a:pt x="0" y="1052741"/>
                </a:cubicBezTo>
                <a:lnTo>
                  <a:pt x="0" y="35991"/>
                </a:lnTo>
                <a:cubicBezTo>
                  <a:pt x="0" y="16114"/>
                  <a:pt x="16114" y="0"/>
                  <a:pt x="35991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220423" y="4651855"/>
            <a:ext cx="35991" cy="1088732"/>
          </a:xfrm>
          <a:custGeom>
            <a:avLst/>
            <a:gdLst/>
            <a:ahLst/>
            <a:cxnLst/>
            <a:rect l="l" t="t" r="r" b="b"/>
            <a:pathLst>
              <a:path w="35991" h="1088732">
                <a:moveTo>
                  <a:pt x="35991" y="0"/>
                </a:moveTo>
                <a:lnTo>
                  <a:pt x="35991" y="0"/>
                </a:lnTo>
                <a:lnTo>
                  <a:pt x="35991" y="1088732"/>
                </a:lnTo>
                <a:lnTo>
                  <a:pt x="35991" y="1088732"/>
                </a:lnTo>
                <a:cubicBezTo>
                  <a:pt x="16114" y="1088732"/>
                  <a:pt x="0" y="1072618"/>
                  <a:pt x="0" y="105274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6" name="Shape 34"/>
          <p:cNvSpPr/>
          <p:nvPr/>
        </p:nvSpPr>
        <p:spPr>
          <a:xfrm>
            <a:off x="6454365" y="4867802"/>
            <a:ext cx="503876" cy="503876"/>
          </a:xfrm>
          <a:custGeom>
            <a:avLst/>
            <a:gdLst/>
            <a:ahLst/>
            <a:cxnLst/>
            <a:rect l="l" t="t" r="r" b="b"/>
            <a:pathLst>
              <a:path w="503876" h="503876">
                <a:moveTo>
                  <a:pt x="251938" y="0"/>
                </a:moveTo>
                <a:lnTo>
                  <a:pt x="251938" y="0"/>
                </a:lnTo>
                <a:cubicBezTo>
                  <a:pt x="390986" y="0"/>
                  <a:pt x="503876" y="112890"/>
                  <a:pt x="503876" y="251938"/>
                </a:cubicBezTo>
                <a:lnTo>
                  <a:pt x="503876" y="251938"/>
                </a:lnTo>
                <a:cubicBezTo>
                  <a:pt x="503876" y="390986"/>
                  <a:pt x="390986" y="503876"/>
                  <a:pt x="251938" y="503876"/>
                </a:cubicBezTo>
                <a:lnTo>
                  <a:pt x="251938" y="503876"/>
                </a:lnTo>
                <a:cubicBezTo>
                  <a:pt x="112890" y="503876"/>
                  <a:pt x="0" y="390986"/>
                  <a:pt x="0" y="251938"/>
                </a:cubicBezTo>
                <a:lnTo>
                  <a:pt x="0" y="251938"/>
                </a:lnTo>
                <a:cubicBezTo>
                  <a:pt x="0" y="112890"/>
                  <a:pt x="112890" y="0"/>
                  <a:pt x="251938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378" y="4867802"/>
            <a:ext cx="611849" cy="503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0" b="1" dirty="0">
                <a:solidFill>
                  <a:srgbClr val="1A1D2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138197" y="4867802"/>
            <a:ext cx="4498893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Difusión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138197" y="5263705"/>
            <a:ext cx="4471900" cy="26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75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 Ruido a Imagen: Proceso inverso para generación visual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64410" y="5963283"/>
            <a:ext cx="11463179" cy="620847"/>
          </a:xfrm>
          <a:custGeom>
            <a:avLst/>
            <a:gdLst/>
            <a:ahLst/>
            <a:cxnLst/>
            <a:rect l="l" t="t" r="r" b="b"/>
            <a:pathLst>
              <a:path w="11463179" h="620847">
                <a:moveTo>
                  <a:pt x="71981" y="0"/>
                </a:moveTo>
                <a:lnTo>
                  <a:pt x="11391198" y="0"/>
                </a:lnTo>
                <a:cubicBezTo>
                  <a:pt x="11430952" y="0"/>
                  <a:pt x="11463179" y="32227"/>
                  <a:pt x="11463179" y="71981"/>
                </a:cubicBezTo>
                <a:lnTo>
                  <a:pt x="11463179" y="548866"/>
                </a:lnTo>
                <a:cubicBezTo>
                  <a:pt x="11463179" y="588620"/>
                  <a:pt x="11430952" y="620847"/>
                  <a:pt x="11391198" y="620847"/>
                </a:cubicBezTo>
                <a:lnTo>
                  <a:pt x="71981" y="620847"/>
                </a:lnTo>
                <a:cubicBezTo>
                  <a:pt x="32254" y="620847"/>
                  <a:pt x="0" y="588594"/>
                  <a:pt x="0" y="548866"/>
                </a:cubicBezTo>
                <a:lnTo>
                  <a:pt x="0" y="71981"/>
                </a:lnTo>
                <a:cubicBezTo>
                  <a:pt x="0" y="32254"/>
                  <a:pt x="32254" y="0"/>
                  <a:pt x="71981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2852" y="6165733"/>
            <a:ext cx="161960" cy="215947"/>
          </a:xfrm>
          <a:custGeom>
            <a:avLst/>
            <a:gdLst/>
            <a:ahLst/>
            <a:cxnLst/>
            <a:rect l="l" t="t" r="r" b="b"/>
            <a:pathLst>
              <a:path w="161960" h="215947">
                <a:moveTo>
                  <a:pt x="123537" y="161960"/>
                </a:moveTo>
                <a:cubicBezTo>
                  <a:pt x="126616" y="152555"/>
                  <a:pt x="132774" y="144035"/>
                  <a:pt x="139733" y="136696"/>
                </a:cubicBezTo>
                <a:cubicBezTo>
                  <a:pt x="153525" y="122187"/>
                  <a:pt x="161960" y="102575"/>
                  <a:pt x="161960" y="80980"/>
                </a:cubicBezTo>
                <a:cubicBezTo>
                  <a:pt x="161960" y="36272"/>
                  <a:pt x="125688" y="0"/>
                  <a:pt x="80980" y="0"/>
                </a:cubicBezTo>
                <a:cubicBezTo>
                  <a:pt x="36272" y="0"/>
                  <a:pt x="0" y="36272"/>
                  <a:pt x="0" y="80980"/>
                </a:cubicBezTo>
                <a:cubicBezTo>
                  <a:pt x="0" y="102575"/>
                  <a:pt x="8435" y="122187"/>
                  <a:pt x="22227" y="136696"/>
                </a:cubicBezTo>
                <a:cubicBezTo>
                  <a:pt x="29187" y="144035"/>
                  <a:pt x="35387" y="152555"/>
                  <a:pt x="38423" y="161960"/>
                </a:cubicBezTo>
                <a:lnTo>
                  <a:pt x="123495" y="161960"/>
                </a:lnTo>
                <a:close/>
                <a:moveTo>
                  <a:pt x="121470" y="182205"/>
                </a:moveTo>
                <a:lnTo>
                  <a:pt x="40490" y="182205"/>
                </a:lnTo>
                <a:lnTo>
                  <a:pt x="40490" y="188954"/>
                </a:lnTo>
                <a:cubicBezTo>
                  <a:pt x="40490" y="207596"/>
                  <a:pt x="55589" y="222695"/>
                  <a:pt x="74232" y="222695"/>
                </a:cubicBezTo>
                <a:lnTo>
                  <a:pt x="87728" y="222695"/>
                </a:lnTo>
                <a:cubicBezTo>
                  <a:pt x="106371" y="222695"/>
                  <a:pt x="121470" y="207596"/>
                  <a:pt x="121470" y="188954"/>
                </a:cubicBezTo>
                <a:lnTo>
                  <a:pt x="121470" y="182205"/>
                </a:lnTo>
                <a:close/>
                <a:moveTo>
                  <a:pt x="77606" y="47238"/>
                </a:moveTo>
                <a:cubicBezTo>
                  <a:pt x="60819" y="47238"/>
                  <a:pt x="47238" y="60819"/>
                  <a:pt x="47238" y="77606"/>
                </a:cubicBezTo>
                <a:cubicBezTo>
                  <a:pt x="47238" y="83215"/>
                  <a:pt x="42725" y="87728"/>
                  <a:pt x="37116" y="87728"/>
                </a:cubicBezTo>
                <a:cubicBezTo>
                  <a:pt x="31506" y="87728"/>
                  <a:pt x="26993" y="83215"/>
                  <a:pt x="26993" y="77606"/>
                </a:cubicBezTo>
                <a:cubicBezTo>
                  <a:pt x="26993" y="49642"/>
                  <a:pt x="49642" y="26993"/>
                  <a:pt x="77606" y="26993"/>
                </a:cubicBezTo>
                <a:cubicBezTo>
                  <a:pt x="83215" y="26993"/>
                  <a:pt x="87728" y="31506"/>
                  <a:pt x="87728" y="37116"/>
                </a:cubicBezTo>
                <a:cubicBezTo>
                  <a:pt x="87728" y="42725"/>
                  <a:pt x="83215" y="47238"/>
                  <a:pt x="77606" y="4723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2" name="Text 40"/>
          <p:cNvSpPr/>
          <p:nvPr/>
        </p:nvSpPr>
        <p:spPr>
          <a:xfrm>
            <a:off x="962763" y="6147737"/>
            <a:ext cx="6010521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Resultado:</a:t>
            </a:r>
            <a:pPr>
              <a:lnSpc>
                <a:spcPct val="130000"/>
              </a:lnSpc>
            </a:pPr>
            <a:r>
              <a:rPr lang="en-US" sz="1275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Comprenderás el flujo completo desde el prompt hasta la salida final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1707" y="371707"/>
            <a:ext cx="11522927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spc="59" kern="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INTRODUCCIÓN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1707" y="669073"/>
            <a:ext cx="11671610" cy="557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512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El Chef que Nunca Ha Probado Comida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0293" y="1449659"/>
            <a:ext cx="6151756" cy="2397512"/>
          </a:xfrm>
          <a:custGeom>
            <a:avLst/>
            <a:gdLst/>
            <a:ahLst/>
            <a:cxnLst/>
            <a:rect l="l" t="t" r="r" b="b"/>
            <a:pathLst>
              <a:path w="6151756" h="2397512">
                <a:moveTo>
                  <a:pt x="37171" y="0"/>
                </a:moveTo>
                <a:lnTo>
                  <a:pt x="6077409" y="0"/>
                </a:lnTo>
                <a:cubicBezTo>
                  <a:pt x="6118470" y="0"/>
                  <a:pt x="6151756" y="33286"/>
                  <a:pt x="6151756" y="74347"/>
                </a:cubicBezTo>
                <a:lnTo>
                  <a:pt x="6151756" y="2323165"/>
                </a:lnTo>
                <a:cubicBezTo>
                  <a:pt x="6151756" y="2364226"/>
                  <a:pt x="6118470" y="2397512"/>
                  <a:pt x="6077409" y="2397512"/>
                </a:cubicBezTo>
                <a:lnTo>
                  <a:pt x="37171" y="2397512"/>
                </a:lnTo>
                <a:cubicBezTo>
                  <a:pt x="16642" y="2397512"/>
                  <a:pt x="0" y="2380870"/>
                  <a:pt x="0" y="2360341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4A6D8C">
              <a:alpha val="14902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90293" y="1449659"/>
            <a:ext cx="37171" cy="2397512"/>
          </a:xfrm>
          <a:custGeom>
            <a:avLst/>
            <a:gdLst/>
            <a:ahLst/>
            <a:cxnLst/>
            <a:rect l="l" t="t" r="r" b="b"/>
            <a:pathLst>
              <a:path w="37171" h="2397512">
                <a:moveTo>
                  <a:pt x="37171" y="0"/>
                </a:moveTo>
                <a:lnTo>
                  <a:pt x="37171" y="0"/>
                </a:lnTo>
                <a:lnTo>
                  <a:pt x="37171" y="2397512"/>
                </a:lnTo>
                <a:lnTo>
                  <a:pt x="37171" y="2397512"/>
                </a:lnTo>
                <a:cubicBezTo>
                  <a:pt x="16642" y="2397512"/>
                  <a:pt x="0" y="2380870"/>
                  <a:pt x="0" y="2360341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" name="Shape 4"/>
          <p:cNvSpPr/>
          <p:nvPr/>
        </p:nvSpPr>
        <p:spPr>
          <a:xfrm>
            <a:off x="599378" y="1709854"/>
            <a:ext cx="278780" cy="278780"/>
          </a:xfrm>
          <a:custGeom>
            <a:avLst/>
            <a:gdLst/>
            <a:ahLst/>
            <a:cxnLst/>
            <a:rect l="l" t="t" r="r" b="b"/>
            <a:pathLst>
              <a:path w="278780" h="278780">
                <a:moveTo>
                  <a:pt x="34793" y="7841"/>
                </a:moveTo>
                <a:cubicBezTo>
                  <a:pt x="34358" y="3376"/>
                  <a:pt x="30601" y="0"/>
                  <a:pt x="26136" y="0"/>
                </a:cubicBezTo>
                <a:cubicBezTo>
                  <a:pt x="21671" y="0"/>
                  <a:pt x="17914" y="3376"/>
                  <a:pt x="17424" y="7786"/>
                </a:cubicBezTo>
                <a:lnTo>
                  <a:pt x="9746" y="81511"/>
                </a:lnTo>
                <a:cubicBezTo>
                  <a:pt x="9039" y="84778"/>
                  <a:pt x="8712" y="88099"/>
                  <a:pt x="8712" y="91420"/>
                </a:cubicBezTo>
                <a:cubicBezTo>
                  <a:pt x="8712" y="116413"/>
                  <a:pt x="27824" y="136940"/>
                  <a:pt x="52271" y="139172"/>
                </a:cubicBezTo>
                <a:lnTo>
                  <a:pt x="52271" y="261357"/>
                </a:lnTo>
                <a:cubicBezTo>
                  <a:pt x="52271" y="270994"/>
                  <a:pt x="60058" y="278780"/>
                  <a:pt x="69695" y="278780"/>
                </a:cubicBezTo>
                <a:cubicBezTo>
                  <a:pt x="79333" y="278780"/>
                  <a:pt x="87119" y="270994"/>
                  <a:pt x="87119" y="261357"/>
                </a:cubicBezTo>
                <a:lnTo>
                  <a:pt x="87119" y="139172"/>
                </a:lnTo>
                <a:cubicBezTo>
                  <a:pt x="111567" y="136940"/>
                  <a:pt x="130678" y="116413"/>
                  <a:pt x="130678" y="91420"/>
                </a:cubicBezTo>
                <a:cubicBezTo>
                  <a:pt x="130678" y="88099"/>
                  <a:pt x="130352" y="84778"/>
                  <a:pt x="129644" y="81511"/>
                </a:cubicBezTo>
                <a:lnTo>
                  <a:pt x="121912" y="7786"/>
                </a:lnTo>
                <a:cubicBezTo>
                  <a:pt x="121476" y="3376"/>
                  <a:pt x="117719" y="0"/>
                  <a:pt x="113255" y="0"/>
                </a:cubicBezTo>
                <a:cubicBezTo>
                  <a:pt x="108790" y="0"/>
                  <a:pt x="105033" y="3376"/>
                  <a:pt x="104597" y="7841"/>
                </a:cubicBezTo>
                <a:lnTo>
                  <a:pt x="97192" y="81620"/>
                </a:lnTo>
                <a:cubicBezTo>
                  <a:pt x="96865" y="84723"/>
                  <a:pt x="94252" y="87119"/>
                  <a:pt x="91148" y="87119"/>
                </a:cubicBezTo>
                <a:cubicBezTo>
                  <a:pt x="87990" y="87119"/>
                  <a:pt x="85377" y="84723"/>
                  <a:pt x="85050" y="81565"/>
                </a:cubicBezTo>
                <a:lnTo>
                  <a:pt x="78353" y="7950"/>
                </a:lnTo>
                <a:cubicBezTo>
                  <a:pt x="77971" y="3430"/>
                  <a:pt x="74214" y="0"/>
                  <a:pt x="69695" y="0"/>
                </a:cubicBezTo>
                <a:cubicBezTo>
                  <a:pt x="65176" y="0"/>
                  <a:pt x="61419" y="3430"/>
                  <a:pt x="61038" y="7950"/>
                </a:cubicBezTo>
                <a:lnTo>
                  <a:pt x="54340" y="81565"/>
                </a:lnTo>
                <a:cubicBezTo>
                  <a:pt x="54068" y="84723"/>
                  <a:pt x="51400" y="87119"/>
                  <a:pt x="48242" y="87119"/>
                </a:cubicBezTo>
                <a:cubicBezTo>
                  <a:pt x="45084" y="87119"/>
                  <a:pt x="42470" y="84723"/>
                  <a:pt x="42198" y="81620"/>
                </a:cubicBezTo>
                <a:lnTo>
                  <a:pt x="34793" y="7841"/>
                </a:lnTo>
                <a:close/>
                <a:moveTo>
                  <a:pt x="243933" y="0"/>
                </a:moveTo>
                <a:cubicBezTo>
                  <a:pt x="235221" y="0"/>
                  <a:pt x="174238" y="17424"/>
                  <a:pt x="174238" y="95831"/>
                </a:cubicBezTo>
                <a:lnTo>
                  <a:pt x="174238" y="156814"/>
                </a:lnTo>
                <a:cubicBezTo>
                  <a:pt x="174238" y="176035"/>
                  <a:pt x="189865" y="191662"/>
                  <a:pt x="209085" y="191662"/>
                </a:cubicBezTo>
                <a:lnTo>
                  <a:pt x="226509" y="191662"/>
                </a:lnTo>
                <a:lnTo>
                  <a:pt x="226509" y="261357"/>
                </a:lnTo>
                <a:cubicBezTo>
                  <a:pt x="226509" y="270994"/>
                  <a:pt x="234295" y="278780"/>
                  <a:pt x="243933" y="278780"/>
                </a:cubicBezTo>
                <a:cubicBezTo>
                  <a:pt x="253570" y="278780"/>
                  <a:pt x="261357" y="270994"/>
                  <a:pt x="261357" y="261357"/>
                </a:cubicBezTo>
                <a:lnTo>
                  <a:pt x="261357" y="17424"/>
                </a:lnTo>
                <a:cubicBezTo>
                  <a:pt x="261357" y="7786"/>
                  <a:pt x="253570" y="0"/>
                  <a:pt x="243933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Text 5"/>
          <p:cNvSpPr/>
          <p:nvPr/>
        </p:nvSpPr>
        <p:spPr>
          <a:xfrm>
            <a:off x="997511" y="1672683"/>
            <a:ext cx="5436220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6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La Analogía Central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97511" y="2118732"/>
            <a:ext cx="5408341" cy="1087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17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Imagina que la IA generativa es como un </a:t>
            </a:r>
            <a:pPr>
              <a:lnSpc>
                <a:spcPct val="140000"/>
              </a:lnSpc>
            </a:pPr>
            <a:r>
              <a:rPr lang="en-US" sz="1317" dirty="0">
                <a:solidFill>
                  <a:srgbClr val="5E8B7E"/>
                </a:solidFill>
                <a:highlight>
                  <a:srgbClr val="5E8B7E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chef súper inteligente que nunca ha probado la comida </a:t>
            </a:r>
            <a:pPr>
              <a:lnSpc>
                <a:spcPct val="140000"/>
              </a:lnSpc>
            </a:pPr>
            <a:r>
              <a:rPr lang="en-US" sz="1317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pero ha leído millones de recetas, visto millones de fotos de platos y escuchado a millones de cocineros hablar.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7511" y="3354659"/>
            <a:ext cx="5408341" cy="26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17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Ahora le pides que te prepare algo… ¿cómo lo hace?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1707" y="3849494"/>
            <a:ext cx="1960756" cy="1802780"/>
          </a:xfrm>
          <a:custGeom>
            <a:avLst/>
            <a:gdLst/>
            <a:ahLst/>
            <a:cxnLst/>
            <a:rect l="l" t="t" r="r" b="b"/>
            <a:pathLst>
              <a:path w="1960756" h="1802780">
                <a:moveTo>
                  <a:pt x="74347" y="0"/>
                </a:moveTo>
                <a:lnTo>
                  <a:pt x="1886409" y="0"/>
                </a:lnTo>
                <a:cubicBezTo>
                  <a:pt x="1927470" y="0"/>
                  <a:pt x="1960756" y="33286"/>
                  <a:pt x="1960756" y="74347"/>
                </a:cubicBezTo>
                <a:lnTo>
                  <a:pt x="1960756" y="1728434"/>
                </a:lnTo>
                <a:cubicBezTo>
                  <a:pt x="1960756" y="1769494"/>
                  <a:pt x="1927470" y="1802780"/>
                  <a:pt x="1886409" y="1802780"/>
                </a:cubicBezTo>
                <a:lnTo>
                  <a:pt x="74347" y="1802780"/>
                </a:lnTo>
                <a:cubicBezTo>
                  <a:pt x="33286" y="1802780"/>
                  <a:pt x="0" y="1769494"/>
                  <a:pt x="0" y="1728434"/>
                </a:cubicBezTo>
                <a:lnTo>
                  <a:pt x="0" y="74347"/>
                </a:lnTo>
                <a:cubicBezTo>
                  <a:pt x="0" y="33314"/>
                  <a:pt x="33314" y="0"/>
                  <a:pt x="7434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214002" y="4035348"/>
            <a:ext cx="278780" cy="278780"/>
          </a:xfrm>
          <a:custGeom>
            <a:avLst/>
            <a:gdLst/>
            <a:ahLst/>
            <a:cxnLst/>
            <a:rect l="l" t="t" r="r" b="b"/>
            <a:pathLst>
              <a:path w="278780" h="278780">
                <a:moveTo>
                  <a:pt x="139390" y="76937"/>
                </a:moveTo>
                <a:lnTo>
                  <a:pt x="139390" y="245349"/>
                </a:lnTo>
                <a:lnTo>
                  <a:pt x="139662" y="245240"/>
                </a:lnTo>
                <a:cubicBezTo>
                  <a:pt x="169392" y="232880"/>
                  <a:pt x="201299" y="226509"/>
                  <a:pt x="233479" y="226509"/>
                </a:cubicBezTo>
                <a:lnTo>
                  <a:pt x="243933" y="226509"/>
                </a:lnTo>
                <a:lnTo>
                  <a:pt x="243933" y="52271"/>
                </a:lnTo>
                <a:lnTo>
                  <a:pt x="233479" y="52271"/>
                </a:lnTo>
                <a:cubicBezTo>
                  <a:pt x="210501" y="52271"/>
                  <a:pt x="187687" y="56845"/>
                  <a:pt x="166452" y="65666"/>
                </a:cubicBezTo>
                <a:cubicBezTo>
                  <a:pt x="157304" y="69477"/>
                  <a:pt x="148265" y="73234"/>
                  <a:pt x="139390" y="76937"/>
                </a:cubicBezTo>
                <a:close/>
                <a:moveTo>
                  <a:pt x="125723" y="33486"/>
                </a:moveTo>
                <a:lnTo>
                  <a:pt x="139390" y="39204"/>
                </a:lnTo>
                <a:lnTo>
                  <a:pt x="153057" y="33486"/>
                </a:lnTo>
                <a:cubicBezTo>
                  <a:pt x="178539" y="22869"/>
                  <a:pt x="205873" y="17424"/>
                  <a:pt x="233479" y="17424"/>
                </a:cubicBezTo>
                <a:lnTo>
                  <a:pt x="252645" y="17424"/>
                </a:lnTo>
                <a:cubicBezTo>
                  <a:pt x="267074" y="17424"/>
                  <a:pt x="278780" y="29130"/>
                  <a:pt x="278780" y="43559"/>
                </a:cubicBezTo>
                <a:lnTo>
                  <a:pt x="278780" y="235221"/>
                </a:lnTo>
                <a:cubicBezTo>
                  <a:pt x="278780" y="249650"/>
                  <a:pt x="267074" y="261357"/>
                  <a:pt x="252645" y="261357"/>
                </a:cubicBezTo>
                <a:lnTo>
                  <a:pt x="233479" y="261357"/>
                </a:lnTo>
                <a:cubicBezTo>
                  <a:pt x="205873" y="261357"/>
                  <a:pt x="178539" y="266802"/>
                  <a:pt x="153057" y="277419"/>
                </a:cubicBezTo>
                <a:lnTo>
                  <a:pt x="146088" y="280305"/>
                </a:lnTo>
                <a:cubicBezTo>
                  <a:pt x="141786" y="282102"/>
                  <a:pt x="136994" y="282102"/>
                  <a:pt x="132693" y="280305"/>
                </a:cubicBezTo>
                <a:lnTo>
                  <a:pt x="125723" y="277419"/>
                </a:lnTo>
                <a:cubicBezTo>
                  <a:pt x="100241" y="266802"/>
                  <a:pt x="72908" y="261357"/>
                  <a:pt x="45302" y="261357"/>
                </a:cubicBezTo>
                <a:lnTo>
                  <a:pt x="26136" y="261357"/>
                </a:lnTo>
                <a:cubicBezTo>
                  <a:pt x="11707" y="261357"/>
                  <a:pt x="0" y="249650"/>
                  <a:pt x="0" y="235221"/>
                </a:cubicBezTo>
                <a:lnTo>
                  <a:pt x="0" y="43559"/>
                </a:lnTo>
                <a:cubicBezTo>
                  <a:pt x="0" y="29130"/>
                  <a:pt x="11707" y="17424"/>
                  <a:pt x="26136" y="17424"/>
                </a:cubicBezTo>
                <a:lnTo>
                  <a:pt x="45302" y="17424"/>
                </a:lnTo>
                <a:cubicBezTo>
                  <a:pt x="72908" y="17424"/>
                  <a:pt x="100241" y="22869"/>
                  <a:pt x="125723" y="3348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2" name="Text 10"/>
          <p:cNvSpPr/>
          <p:nvPr/>
        </p:nvSpPr>
        <p:spPr>
          <a:xfrm>
            <a:off x="515744" y="4425640"/>
            <a:ext cx="1672683" cy="52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7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Millones de Recetas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0390" y="5020372"/>
            <a:ext cx="1663390" cy="446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1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Textos, documentos, libros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479259" y="3849494"/>
            <a:ext cx="1960756" cy="1802780"/>
          </a:xfrm>
          <a:custGeom>
            <a:avLst/>
            <a:gdLst/>
            <a:ahLst/>
            <a:cxnLst/>
            <a:rect l="l" t="t" r="r" b="b"/>
            <a:pathLst>
              <a:path w="1960756" h="1802780">
                <a:moveTo>
                  <a:pt x="74347" y="0"/>
                </a:moveTo>
                <a:lnTo>
                  <a:pt x="1886409" y="0"/>
                </a:lnTo>
                <a:cubicBezTo>
                  <a:pt x="1927470" y="0"/>
                  <a:pt x="1960756" y="33286"/>
                  <a:pt x="1960756" y="74347"/>
                </a:cubicBezTo>
                <a:lnTo>
                  <a:pt x="1960756" y="1728434"/>
                </a:lnTo>
                <a:cubicBezTo>
                  <a:pt x="1960756" y="1769494"/>
                  <a:pt x="1927470" y="1802780"/>
                  <a:pt x="1886409" y="1802780"/>
                </a:cubicBezTo>
                <a:lnTo>
                  <a:pt x="74347" y="1802780"/>
                </a:lnTo>
                <a:cubicBezTo>
                  <a:pt x="33286" y="1802780"/>
                  <a:pt x="0" y="1769494"/>
                  <a:pt x="0" y="1728434"/>
                </a:cubicBezTo>
                <a:lnTo>
                  <a:pt x="0" y="74347"/>
                </a:lnTo>
                <a:cubicBezTo>
                  <a:pt x="0" y="33314"/>
                  <a:pt x="33314" y="0"/>
                  <a:pt x="7434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338977" y="4035348"/>
            <a:ext cx="243933" cy="278780"/>
          </a:xfrm>
          <a:custGeom>
            <a:avLst/>
            <a:gdLst/>
            <a:ahLst/>
            <a:cxnLst/>
            <a:rect l="l" t="t" r="r" b="b"/>
            <a:pathLst>
              <a:path w="243933" h="278780">
                <a:moveTo>
                  <a:pt x="34848" y="17424"/>
                </a:moveTo>
                <a:cubicBezTo>
                  <a:pt x="15627" y="17424"/>
                  <a:pt x="0" y="33051"/>
                  <a:pt x="0" y="52271"/>
                </a:cubicBezTo>
                <a:lnTo>
                  <a:pt x="0" y="226509"/>
                </a:lnTo>
                <a:cubicBezTo>
                  <a:pt x="0" y="245730"/>
                  <a:pt x="15627" y="261357"/>
                  <a:pt x="34848" y="261357"/>
                </a:cubicBezTo>
                <a:lnTo>
                  <a:pt x="209085" y="261357"/>
                </a:lnTo>
                <a:cubicBezTo>
                  <a:pt x="228306" y="261357"/>
                  <a:pt x="243933" y="245730"/>
                  <a:pt x="243933" y="226509"/>
                </a:cubicBezTo>
                <a:lnTo>
                  <a:pt x="243933" y="52271"/>
                </a:lnTo>
                <a:cubicBezTo>
                  <a:pt x="243933" y="33051"/>
                  <a:pt x="228306" y="17424"/>
                  <a:pt x="209085" y="17424"/>
                </a:cubicBezTo>
                <a:lnTo>
                  <a:pt x="34848" y="17424"/>
                </a:lnTo>
                <a:close/>
                <a:moveTo>
                  <a:pt x="69695" y="60983"/>
                </a:moveTo>
                <a:cubicBezTo>
                  <a:pt x="84120" y="60983"/>
                  <a:pt x="95831" y="72694"/>
                  <a:pt x="95831" y="87119"/>
                </a:cubicBezTo>
                <a:cubicBezTo>
                  <a:pt x="95831" y="101544"/>
                  <a:pt x="84120" y="113255"/>
                  <a:pt x="69695" y="113255"/>
                </a:cubicBezTo>
                <a:cubicBezTo>
                  <a:pt x="55270" y="113255"/>
                  <a:pt x="43559" y="101544"/>
                  <a:pt x="43559" y="87119"/>
                </a:cubicBezTo>
                <a:cubicBezTo>
                  <a:pt x="43559" y="72694"/>
                  <a:pt x="55270" y="60983"/>
                  <a:pt x="69695" y="60983"/>
                </a:cubicBezTo>
                <a:close/>
                <a:moveTo>
                  <a:pt x="148102" y="121966"/>
                </a:moveTo>
                <a:cubicBezTo>
                  <a:pt x="152676" y="121966"/>
                  <a:pt x="156868" y="124362"/>
                  <a:pt x="159264" y="128228"/>
                </a:cubicBezTo>
                <a:lnTo>
                  <a:pt x="207180" y="206635"/>
                </a:lnTo>
                <a:cubicBezTo>
                  <a:pt x="209630" y="210664"/>
                  <a:pt x="209739" y="215728"/>
                  <a:pt x="207452" y="219866"/>
                </a:cubicBezTo>
                <a:cubicBezTo>
                  <a:pt x="205165" y="224004"/>
                  <a:pt x="200755" y="226509"/>
                  <a:pt x="196018" y="226509"/>
                </a:cubicBezTo>
                <a:lnTo>
                  <a:pt x="47915" y="226509"/>
                </a:lnTo>
                <a:cubicBezTo>
                  <a:pt x="43069" y="226509"/>
                  <a:pt x="38550" y="223787"/>
                  <a:pt x="36318" y="219485"/>
                </a:cubicBezTo>
                <a:cubicBezTo>
                  <a:pt x="34085" y="215184"/>
                  <a:pt x="34412" y="209957"/>
                  <a:pt x="37189" y="205982"/>
                </a:cubicBezTo>
                <a:lnTo>
                  <a:pt x="67680" y="162422"/>
                </a:lnTo>
                <a:cubicBezTo>
                  <a:pt x="70131" y="158938"/>
                  <a:pt x="74106" y="156868"/>
                  <a:pt x="78407" y="156868"/>
                </a:cubicBezTo>
                <a:cubicBezTo>
                  <a:pt x="82709" y="156868"/>
                  <a:pt x="86683" y="158938"/>
                  <a:pt x="89134" y="162422"/>
                </a:cubicBezTo>
                <a:lnTo>
                  <a:pt x="103508" y="183004"/>
                </a:lnTo>
                <a:lnTo>
                  <a:pt x="136940" y="128283"/>
                </a:lnTo>
                <a:cubicBezTo>
                  <a:pt x="139336" y="124417"/>
                  <a:pt x="143528" y="122021"/>
                  <a:pt x="148102" y="12202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6" name="Text 14"/>
          <p:cNvSpPr/>
          <p:nvPr/>
        </p:nvSpPr>
        <p:spPr>
          <a:xfrm>
            <a:off x="2623295" y="4425640"/>
            <a:ext cx="1672683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7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Millones de Fotos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27942" y="4760177"/>
            <a:ext cx="1663390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1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Imágenes, videos, arte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86810" y="3849494"/>
            <a:ext cx="1960756" cy="1802780"/>
          </a:xfrm>
          <a:custGeom>
            <a:avLst/>
            <a:gdLst/>
            <a:ahLst/>
            <a:cxnLst/>
            <a:rect l="l" t="t" r="r" b="b"/>
            <a:pathLst>
              <a:path w="1960756" h="1802780">
                <a:moveTo>
                  <a:pt x="74347" y="0"/>
                </a:moveTo>
                <a:lnTo>
                  <a:pt x="1886409" y="0"/>
                </a:lnTo>
                <a:cubicBezTo>
                  <a:pt x="1927470" y="0"/>
                  <a:pt x="1960756" y="33286"/>
                  <a:pt x="1960756" y="74347"/>
                </a:cubicBezTo>
                <a:lnTo>
                  <a:pt x="1960756" y="1728434"/>
                </a:lnTo>
                <a:cubicBezTo>
                  <a:pt x="1960756" y="1769494"/>
                  <a:pt x="1927470" y="1802780"/>
                  <a:pt x="1886409" y="1802780"/>
                </a:cubicBezTo>
                <a:lnTo>
                  <a:pt x="74347" y="1802780"/>
                </a:lnTo>
                <a:cubicBezTo>
                  <a:pt x="33286" y="1802780"/>
                  <a:pt x="0" y="1769494"/>
                  <a:pt x="0" y="1728434"/>
                </a:cubicBezTo>
                <a:lnTo>
                  <a:pt x="0" y="74347"/>
                </a:lnTo>
                <a:cubicBezTo>
                  <a:pt x="0" y="33314"/>
                  <a:pt x="33314" y="0"/>
                  <a:pt x="7434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411681" y="4035348"/>
            <a:ext cx="313628" cy="278780"/>
          </a:xfrm>
          <a:custGeom>
            <a:avLst/>
            <a:gdLst/>
            <a:ahLst/>
            <a:cxnLst/>
            <a:rect l="l" t="t" r="r" b="b"/>
            <a:pathLst>
              <a:path w="313628" h="278780">
                <a:moveTo>
                  <a:pt x="209085" y="78407"/>
                </a:moveTo>
                <a:cubicBezTo>
                  <a:pt x="209085" y="131332"/>
                  <a:pt x="162259" y="174238"/>
                  <a:pt x="104543" y="174238"/>
                </a:cubicBezTo>
                <a:cubicBezTo>
                  <a:pt x="90005" y="174238"/>
                  <a:pt x="76175" y="171515"/>
                  <a:pt x="63597" y="166615"/>
                </a:cubicBezTo>
                <a:lnTo>
                  <a:pt x="19166" y="190137"/>
                </a:lnTo>
                <a:cubicBezTo>
                  <a:pt x="14102" y="192805"/>
                  <a:pt x="7895" y="191879"/>
                  <a:pt x="3811" y="187850"/>
                </a:cubicBezTo>
                <a:cubicBezTo>
                  <a:pt x="-272" y="183821"/>
                  <a:pt x="-1198" y="177559"/>
                  <a:pt x="1525" y="172495"/>
                </a:cubicBezTo>
                <a:lnTo>
                  <a:pt x="20909" y="135905"/>
                </a:lnTo>
                <a:cubicBezTo>
                  <a:pt x="7786" y="119897"/>
                  <a:pt x="0" y="99969"/>
                  <a:pt x="0" y="78407"/>
                </a:cubicBezTo>
                <a:cubicBezTo>
                  <a:pt x="0" y="25482"/>
                  <a:pt x="46826" y="-17424"/>
                  <a:pt x="104543" y="-17424"/>
                </a:cubicBezTo>
                <a:cubicBezTo>
                  <a:pt x="162259" y="-17424"/>
                  <a:pt x="209085" y="25482"/>
                  <a:pt x="209085" y="78407"/>
                </a:cubicBezTo>
                <a:close/>
                <a:moveTo>
                  <a:pt x="209085" y="278780"/>
                </a:moveTo>
                <a:cubicBezTo>
                  <a:pt x="157849" y="278780"/>
                  <a:pt x="115215" y="244967"/>
                  <a:pt x="106285" y="200373"/>
                </a:cubicBezTo>
                <a:cubicBezTo>
                  <a:pt x="171624" y="199557"/>
                  <a:pt x="228415" y="153057"/>
                  <a:pt x="234677" y="90005"/>
                </a:cubicBezTo>
                <a:cubicBezTo>
                  <a:pt x="280033" y="100459"/>
                  <a:pt x="313628" y="138083"/>
                  <a:pt x="313628" y="182950"/>
                </a:cubicBezTo>
                <a:cubicBezTo>
                  <a:pt x="313628" y="204512"/>
                  <a:pt x="305842" y="224440"/>
                  <a:pt x="292720" y="240448"/>
                </a:cubicBezTo>
                <a:lnTo>
                  <a:pt x="312103" y="277038"/>
                </a:lnTo>
                <a:cubicBezTo>
                  <a:pt x="314771" y="282102"/>
                  <a:pt x="313846" y="288309"/>
                  <a:pt x="309817" y="292393"/>
                </a:cubicBezTo>
                <a:cubicBezTo>
                  <a:pt x="305787" y="296477"/>
                  <a:pt x="299526" y="297402"/>
                  <a:pt x="294462" y="294680"/>
                </a:cubicBezTo>
                <a:lnTo>
                  <a:pt x="250031" y="271158"/>
                </a:lnTo>
                <a:cubicBezTo>
                  <a:pt x="237453" y="276058"/>
                  <a:pt x="223623" y="278780"/>
                  <a:pt x="209085" y="27878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0" name="Text 18"/>
          <p:cNvSpPr/>
          <p:nvPr/>
        </p:nvSpPr>
        <p:spPr>
          <a:xfrm>
            <a:off x="4730847" y="4425640"/>
            <a:ext cx="1672683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7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Conversaciones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35493" y="4760177"/>
            <a:ext cx="1663390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1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Diálogos, instrucciones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76354" y="5656921"/>
            <a:ext cx="6161049" cy="1198756"/>
          </a:xfrm>
          <a:custGeom>
            <a:avLst/>
            <a:gdLst/>
            <a:ahLst/>
            <a:cxnLst/>
            <a:rect l="l" t="t" r="r" b="b"/>
            <a:pathLst>
              <a:path w="6161049" h="1198756">
                <a:moveTo>
                  <a:pt x="74347" y="0"/>
                </a:moveTo>
                <a:lnTo>
                  <a:pt x="6086702" y="0"/>
                </a:lnTo>
                <a:cubicBezTo>
                  <a:pt x="6127763" y="0"/>
                  <a:pt x="6161049" y="33286"/>
                  <a:pt x="6161049" y="74347"/>
                </a:cubicBezTo>
                <a:lnTo>
                  <a:pt x="6161049" y="1124409"/>
                </a:lnTo>
                <a:cubicBezTo>
                  <a:pt x="6161049" y="1165470"/>
                  <a:pt x="6127763" y="1198756"/>
                  <a:pt x="6086702" y="1198756"/>
                </a:cubicBezTo>
                <a:lnTo>
                  <a:pt x="74347" y="1198756"/>
                </a:lnTo>
                <a:cubicBezTo>
                  <a:pt x="33286" y="1198756"/>
                  <a:pt x="0" y="1165470"/>
                  <a:pt x="0" y="1124409"/>
                </a:cubicBezTo>
                <a:lnTo>
                  <a:pt x="0" y="74347"/>
                </a:lnTo>
                <a:cubicBezTo>
                  <a:pt x="0" y="33314"/>
                  <a:pt x="33314" y="0"/>
                  <a:pt x="74347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0085" y="5903177"/>
            <a:ext cx="167268" cy="167268"/>
          </a:xfrm>
          <a:custGeom>
            <a:avLst/>
            <a:gdLst/>
            <a:ahLst/>
            <a:cxnLst/>
            <a:rect l="l" t="t" r="r" b="b"/>
            <a:pathLst>
              <a:path w="167268" h="167268">
                <a:moveTo>
                  <a:pt x="83634" y="167268"/>
                </a:moveTo>
                <a:cubicBezTo>
                  <a:pt x="129793" y="167268"/>
                  <a:pt x="167268" y="129793"/>
                  <a:pt x="167268" y="83634"/>
                </a:cubicBezTo>
                <a:cubicBezTo>
                  <a:pt x="167268" y="37475"/>
                  <a:pt x="129793" y="0"/>
                  <a:pt x="83634" y="0"/>
                </a:cubicBezTo>
                <a:cubicBezTo>
                  <a:pt x="37475" y="0"/>
                  <a:pt x="0" y="37475"/>
                  <a:pt x="0" y="83634"/>
                </a:cubicBezTo>
                <a:cubicBezTo>
                  <a:pt x="0" y="129793"/>
                  <a:pt x="37475" y="167268"/>
                  <a:pt x="83634" y="167268"/>
                </a:cubicBezTo>
                <a:close/>
                <a:moveTo>
                  <a:pt x="73180" y="52271"/>
                </a:moveTo>
                <a:cubicBezTo>
                  <a:pt x="73180" y="46501"/>
                  <a:pt x="77864" y="41817"/>
                  <a:pt x="83634" y="41817"/>
                </a:cubicBezTo>
                <a:cubicBezTo>
                  <a:pt x="89404" y="41817"/>
                  <a:pt x="94088" y="46501"/>
                  <a:pt x="94088" y="52271"/>
                </a:cubicBezTo>
                <a:cubicBezTo>
                  <a:pt x="94088" y="58041"/>
                  <a:pt x="89404" y="62726"/>
                  <a:pt x="83634" y="62726"/>
                </a:cubicBezTo>
                <a:cubicBezTo>
                  <a:pt x="77864" y="62726"/>
                  <a:pt x="73180" y="58041"/>
                  <a:pt x="73180" y="52271"/>
                </a:cubicBezTo>
                <a:close/>
                <a:moveTo>
                  <a:pt x="70566" y="73180"/>
                </a:moveTo>
                <a:lnTo>
                  <a:pt x="86248" y="73180"/>
                </a:lnTo>
                <a:cubicBezTo>
                  <a:pt x="90593" y="73180"/>
                  <a:pt x="94088" y="76676"/>
                  <a:pt x="94088" y="81021"/>
                </a:cubicBezTo>
                <a:lnTo>
                  <a:pt x="94088" y="109770"/>
                </a:lnTo>
                <a:lnTo>
                  <a:pt x="96702" y="109770"/>
                </a:lnTo>
                <a:cubicBezTo>
                  <a:pt x="101047" y="109770"/>
                  <a:pt x="104543" y="113265"/>
                  <a:pt x="104543" y="117611"/>
                </a:cubicBezTo>
                <a:cubicBezTo>
                  <a:pt x="104543" y="121956"/>
                  <a:pt x="101047" y="125451"/>
                  <a:pt x="96702" y="125451"/>
                </a:cubicBezTo>
                <a:lnTo>
                  <a:pt x="70566" y="125451"/>
                </a:lnTo>
                <a:cubicBezTo>
                  <a:pt x="66221" y="125451"/>
                  <a:pt x="62726" y="121956"/>
                  <a:pt x="62726" y="117611"/>
                </a:cubicBezTo>
                <a:cubicBezTo>
                  <a:pt x="62726" y="113265"/>
                  <a:pt x="66221" y="109770"/>
                  <a:pt x="70566" y="109770"/>
                </a:cubicBezTo>
                <a:lnTo>
                  <a:pt x="78407" y="109770"/>
                </a:lnTo>
                <a:lnTo>
                  <a:pt x="78407" y="88861"/>
                </a:lnTo>
                <a:lnTo>
                  <a:pt x="70566" y="88861"/>
                </a:lnTo>
                <a:cubicBezTo>
                  <a:pt x="66221" y="88861"/>
                  <a:pt x="62726" y="85366"/>
                  <a:pt x="62726" y="81021"/>
                </a:cubicBezTo>
                <a:cubicBezTo>
                  <a:pt x="62726" y="76676"/>
                  <a:pt x="66221" y="73180"/>
                  <a:pt x="70566" y="7318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4" name="Text 22"/>
          <p:cNvSpPr/>
          <p:nvPr/>
        </p:nvSpPr>
        <p:spPr>
          <a:xfrm>
            <a:off x="834982" y="5847421"/>
            <a:ext cx="5595555" cy="817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17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Clave:</a:t>
            </a:r>
            <a:pPr>
              <a:lnSpc>
                <a:spcPct val="140000"/>
              </a:lnSpc>
            </a:pPr>
            <a:r>
              <a:rPr lang="en-US" sz="1317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La IA no "entiende" en el sentido humano, pero ha aprendido </a:t>
            </a:r>
            <a:pPr>
              <a:lnSpc>
                <a:spcPct val="140000"/>
              </a:lnSpc>
            </a:pPr>
            <a:r>
              <a:rPr lang="en-US" sz="1317" dirty="0">
                <a:solidFill>
                  <a:srgbClr val="5E8B7E"/>
                </a:solidFill>
                <a:highlight>
                  <a:srgbClr val="5E8B7E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patrones estadísticos masivos </a:t>
            </a:r>
            <a:pPr>
              <a:lnSpc>
                <a:spcPct val="140000"/>
              </a:lnSpc>
            </a:pPr>
            <a:r>
              <a:rPr lang="en-US" sz="1317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que le permiten generar respuestas coherentes y contextualmente apropiadas.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773495" y="1454305"/>
            <a:ext cx="5045927" cy="4283927"/>
          </a:xfrm>
          <a:custGeom>
            <a:avLst/>
            <a:gdLst/>
            <a:ahLst/>
            <a:cxnLst/>
            <a:rect l="l" t="t" r="r" b="b"/>
            <a:pathLst>
              <a:path w="5045927" h="4283927">
                <a:moveTo>
                  <a:pt x="74326" y="0"/>
                </a:moveTo>
                <a:lnTo>
                  <a:pt x="4971601" y="0"/>
                </a:lnTo>
                <a:cubicBezTo>
                  <a:pt x="5012650" y="0"/>
                  <a:pt x="5045927" y="33277"/>
                  <a:pt x="5045927" y="74326"/>
                </a:cubicBezTo>
                <a:lnTo>
                  <a:pt x="5045927" y="4209601"/>
                </a:lnTo>
                <a:cubicBezTo>
                  <a:pt x="5045927" y="4250650"/>
                  <a:pt x="5012650" y="4283927"/>
                  <a:pt x="4971601" y="4283927"/>
                </a:cubicBezTo>
                <a:lnTo>
                  <a:pt x="74326" y="4283927"/>
                </a:lnTo>
                <a:cubicBezTo>
                  <a:pt x="33277" y="4283927"/>
                  <a:pt x="0" y="4250650"/>
                  <a:pt x="0" y="4209601"/>
                </a:cubicBezTo>
                <a:lnTo>
                  <a:pt x="0" y="74326"/>
                </a:lnTo>
                <a:cubicBezTo>
                  <a:pt x="0" y="33277"/>
                  <a:pt x="33277" y="0"/>
                  <a:pt x="7432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29043" y="1719146"/>
            <a:ext cx="223024" cy="223024"/>
          </a:xfrm>
          <a:custGeom>
            <a:avLst/>
            <a:gdLst/>
            <a:ahLst/>
            <a:cxnLst/>
            <a:rect l="l" t="t" r="r" b="b"/>
            <a:pathLst>
              <a:path w="223024" h="223024">
                <a:moveTo>
                  <a:pt x="52271" y="24393"/>
                </a:moveTo>
                <a:cubicBezTo>
                  <a:pt x="52271" y="10933"/>
                  <a:pt x="63205" y="0"/>
                  <a:pt x="76665" y="0"/>
                </a:cubicBezTo>
                <a:lnTo>
                  <a:pt x="87119" y="0"/>
                </a:lnTo>
                <a:cubicBezTo>
                  <a:pt x="94829" y="0"/>
                  <a:pt x="101058" y="6229"/>
                  <a:pt x="101058" y="13939"/>
                </a:cubicBezTo>
                <a:lnTo>
                  <a:pt x="101058" y="209085"/>
                </a:lnTo>
                <a:cubicBezTo>
                  <a:pt x="101058" y="216795"/>
                  <a:pt x="94829" y="223024"/>
                  <a:pt x="87119" y="223024"/>
                </a:cubicBezTo>
                <a:lnTo>
                  <a:pt x="73180" y="223024"/>
                </a:lnTo>
                <a:cubicBezTo>
                  <a:pt x="60199" y="223024"/>
                  <a:pt x="49266" y="214138"/>
                  <a:pt x="46173" y="202116"/>
                </a:cubicBezTo>
                <a:cubicBezTo>
                  <a:pt x="45868" y="202116"/>
                  <a:pt x="45607" y="202116"/>
                  <a:pt x="45302" y="202116"/>
                </a:cubicBezTo>
                <a:cubicBezTo>
                  <a:pt x="26049" y="202116"/>
                  <a:pt x="10454" y="186522"/>
                  <a:pt x="10454" y="167268"/>
                </a:cubicBezTo>
                <a:cubicBezTo>
                  <a:pt x="10454" y="159428"/>
                  <a:pt x="13068" y="152197"/>
                  <a:pt x="17424" y="146360"/>
                </a:cubicBezTo>
                <a:cubicBezTo>
                  <a:pt x="8973" y="140000"/>
                  <a:pt x="3485" y="129894"/>
                  <a:pt x="3485" y="118482"/>
                </a:cubicBezTo>
                <a:cubicBezTo>
                  <a:pt x="3485" y="105022"/>
                  <a:pt x="11151" y="93304"/>
                  <a:pt x="22302" y="87511"/>
                </a:cubicBezTo>
                <a:cubicBezTo>
                  <a:pt x="19210" y="82284"/>
                  <a:pt x="17424" y="76185"/>
                  <a:pt x="17424" y="69695"/>
                </a:cubicBezTo>
                <a:cubicBezTo>
                  <a:pt x="17424" y="50442"/>
                  <a:pt x="33018" y="34848"/>
                  <a:pt x="52271" y="34848"/>
                </a:cubicBezTo>
                <a:lnTo>
                  <a:pt x="52271" y="24393"/>
                </a:lnTo>
                <a:close/>
                <a:moveTo>
                  <a:pt x="170753" y="24393"/>
                </a:moveTo>
                <a:lnTo>
                  <a:pt x="170753" y="34848"/>
                </a:lnTo>
                <a:cubicBezTo>
                  <a:pt x="190006" y="34848"/>
                  <a:pt x="205601" y="50442"/>
                  <a:pt x="205601" y="69695"/>
                </a:cubicBezTo>
                <a:cubicBezTo>
                  <a:pt x="205601" y="76229"/>
                  <a:pt x="203815" y="82327"/>
                  <a:pt x="200722" y="87511"/>
                </a:cubicBezTo>
                <a:cubicBezTo>
                  <a:pt x="211917" y="93304"/>
                  <a:pt x="219540" y="104978"/>
                  <a:pt x="219540" y="118482"/>
                </a:cubicBezTo>
                <a:cubicBezTo>
                  <a:pt x="219540" y="129894"/>
                  <a:pt x="214051" y="140000"/>
                  <a:pt x="205601" y="146360"/>
                </a:cubicBezTo>
                <a:cubicBezTo>
                  <a:pt x="209957" y="152197"/>
                  <a:pt x="212570" y="159428"/>
                  <a:pt x="212570" y="167268"/>
                </a:cubicBezTo>
                <a:cubicBezTo>
                  <a:pt x="212570" y="186522"/>
                  <a:pt x="196976" y="202116"/>
                  <a:pt x="177723" y="202116"/>
                </a:cubicBezTo>
                <a:cubicBezTo>
                  <a:pt x="177418" y="202116"/>
                  <a:pt x="177156" y="202116"/>
                  <a:pt x="176851" y="202116"/>
                </a:cubicBezTo>
                <a:cubicBezTo>
                  <a:pt x="173759" y="214138"/>
                  <a:pt x="162825" y="223024"/>
                  <a:pt x="149845" y="223024"/>
                </a:cubicBezTo>
                <a:lnTo>
                  <a:pt x="135905" y="223024"/>
                </a:lnTo>
                <a:cubicBezTo>
                  <a:pt x="128195" y="223024"/>
                  <a:pt x="121966" y="216795"/>
                  <a:pt x="121966" y="209085"/>
                </a:cubicBezTo>
                <a:lnTo>
                  <a:pt x="121966" y="13939"/>
                </a:lnTo>
                <a:cubicBezTo>
                  <a:pt x="121966" y="6229"/>
                  <a:pt x="128195" y="0"/>
                  <a:pt x="135905" y="0"/>
                </a:cubicBezTo>
                <a:lnTo>
                  <a:pt x="146360" y="0"/>
                </a:lnTo>
                <a:cubicBezTo>
                  <a:pt x="159820" y="0"/>
                  <a:pt x="170753" y="10933"/>
                  <a:pt x="170753" y="2439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7" name="Text 25"/>
          <p:cNvSpPr/>
          <p:nvPr/>
        </p:nvSpPr>
        <p:spPr>
          <a:xfrm>
            <a:off x="7279946" y="1681976"/>
            <a:ext cx="4423317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6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¿Qué Aprende la IA?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001165" y="2165195"/>
            <a:ext cx="371707" cy="371707"/>
          </a:xfrm>
          <a:custGeom>
            <a:avLst/>
            <a:gdLst/>
            <a:ahLst/>
            <a:cxnLst/>
            <a:rect l="l" t="t" r="r" b="b"/>
            <a:pathLst>
              <a:path w="371707" h="371707">
                <a:moveTo>
                  <a:pt x="185854" y="0"/>
                </a:moveTo>
                <a:lnTo>
                  <a:pt x="185854" y="0"/>
                </a:lnTo>
                <a:cubicBezTo>
                  <a:pt x="288498" y="0"/>
                  <a:pt x="371707" y="83210"/>
                  <a:pt x="371707" y="185854"/>
                </a:cubicBezTo>
                <a:lnTo>
                  <a:pt x="371707" y="185854"/>
                </a:lnTo>
                <a:cubicBezTo>
                  <a:pt x="371707" y="288498"/>
                  <a:pt x="288498" y="371707"/>
                  <a:pt x="185854" y="371707"/>
                </a:cubicBezTo>
                <a:lnTo>
                  <a:pt x="185854" y="371707"/>
                </a:lnTo>
                <a:cubicBezTo>
                  <a:pt x="83210" y="371707"/>
                  <a:pt x="0" y="288498"/>
                  <a:pt x="0" y="185854"/>
                </a:cubicBezTo>
                <a:lnTo>
                  <a:pt x="0" y="185854"/>
                </a:lnTo>
                <a:cubicBezTo>
                  <a:pt x="0" y="83210"/>
                  <a:pt x="83210" y="0"/>
                  <a:pt x="185854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9" name="Text 27"/>
          <p:cNvSpPr/>
          <p:nvPr/>
        </p:nvSpPr>
        <p:spPr>
          <a:xfrm>
            <a:off x="6963995" y="2165195"/>
            <a:ext cx="446049" cy="3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1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84385" y="2165195"/>
            <a:ext cx="4191000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Patrones de Lenguaje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484385" y="2462561"/>
            <a:ext cx="4181707" cy="48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1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Cómo se estructuran las frases, qué palabras suelen ir juntas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001165" y="3094463"/>
            <a:ext cx="371707" cy="371707"/>
          </a:xfrm>
          <a:custGeom>
            <a:avLst/>
            <a:gdLst/>
            <a:ahLst/>
            <a:cxnLst/>
            <a:rect l="l" t="t" r="r" b="b"/>
            <a:pathLst>
              <a:path w="371707" h="371707">
                <a:moveTo>
                  <a:pt x="185854" y="0"/>
                </a:moveTo>
                <a:lnTo>
                  <a:pt x="185854" y="0"/>
                </a:lnTo>
                <a:cubicBezTo>
                  <a:pt x="288498" y="0"/>
                  <a:pt x="371707" y="83210"/>
                  <a:pt x="371707" y="185854"/>
                </a:cubicBezTo>
                <a:lnTo>
                  <a:pt x="371707" y="185854"/>
                </a:lnTo>
                <a:cubicBezTo>
                  <a:pt x="371707" y="288498"/>
                  <a:pt x="288498" y="371707"/>
                  <a:pt x="185854" y="371707"/>
                </a:cubicBezTo>
                <a:lnTo>
                  <a:pt x="185854" y="371707"/>
                </a:lnTo>
                <a:cubicBezTo>
                  <a:pt x="83210" y="371707"/>
                  <a:pt x="0" y="288498"/>
                  <a:pt x="0" y="185854"/>
                </a:cubicBezTo>
                <a:lnTo>
                  <a:pt x="0" y="185854"/>
                </a:lnTo>
                <a:cubicBezTo>
                  <a:pt x="0" y="83210"/>
                  <a:pt x="83210" y="0"/>
                  <a:pt x="185854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3" name="Text 31"/>
          <p:cNvSpPr/>
          <p:nvPr/>
        </p:nvSpPr>
        <p:spPr>
          <a:xfrm>
            <a:off x="6963995" y="3094463"/>
            <a:ext cx="446049" cy="3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1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484385" y="3094463"/>
            <a:ext cx="2982951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Relaciones Semánticas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484385" y="3391829"/>
            <a:ext cx="2973659" cy="24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1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Qué conceptos están relacionados entre sí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001165" y="3782122"/>
            <a:ext cx="371707" cy="371707"/>
          </a:xfrm>
          <a:custGeom>
            <a:avLst/>
            <a:gdLst/>
            <a:ahLst/>
            <a:cxnLst/>
            <a:rect l="l" t="t" r="r" b="b"/>
            <a:pathLst>
              <a:path w="371707" h="371707">
                <a:moveTo>
                  <a:pt x="185854" y="0"/>
                </a:moveTo>
                <a:lnTo>
                  <a:pt x="185854" y="0"/>
                </a:lnTo>
                <a:cubicBezTo>
                  <a:pt x="288498" y="0"/>
                  <a:pt x="371707" y="83210"/>
                  <a:pt x="371707" y="185854"/>
                </a:cubicBezTo>
                <a:lnTo>
                  <a:pt x="371707" y="185854"/>
                </a:lnTo>
                <a:cubicBezTo>
                  <a:pt x="371707" y="288498"/>
                  <a:pt x="288498" y="371707"/>
                  <a:pt x="185854" y="371707"/>
                </a:cubicBezTo>
                <a:lnTo>
                  <a:pt x="185854" y="371707"/>
                </a:lnTo>
                <a:cubicBezTo>
                  <a:pt x="83210" y="371707"/>
                  <a:pt x="0" y="288498"/>
                  <a:pt x="0" y="185854"/>
                </a:cubicBezTo>
                <a:lnTo>
                  <a:pt x="0" y="185854"/>
                </a:lnTo>
                <a:cubicBezTo>
                  <a:pt x="0" y="83210"/>
                  <a:pt x="83210" y="0"/>
                  <a:pt x="185854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7" name="Text 35"/>
          <p:cNvSpPr/>
          <p:nvPr/>
        </p:nvSpPr>
        <p:spPr>
          <a:xfrm>
            <a:off x="6963995" y="3782122"/>
            <a:ext cx="446049" cy="3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1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484385" y="3782122"/>
            <a:ext cx="3744951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Contexto y Flujo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484385" y="4079488"/>
            <a:ext cx="3735659" cy="24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1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Cómo mantener coherencia en conversaciones largas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001165" y="4469780"/>
            <a:ext cx="371707" cy="371707"/>
          </a:xfrm>
          <a:custGeom>
            <a:avLst/>
            <a:gdLst/>
            <a:ahLst/>
            <a:cxnLst/>
            <a:rect l="l" t="t" r="r" b="b"/>
            <a:pathLst>
              <a:path w="371707" h="371707">
                <a:moveTo>
                  <a:pt x="185854" y="0"/>
                </a:moveTo>
                <a:lnTo>
                  <a:pt x="185854" y="0"/>
                </a:lnTo>
                <a:cubicBezTo>
                  <a:pt x="288498" y="0"/>
                  <a:pt x="371707" y="83210"/>
                  <a:pt x="371707" y="185854"/>
                </a:cubicBezTo>
                <a:lnTo>
                  <a:pt x="371707" y="185854"/>
                </a:lnTo>
                <a:cubicBezTo>
                  <a:pt x="371707" y="288498"/>
                  <a:pt x="288498" y="371707"/>
                  <a:pt x="185854" y="371707"/>
                </a:cubicBezTo>
                <a:lnTo>
                  <a:pt x="185854" y="371707"/>
                </a:lnTo>
                <a:cubicBezTo>
                  <a:pt x="83210" y="371707"/>
                  <a:pt x="0" y="288498"/>
                  <a:pt x="0" y="185854"/>
                </a:cubicBezTo>
                <a:lnTo>
                  <a:pt x="0" y="185854"/>
                </a:lnTo>
                <a:cubicBezTo>
                  <a:pt x="0" y="83210"/>
                  <a:pt x="83210" y="0"/>
                  <a:pt x="185854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1" name="Text 39"/>
          <p:cNvSpPr/>
          <p:nvPr/>
        </p:nvSpPr>
        <p:spPr>
          <a:xfrm>
            <a:off x="6963995" y="4469780"/>
            <a:ext cx="446049" cy="3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1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484385" y="4469780"/>
            <a:ext cx="3810000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Estilo y Tono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484385" y="4767146"/>
            <a:ext cx="3800707" cy="24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1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Diferentes formas de expresar ideas según el contexto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773495" y="5928732"/>
            <a:ext cx="5045927" cy="929268"/>
          </a:xfrm>
          <a:custGeom>
            <a:avLst/>
            <a:gdLst/>
            <a:ahLst/>
            <a:cxnLst/>
            <a:rect l="l" t="t" r="r" b="b"/>
            <a:pathLst>
              <a:path w="5045927" h="929268">
                <a:moveTo>
                  <a:pt x="74341" y="0"/>
                </a:moveTo>
                <a:lnTo>
                  <a:pt x="4971585" y="0"/>
                </a:lnTo>
                <a:cubicBezTo>
                  <a:pt x="5012643" y="0"/>
                  <a:pt x="5045927" y="33284"/>
                  <a:pt x="5045927" y="74341"/>
                </a:cubicBezTo>
                <a:lnTo>
                  <a:pt x="5045927" y="854927"/>
                </a:lnTo>
                <a:cubicBezTo>
                  <a:pt x="5045927" y="895984"/>
                  <a:pt x="5012643" y="929268"/>
                  <a:pt x="4971585" y="929268"/>
                </a:cubicBezTo>
                <a:lnTo>
                  <a:pt x="74341" y="929268"/>
                </a:lnTo>
                <a:cubicBezTo>
                  <a:pt x="33284" y="929268"/>
                  <a:pt x="0" y="895984"/>
                  <a:pt x="0" y="854927"/>
                </a:cubicBezTo>
                <a:lnTo>
                  <a:pt x="0" y="74341"/>
                </a:lnTo>
                <a:cubicBezTo>
                  <a:pt x="0" y="33284"/>
                  <a:pt x="33284" y="0"/>
                  <a:pt x="7434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73287" y="6279530"/>
            <a:ext cx="195146" cy="223024"/>
          </a:xfrm>
          <a:custGeom>
            <a:avLst/>
            <a:gdLst/>
            <a:ahLst/>
            <a:cxnLst/>
            <a:rect l="l" t="t" r="r" b="b"/>
            <a:pathLst>
              <a:path w="195146" h="223024">
                <a:moveTo>
                  <a:pt x="0" y="94088"/>
                </a:moveTo>
                <a:cubicBezTo>
                  <a:pt x="0" y="65208"/>
                  <a:pt x="23391" y="41817"/>
                  <a:pt x="52271" y="41817"/>
                </a:cubicBezTo>
                <a:lnTo>
                  <a:pt x="55756" y="41817"/>
                </a:lnTo>
                <a:cubicBezTo>
                  <a:pt x="63466" y="41817"/>
                  <a:pt x="69695" y="48046"/>
                  <a:pt x="69695" y="55756"/>
                </a:cubicBezTo>
                <a:cubicBezTo>
                  <a:pt x="69695" y="63466"/>
                  <a:pt x="63466" y="69695"/>
                  <a:pt x="55756" y="69695"/>
                </a:cubicBezTo>
                <a:lnTo>
                  <a:pt x="52271" y="69695"/>
                </a:lnTo>
                <a:cubicBezTo>
                  <a:pt x="38811" y="69695"/>
                  <a:pt x="27878" y="80629"/>
                  <a:pt x="27878" y="94088"/>
                </a:cubicBezTo>
                <a:lnTo>
                  <a:pt x="27878" y="97573"/>
                </a:lnTo>
                <a:lnTo>
                  <a:pt x="55756" y="97573"/>
                </a:lnTo>
                <a:cubicBezTo>
                  <a:pt x="71133" y="97573"/>
                  <a:pt x="83634" y="110075"/>
                  <a:pt x="83634" y="125451"/>
                </a:cubicBezTo>
                <a:lnTo>
                  <a:pt x="83634" y="153329"/>
                </a:lnTo>
                <a:cubicBezTo>
                  <a:pt x="83634" y="168706"/>
                  <a:pt x="71133" y="181207"/>
                  <a:pt x="55756" y="181207"/>
                </a:cubicBezTo>
                <a:lnTo>
                  <a:pt x="27878" y="181207"/>
                </a:lnTo>
                <a:cubicBezTo>
                  <a:pt x="12502" y="181207"/>
                  <a:pt x="0" y="168706"/>
                  <a:pt x="0" y="153329"/>
                </a:cubicBezTo>
                <a:lnTo>
                  <a:pt x="0" y="94088"/>
                </a:lnTo>
                <a:close/>
                <a:moveTo>
                  <a:pt x="111512" y="94088"/>
                </a:moveTo>
                <a:cubicBezTo>
                  <a:pt x="111512" y="65208"/>
                  <a:pt x="134904" y="41817"/>
                  <a:pt x="163784" y="41817"/>
                </a:cubicBezTo>
                <a:lnTo>
                  <a:pt x="167268" y="41817"/>
                </a:lnTo>
                <a:cubicBezTo>
                  <a:pt x="174978" y="41817"/>
                  <a:pt x="181207" y="48046"/>
                  <a:pt x="181207" y="55756"/>
                </a:cubicBezTo>
                <a:cubicBezTo>
                  <a:pt x="181207" y="63466"/>
                  <a:pt x="174978" y="69695"/>
                  <a:pt x="167268" y="69695"/>
                </a:cubicBezTo>
                <a:lnTo>
                  <a:pt x="163784" y="69695"/>
                </a:lnTo>
                <a:cubicBezTo>
                  <a:pt x="150324" y="69695"/>
                  <a:pt x="139390" y="80629"/>
                  <a:pt x="139390" y="94088"/>
                </a:cubicBezTo>
                <a:lnTo>
                  <a:pt x="139390" y="97573"/>
                </a:lnTo>
                <a:lnTo>
                  <a:pt x="167268" y="97573"/>
                </a:lnTo>
                <a:cubicBezTo>
                  <a:pt x="182645" y="97573"/>
                  <a:pt x="195146" y="110075"/>
                  <a:pt x="195146" y="125451"/>
                </a:cubicBezTo>
                <a:lnTo>
                  <a:pt x="195146" y="153329"/>
                </a:lnTo>
                <a:cubicBezTo>
                  <a:pt x="195146" y="168706"/>
                  <a:pt x="182645" y="181207"/>
                  <a:pt x="167268" y="181207"/>
                </a:cubicBezTo>
                <a:lnTo>
                  <a:pt x="139390" y="181207"/>
                </a:lnTo>
                <a:cubicBezTo>
                  <a:pt x="124014" y="181207"/>
                  <a:pt x="111512" y="168706"/>
                  <a:pt x="111512" y="153329"/>
                </a:cubicBezTo>
                <a:lnTo>
                  <a:pt x="111512" y="94088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6" name="Text 44"/>
          <p:cNvSpPr/>
          <p:nvPr/>
        </p:nvSpPr>
        <p:spPr>
          <a:xfrm>
            <a:off x="7291126" y="6119232"/>
            <a:ext cx="4414024" cy="548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17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IA es un imitador estadístico masivo, no un comprendedor consciente.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452" y="355452"/>
            <a:ext cx="1155218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spc="56" kern="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PASO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5452" y="639813"/>
            <a:ext cx="11694367" cy="426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59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Tokenización: Cortar el Texto en Pedacitos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3224" y="1279627"/>
            <a:ext cx="5616140" cy="2825843"/>
          </a:xfrm>
          <a:custGeom>
            <a:avLst/>
            <a:gdLst/>
            <a:ahLst/>
            <a:cxnLst/>
            <a:rect l="l" t="t" r="r" b="b"/>
            <a:pathLst>
              <a:path w="5616140" h="2825843">
                <a:moveTo>
                  <a:pt x="35545" y="0"/>
                </a:moveTo>
                <a:lnTo>
                  <a:pt x="5545042" y="0"/>
                </a:lnTo>
                <a:cubicBezTo>
                  <a:pt x="5584308" y="0"/>
                  <a:pt x="5616140" y="31832"/>
                  <a:pt x="5616140" y="71098"/>
                </a:cubicBezTo>
                <a:lnTo>
                  <a:pt x="5616140" y="2754744"/>
                </a:lnTo>
                <a:cubicBezTo>
                  <a:pt x="5616140" y="2794011"/>
                  <a:pt x="5584308" y="2825843"/>
                  <a:pt x="5545042" y="2825843"/>
                </a:cubicBezTo>
                <a:lnTo>
                  <a:pt x="35545" y="2825843"/>
                </a:lnTo>
                <a:cubicBezTo>
                  <a:pt x="15914" y="2825843"/>
                  <a:pt x="0" y="2809928"/>
                  <a:pt x="0" y="2790297"/>
                </a:cubicBezTo>
                <a:lnTo>
                  <a:pt x="0" y="35545"/>
                </a:lnTo>
                <a:cubicBezTo>
                  <a:pt x="0" y="15914"/>
                  <a:pt x="15914" y="0"/>
                  <a:pt x="35545" y="0"/>
                </a:cubicBezTo>
                <a:close/>
              </a:path>
            </a:pathLst>
          </a:custGeom>
          <a:solidFill>
            <a:srgbClr val="4A6D8C">
              <a:alpha val="14902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3224" y="1279627"/>
            <a:ext cx="35545" cy="2825843"/>
          </a:xfrm>
          <a:custGeom>
            <a:avLst/>
            <a:gdLst/>
            <a:ahLst/>
            <a:cxnLst/>
            <a:rect l="l" t="t" r="r" b="b"/>
            <a:pathLst>
              <a:path w="35545" h="2825843">
                <a:moveTo>
                  <a:pt x="35545" y="0"/>
                </a:moveTo>
                <a:lnTo>
                  <a:pt x="35545" y="0"/>
                </a:lnTo>
                <a:lnTo>
                  <a:pt x="35545" y="2825843"/>
                </a:lnTo>
                <a:lnTo>
                  <a:pt x="35545" y="2825843"/>
                </a:lnTo>
                <a:cubicBezTo>
                  <a:pt x="15914" y="2825843"/>
                  <a:pt x="0" y="2809928"/>
                  <a:pt x="0" y="2790297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" name="Shape 4"/>
          <p:cNvSpPr/>
          <p:nvPr/>
        </p:nvSpPr>
        <p:spPr>
          <a:xfrm>
            <a:off x="630927" y="1528443"/>
            <a:ext cx="213271" cy="213271"/>
          </a:xfrm>
          <a:custGeom>
            <a:avLst/>
            <a:gdLst/>
            <a:ahLst/>
            <a:cxnLst/>
            <a:rect l="l" t="t" r="r" b="b"/>
            <a:pathLst>
              <a:path w="213271" h="213271">
                <a:moveTo>
                  <a:pt x="79977" y="106636"/>
                </a:moveTo>
                <a:lnTo>
                  <a:pt x="63523" y="123089"/>
                </a:lnTo>
                <a:cubicBezTo>
                  <a:pt x="58275" y="121048"/>
                  <a:pt x="52610" y="119965"/>
                  <a:pt x="46653" y="119965"/>
                </a:cubicBezTo>
                <a:cubicBezTo>
                  <a:pt x="20869" y="119965"/>
                  <a:pt x="0" y="140834"/>
                  <a:pt x="0" y="166618"/>
                </a:cubicBezTo>
                <a:cubicBezTo>
                  <a:pt x="0" y="192402"/>
                  <a:pt x="20869" y="213271"/>
                  <a:pt x="46653" y="213271"/>
                </a:cubicBezTo>
                <a:cubicBezTo>
                  <a:pt x="72437" y="213271"/>
                  <a:pt x="93306" y="192402"/>
                  <a:pt x="93306" y="166618"/>
                </a:cubicBezTo>
                <a:cubicBezTo>
                  <a:pt x="93306" y="160661"/>
                  <a:pt x="92181" y="154996"/>
                  <a:pt x="90182" y="149748"/>
                </a:cubicBezTo>
                <a:lnTo>
                  <a:pt x="207939" y="31991"/>
                </a:lnTo>
                <a:cubicBezTo>
                  <a:pt x="210897" y="29033"/>
                  <a:pt x="210897" y="24285"/>
                  <a:pt x="207939" y="21327"/>
                </a:cubicBezTo>
                <a:cubicBezTo>
                  <a:pt x="196151" y="9539"/>
                  <a:pt x="177073" y="9539"/>
                  <a:pt x="165285" y="21327"/>
                </a:cubicBezTo>
                <a:lnTo>
                  <a:pt x="106636" y="79977"/>
                </a:lnTo>
                <a:lnTo>
                  <a:pt x="90182" y="63523"/>
                </a:lnTo>
                <a:cubicBezTo>
                  <a:pt x="92223" y="58275"/>
                  <a:pt x="93306" y="52610"/>
                  <a:pt x="93306" y="46653"/>
                </a:cubicBezTo>
                <a:cubicBezTo>
                  <a:pt x="93306" y="20869"/>
                  <a:pt x="72437" y="0"/>
                  <a:pt x="46653" y="0"/>
                </a:cubicBezTo>
                <a:cubicBezTo>
                  <a:pt x="20869" y="0"/>
                  <a:pt x="0" y="20869"/>
                  <a:pt x="0" y="46653"/>
                </a:cubicBezTo>
                <a:cubicBezTo>
                  <a:pt x="0" y="72437"/>
                  <a:pt x="20869" y="93306"/>
                  <a:pt x="46653" y="93306"/>
                </a:cubicBezTo>
                <a:cubicBezTo>
                  <a:pt x="52610" y="93306"/>
                  <a:pt x="58275" y="92181"/>
                  <a:pt x="63523" y="90182"/>
                </a:cubicBezTo>
                <a:lnTo>
                  <a:pt x="79977" y="106636"/>
                </a:lnTo>
                <a:close/>
                <a:moveTo>
                  <a:pt x="120756" y="147415"/>
                </a:moveTo>
                <a:lnTo>
                  <a:pt x="165285" y="191944"/>
                </a:lnTo>
                <a:cubicBezTo>
                  <a:pt x="177073" y="203732"/>
                  <a:pt x="196151" y="203732"/>
                  <a:pt x="207939" y="191944"/>
                </a:cubicBezTo>
                <a:cubicBezTo>
                  <a:pt x="210897" y="188987"/>
                  <a:pt x="210897" y="184238"/>
                  <a:pt x="207939" y="181280"/>
                </a:cubicBezTo>
                <a:lnTo>
                  <a:pt x="147415" y="120756"/>
                </a:lnTo>
                <a:lnTo>
                  <a:pt x="120756" y="147415"/>
                </a:lnTo>
                <a:close/>
                <a:moveTo>
                  <a:pt x="26659" y="46653"/>
                </a:moveTo>
                <a:cubicBezTo>
                  <a:pt x="26659" y="35618"/>
                  <a:pt x="35618" y="26659"/>
                  <a:pt x="46653" y="26659"/>
                </a:cubicBezTo>
                <a:cubicBezTo>
                  <a:pt x="57688" y="26659"/>
                  <a:pt x="66647" y="35618"/>
                  <a:pt x="66647" y="46653"/>
                </a:cubicBezTo>
                <a:cubicBezTo>
                  <a:pt x="66647" y="57688"/>
                  <a:pt x="57688" y="66647"/>
                  <a:pt x="46653" y="66647"/>
                </a:cubicBezTo>
                <a:cubicBezTo>
                  <a:pt x="35618" y="66647"/>
                  <a:pt x="26659" y="57688"/>
                  <a:pt x="26659" y="46653"/>
                </a:cubicBezTo>
                <a:close/>
                <a:moveTo>
                  <a:pt x="46653" y="146624"/>
                </a:moveTo>
                <a:cubicBezTo>
                  <a:pt x="57688" y="146624"/>
                  <a:pt x="66647" y="155583"/>
                  <a:pt x="66647" y="166618"/>
                </a:cubicBezTo>
                <a:cubicBezTo>
                  <a:pt x="66647" y="177653"/>
                  <a:pt x="57688" y="186612"/>
                  <a:pt x="46653" y="186612"/>
                </a:cubicBezTo>
                <a:cubicBezTo>
                  <a:pt x="35618" y="186612"/>
                  <a:pt x="26659" y="177653"/>
                  <a:pt x="26659" y="166618"/>
                </a:cubicBezTo>
                <a:cubicBezTo>
                  <a:pt x="26659" y="155583"/>
                  <a:pt x="35618" y="146624"/>
                  <a:pt x="46653" y="14662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Text 5"/>
          <p:cNvSpPr/>
          <p:nvPr/>
        </p:nvSpPr>
        <p:spPr>
          <a:xfrm>
            <a:off x="870857" y="1492898"/>
            <a:ext cx="5011872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9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¿Qué es la Tokenización?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4268" y="1919440"/>
            <a:ext cx="5251802" cy="781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9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Todo empieza convirtiendo tu prompt en </a:t>
            </a:r>
            <a:pPr>
              <a:lnSpc>
                <a:spcPct val="140000"/>
              </a:lnSpc>
            </a:pPr>
            <a:r>
              <a:rPr lang="en-US" sz="1259" dirty="0">
                <a:solidFill>
                  <a:srgbClr val="5E8B7E"/>
                </a:solidFill>
                <a:highlight>
                  <a:srgbClr val="5E8B7E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"palabras" que la máquina entiende </a:t>
            </a:r>
            <a:pPr>
              <a:lnSpc>
                <a:spcPct val="140000"/>
              </a:lnSpc>
            </a:pPr>
            <a:r>
              <a:rPr lang="en-US" sz="1259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Pero no son palabras completas: son </a:t>
            </a:r>
            <a:pPr>
              <a:lnSpc>
                <a:spcPct val="140000"/>
              </a:lnSpc>
            </a:pPr>
            <a:r>
              <a:rPr lang="en-US" sz="1259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tokens</a:t>
            </a:r>
            <a:pPr>
              <a:lnSpc>
                <a:spcPct val="140000"/>
              </a:lnSpc>
            </a:pPr>
            <a:r>
              <a:rPr lang="en-US" sz="1259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(trozos de 3-4 letras en promedio).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8711" y="2845837"/>
            <a:ext cx="5162939" cy="1039697"/>
          </a:xfrm>
          <a:custGeom>
            <a:avLst/>
            <a:gdLst/>
            <a:ahLst/>
            <a:cxnLst/>
            <a:rect l="l" t="t" r="r" b="b"/>
            <a:pathLst>
              <a:path w="5162939" h="1039697">
                <a:moveTo>
                  <a:pt x="71094" y="0"/>
                </a:moveTo>
                <a:lnTo>
                  <a:pt x="5091844" y="0"/>
                </a:lnTo>
                <a:cubicBezTo>
                  <a:pt x="5131109" y="0"/>
                  <a:pt x="5162939" y="31830"/>
                  <a:pt x="5162939" y="71094"/>
                </a:cubicBezTo>
                <a:lnTo>
                  <a:pt x="5162939" y="968602"/>
                </a:lnTo>
                <a:cubicBezTo>
                  <a:pt x="5162939" y="1007867"/>
                  <a:pt x="5131109" y="1039697"/>
                  <a:pt x="5091844" y="1039697"/>
                </a:cubicBezTo>
                <a:lnTo>
                  <a:pt x="71094" y="1039697"/>
                </a:lnTo>
                <a:cubicBezTo>
                  <a:pt x="31830" y="1039697"/>
                  <a:pt x="0" y="1007867"/>
                  <a:pt x="0" y="968602"/>
                </a:cubicBezTo>
                <a:lnTo>
                  <a:pt x="0" y="71094"/>
                </a:lnTo>
                <a:cubicBezTo>
                  <a:pt x="0" y="31856"/>
                  <a:pt x="31856" y="0"/>
                  <a:pt x="71094" y="0"/>
                </a:cubicBezTo>
                <a:close/>
              </a:path>
            </a:pathLst>
          </a:custGeom>
          <a:solidFill>
            <a:srgbClr val="1A1D23"/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5335" y="3001347"/>
            <a:ext cx="666056" cy="195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Analogía: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5335" y="3276822"/>
            <a:ext cx="4940781" cy="462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 como si el idioma fuera </a:t>
            </a:r>
            <a:pPr>
              <a:lnSpc>
                <a:spcPct val="140000"/>
              </a:lnSpc>
            </a:pPr>
            <a:r>
              <a:rPr lang="en-US" sz="112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Lego</a:t>
            </a:r>
            <a:pPr>
              <a:lnSpc>
                <a:spcPct val="140000"/>
              </a:lnSpc>
            </a:pPr>
            <a:r>
              <a:rPr lang="en-US" sz="112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El modelo no ve frases enteras, ve piezas pequeñas de Lego que puede volver a unir de mil formas.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9895" y="4285417"/>
            <a:ext cx="5625026" cy="2568140"/>
          </a:xfrm>
          <a:custGeom>
            <a:avLst/>
            <a:gdLst/>
            <a:ahLst/>
            <a:cxnLst/>
            <a:rect l="l" t="t" r="r" b="b"/>
            <a:pathLst>
              <a:path w="5625026" h="2568140">
                <a:moveTo>
                  <a:pt x="71086" y="0"/>
                </a:moveTo>
                <a:lnTo>
                  <a:pt x="5553940" y="0"/>
                </a:lnTo>
                <a:cubicBezTo>
                  <a:pt x="5593174" y="0"/>
                  <a:pt x="5625026" y="31853"/>
                  <a:pt x="5625026" y="71086"/>
                </a:cubicBezTo>
                <a:lnTo>
                  <a:pt x="5625026" y="2497054"/>
                </a:lnTo>
                <a:cubicBezTo>
                  <a:pt x="5625026" y="2536314"/>
                  <a:pt x="5593200" y="2568140"/>
                  <a:pt x="5553940" y="2568140"/>
                </a:cubicBezTo>
                <a:lnTo>
                  <a:pt x="71086" y="2568140"/>
                </a:lnTo>
                <a:cubicBezTo>
                  <a:pt x="31853" y="2568140"/>
                  <a:pt x="0" y="2536287"/>
                  <a:pt x="0" y="2497054"/>
                </a:cubicBezTo>
                <a:lnTo>
                  <a:pt x="0" y="71086"/>
                </a:lnTo>
                <a:cubicBezTo>
                  <a:pt x="0" y="31853"/>
                  <a:pt x="31853" y="0"/>
                  <a:pt x="7108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9825" y="4538676"/>
            <a:ext cx="177726" cy="177726"/>
          </a:xfrm>
          <a:custGeom>
            <a:avLst/>
            <a:gdLst/>
            <a:ahLst/>
            <a:cxnLst/>
            <a:rect l="l" t="t" r="r" b="b"/>
            <a:pathLst>
              <a:path w="177726" h="177726">
                <a:moveTo>
                  <a:pt x="22216" y="22216"/>
                </a:moveTo>
                <a:cubicBezTo>
                  <a:pt x="22216" y="16072"/>
                  <a:pt x="17252" y="11108"/>
                  <a:pt x="11108" y="11108"/>
                </a:cubicBezTo>
                <a:cubicBezTo>
                  <a:pt x="4964" y="11108"/>
                  <a:pt x="0" y="16072"/>
                  <a:pt x="0" y="22216"/>
                </a:cubicBezTo>
                <a:lnTo>
                  <a:pt x="0" y="138848"/>
                </a:lnTo>
                <a:cubicBezTo>
                  <a:pt x="0" y="154191"/>
                  <a:pt x="12427" y="166618"/>
                  <a:pt x="27770" y="166618"/>
                </a:cubicBezTo>
                <a:lnTo>
                  <a:pt x="166618" y="166618"/>
                </a:lnTo>
                <a:cubicBezTo>
                  <a:pt x="172762" y="166618"/>
                  <a:pt x="177726" y="161654"/>
                  <a:pt x="177726" y="155510"/>
                </a:cubicBezTo>
                <a:cubicBezTo>
                  <a:pt x="177726" y="149366"/>
                  <a:pt x="172762" y="144402"/>
                  <a:pt x="166618" y="144402"/>
                </a:cubicBezTo>
                <a:lnTo>
                  <a:pt x="27770" y="144402"/>
                </a:lnTo>
                <a:cubicBezTo>
                  <a:pt x="24715" y="144402"/>
                  <a:pt x="22216" y="141903"/>
                  <a:pt x="22216" y="138848"/>
                </a:cubicBezTo>
                <a:lnTo>
                  <a:pt x="22216" y="22216"/>
                </a:lnTo>
                <a:close/>
                <a:moveTo>
                  <a:pt x="163355" y="52276"/>
                </a:moveTo>
                <a:cubicBezTo>
                  <a:pt x="167694" y="47937"/>
                  <a:pt x="167694" y="40891"/>
                  <a:pt x="163355" y="36552"/>
                </a:cubicBezTo>
                <a:cubicBezTo>
                  <a:pt x="159016" y="32213"/>
                  <a:pt x="151970" y="32213"/>
                  <a:pt x="147631" y="36552"/>
                </a:cubicBezTo>
                <a:lnTo>
                  <a:pt x="111079" y="73138"/>
                </a:lnTo>
                <a:lnTo>
                  <a:pt x="91154" y="53248"/>
                </a:lnTo>
                <a:cubicBezTo>
                  <a:pt x="86815" y="48909"/>
                  <a:pt x="79768" y="48909"/>
                  <a:pt x="75429" y="53248"/>
                </a:cubicBezTo>
                <a:lnTo>
                  <a:pt x="42106" y="86572"/>
                </a:lnTo>
                <a:cubicBezTo>
                  <a:pt x="37767" y="90911"/>
                  <a:pt x="37767" y="97958"/>
                  <a:pt x="42106" y="102297"/>
                </a:cubicBezTo>
                <a:cubicBezTo>
                  <a:pt x="46445" y="106636"/>
                  <a:pt x="53491" y="106636"/>
                  <a:pt x="57830" y="102297"/>
                </a:cubicBezTo>
                <a:lnTo>
                  <a:pt x="83309" y="76818"/>
                </a:lnTo>
                <a:lnTo>
                  <a:pt x="103234" y="96743"/>
                </a:lnTo>
                <a:cubicBezTo>
                  <a:pt x="107573" y="101082"/>
                  <a:pt x="114619" y="101082"/>
                  <a:pt x="118958" y="96743"/>
                </a:cubicBezTo>
                <a:lnTo>
                  <a:pt x="163390" y="52311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4" name="Text 12"/>
          <p:cNvSpPr/>
          <p:nvPr/>
        </p:nvSpPr>
        <p:spPr>
          <a:xfrm>
            <a:off x="799767" y="4503131"/>
            <a:ext cx="5056303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¿Por Qué Importa?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7609" y="4894128"/>
            <a:ext cx="5260688" cy="462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Cuanto más eficiente sea la tokenización → más texto cabe en la </a:t>
            </a:r>
            <a:pPr>
              <a:lnSpc>
                <a:spcPct val="140000"/>
              </a:lnSpc>
            </a:pPr>
            <a:r>
              <a:rPr lang="en-US" sz="1120" dirty="0">
                <a:solidFill>
                  <a:srgbClr val="5E8B7E"/>
                </a:solidFill>
                <a:highlight>
                  <a:srgbClr val="5E8B7E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"memoria" del modelo </a:t>
            </a:r>
            <a:pPr>
              <a:lnSpc>
                <a:spcPct val="140000"/>
              </a:lnSpc>
            </a:pPr>
            <a:r>
              <a:rPr lang="en-US" sz="112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(ventana de contexto).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7609" y="5498397"/>
            <a:ext cx="2523708" cy="1137446"/>
          </a:xfrm>
          <a:custGeom>
            <a:avLst/>
            <a:gdLst/>
            <a:ahLst/>
            <a:cxnLst/>
            <a:rect l="l" t="t" r="r" b="b"/>
            <a:pathLst>
              <a:path w="2523708" h="1137446">
                <a:moveTo>
                  <a:pt x="71090" y="0"/>
                </a:moveTo>
                <a:lnTo>
                  <a:pt x="2452618" y="0"/>
                </a:lnTo>
                <a:cubicBezTo>
                  <a:pt x="2491880" y="0"/>
                  <a:pt x="2523708" y="31828"/>
                  <a:pt x="2523708" y="71090"/>
                </a:cubicBezTo>
                <a:lnTo>
                  <a:pt x="2523708" y="1066356"/>
                </a:lnTo>
                <a:cubicBezTo>
                  <a:pt x="2523708" y="1105618"/>
                  <a:pt x="2491880" y="1137446"/>
                  <a:pt x="2452618" y="1137446"/>
                </a:cubicBezTo>
                <a:lnTo>
                  <a:pt x="71090" y="1137446"/>
                </a:lnTo>
                <a:cubicBezTo>
                  <a:pt x="31828" y="1137446"/>
                  <a:pt x="0" y="1105618"/>
                  <a:pt x="0" y="1066356"/>
                </a:cubicBezTo>
                <a:lnTo>
                  <a:pt x="0" y="71090"/>
                </a:lnTo>
                <a:cubicBezTo>
                  <a:pt x="0" y="31855"/>
                  <a:pt x="31855" y="0"/>
                  <a:pt x="71090" y="0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17" name="Text 15"/>
          <p:cNvSpPr/>
          <p:nvPr/>
        </p:nvSpPr>
        <p:spPr>
          <a:xfrm>
            <a:off x="639813" y="5640577"/>
            <a:ext cx="2399300" cy="355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19" b="1" dirty="0">
                <a:solidFill>
                  <a:srgbClr val="5E8B7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4K-128K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4245" y="6067120"/>
            <a:ext cx="2310437" cy="426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Tokens de contexto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2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 modelos modernos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44470" y="5498397"/>
            <a:ext cx="2523708" cy="1137446"/>
          </a:xfrm>
          <a:custGeom>
            <a:avLst/>
            <a:gdLst/>
            <a:ahLst/>
            <a:cxnLst/>
            <a:rect l="l" t="t" r="r" b="b"/>
            <a:pathLst>
              <a:path w="2523708" h="1137446">
                <a:moveTo>
                  <a:pt x="71090" y="0"/>
                </a:moveTo>
                <a:lnTo>
                  <a:pt x="2452618" y="0"/>
                </a:lnTo>
                <a:cubicBezTo>
                  <a:pt x="2491880" y="0"/>
                  <a:pt x="2523708" y="31828"/>
                  <a:pt x="2523708" y="71090"/>
                </a:cubicBezTo>
                <a:lnTo>
                  <a:pt x="2523708" y="1066356"/>
                </a:lnTo>
                <a:cubicBezTo>
                  <a:pt x="2523708" y="1105618"/>
                  <a:pt x="2491880" y="1137446"/>
                  <a:pt x="2452618" y="1137446"/>
                </a:cubicBezTo>
                <a:lnTo>
                  <a:pt x="71090" y="1137446"/>
                </a:lnTo>
                <a:cubicBezTo>
                  <a:pt x="31828" y="1137446"/>
                  <a:pt x="0" y="1105618"/>
                  <a:pt x="0" y="1066356"/>
                </a:cubicBezTo>
                <a:lnTo>
                  <a:pt x="0" y="71090"/>
                </a:lnTo>
                <a:cubicBezTo>
                  <a:pt x="0" y="31855"/>
                  <a:pt x="31855" y="0"/>
                  <a:pt x="71090" y="0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20" name="Text 18"/>
          <p:cNvSpPr/>
          <p:nvPr/>
        </p:nvSpPr>
        <p:spPr>
          <a:xfrm>
            <a:off x="3306675" y="5640577"/>
            <a:ext cx="2399300" cy="355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19" b="1" dirty="0">
                <a:solidFill>
                  <a:srgbClr val="5E8B7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~0.75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51106" y="6067120"/>
            <a:ext cx="2310437" cy="426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Palabras por token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2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 promedio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09023" y="1284070"/>
            <a:ext cx="5625026" cy="4558671"/>
          </a:xfrm>
          <a:custGeom>
            <a:avLst/>
            <a:gdLst/>
            <a:ahLst/>
            <a:cxnLst/>
            <a:rect l="l" t="t" r="r" b="b"/>
            <a:pathLst>
              <a:path w="5625026" h="4558671">
                <a:moveTo>
                  <a:pt x="71070" y="0"/>
                </a:moveTo>
                <a:lnTo>
                  <a:pt x="5553957" y="0"/>
                </a:lnTo>
                <a:cubicBezTo>
                  <a:pt x="5593207" y="0"/>
                  <a:pt x="5625026" y="31819"/>
                  <a:pt x="5625026" y="71070"/>
                </a:cubicBezTo>
                <a:lnTo>
                  <a:pt x="5625026" y="4487601"/>
                </a:lnTo>
                <a:cubicBezTo>
                  <a:pt x="5625026" y="4526852"/>
                  <a:pt x="5593207" y="4558671"/>
                  <a:pt x="5553957" y="4558671"/>
                </a:cubicBezTo>
                <a:lnTo>
                  <a:pt x="71070" y="4558671"/>
                </a:lnTo>
                <a:cubicBezTo>
                  <a:pt x="31819" y="4558671"/>
                  <a:pt x="0" y="4526852"/>
                  <a:pt x="0" y="4487601"/>
                </a:cubicBezTo>
                <a:lnTo>
                  <a:pt x="0" y="71070"/>
                </a:lnTo>
                <a:cubicBezTo>
                  <a:pt x="0" y="31819"/>
                  <a:pt x="31819" y="0"/>
                  <a:pt x="7107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0066" y="1537329"/>
            <a:ext cx="239930" cy="213271"/>
          </a:xfrm>
          <a:custGeom>
            <a:avLst/>
            <a:gdLst/>
            <a:ahLst/>
            <a:cxnLst/>
            <a:rect l="l" t="t" r="r" b="b"/>
            <a:pathLst>
              <a:path w="239930" h="213271">
                <a:moveTo>
                  <a:pt x="150290" y="500"/>
                </a:moveTo>
                <a:cubicBezTo>
                  <a:pt x="143208" y="-1541"/>
                  <a:pt x="135835" y="2583"/>
                  <a:pt x="133794" y="9664"/>
                </a:cubicBezTo>
                <a:lnTo>
                  <a:pt x="80477" y="196276"/>
                </a:lnTo>
                <a:cubicBezTo>
                  <a:pt x="78435" y="203357"/>
                  <a:pt x="82559" y="210730"/>
                  <a:pt x="89641" y="212771"/>
                </a:cubicBezTo>
                <a:cubicBezTo>
                  <a:pt x="96722" y="214812"/>
                  <a:pt x="104095" y="210689"/>
                  <a:pt x="106136" y="203607"/>
                </a:cubicBezTo>
                <a:lnTo>
                  <a:pt x="159453" y="16995"/>
                </a:lnTo>
                <a:cubicBezTo>
                  <a:pt x="161495" y="9914"/>
                  <a:pt x="157371" y="2541"/>
                  <a:pt x="150290" y="500"/>
                </a:cubicBezTo>
                <a:close/>
                <a:moveTo>
                  <a:pt x="177198" y="57192"/>
                </a:moveTo>
                <a:cubicBezTo>
                  <a:pt x="171992" y="62398"/>
                  <a:pt x="171992" y="70854"/>
                  <a:pt x="177198" y="76061"/>
                </a:cubicBezTo>
                <a:lnTo>
                  <a:pt x="207773" y="106636"/>
                </a:lnTo>
                <a:lnTo>
                  <a:pt x="177198" y="137210"/>
                </a:lnTo>
                <a:cubicBezTo>
                  <a:pt x="171992" y="142417"/>
                  <a:pt x="171992" y="150873"/>
                  <a:pt x="177198" y="156079"/>
                </a:cubicBezTo>
                <a:cubicBezTo>
                  <a:pt x="182405" y="161286"/>
                  <a:pt x="190861" y="161286"/>
                  <a:pt x="196068" y="156079"/>
                </a:cubicBezTo>
                <a:lnTo>
                  <a:pt x="236056" y="116091"/>
                </a:lnTo>
                <a:cubicBezTo>
                  <a:pt x="241263" y="110884"/>
                  <a:pt x="241263" y="102428"/>
                  <a:pt x="236056" y="97222"/>
                </a:cubicBezTo>
                <a:lnTo>
                  <a:pt x="196068" y="57233"/>
                </a:lnTo>
                <a:cubicBezTo>
                  <a:pt x="190861" y="52026"/>
                  <a:pt x="182405" y="52026"/>
                  <a:pt x="177198" y="57233"/>
                </a:cubicBezTo>
                <a:close/>
                <a:moveTo>
                  <a:pt x="62773" y="57192"/>
                </a:moveTo>
                <a:cubicBezTo>
                  <a:pt x="57567" y="51985"/>
                  <a:pt x="49111" y="51985"/>
                  <a:pt x="43904" y="57192"/>
                </a:cubicBezTo>
                <a:lnTo>
                  <a:pt x="3916" y="97180"/>
                </a:lnTo>
                <a:cubicBezTo>
                  <a:pt x="-1291" y="102387"/>
                  <a:pt x="-1291" y="110843"/>
                  <a:pt x="3916" y="116049"/>
                </a:cubicBezTo>
                <a:lnTo>
                  <a:pt x="43904" y="156038"/>
                </a:lnTo>
                <a:cubicBezTo>
                  <a:pt x="49111" y="161245"/>
                  <a:pt x="57567" y="161245"/>
                  <a:pt x="62773" y="156038"/>
                </a:cubicBezTo>
                <a:cubicBezTo>
                  <a:pt x="67980" y="150831"/>
                  <a:pt x="67980" y="142375"/>
                  <a:pt x="62773" y="137168"/>
                </a:cubicBezTo>
                <a:lnTo>
                  <a:pt x="32199" y="106636"/>
                </a:lnTo>
                <a:lnTo>
                  <a:pt x="62732" y="76061"/>
                </a:lnTo>
                <a:cubicBezTo>
                  <a:pt x="67939" y="70854"/>
                  <a:pt x="67939" y="62398"/>
                  <a:pt x="62732" y="57192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4" name="Text 22"/>
          <p:cNvSpPr/>
          <p:nvPr/>
        </p:nvSpPr>
        <p:spPr>
          <a:xfrm>
            <a:off x="6693326" y="1501784"/>
            <a:ext cx="5029644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9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Ejemplos Reales (2026)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31180" y="1968315"/>
            <a:ext cx="5180711" cy="897516"/>
          </a:xfrm>
          <a:custGeom>
            <a:avLst/>
            <a:gdLst/>
            <a:ahLst/>
            <a:cxnLst/>
            <a:rect l="l" t="t" r="r" b="b"/>
            <a:pathLst>
              <a:path w="5180711" h="897516">
                <a:moveTo>
                  <a:pt x="71092" y="0"/>
                </a:moveTo>
                <a:lnTo>
                  <a:pt x="5109619" y="0"/>
                </a:lnTo>
                <a:cubicBezTo>
                  <a:pt x="5148882" y="0"/>
                  <a:pt x="5180711" y="31829"/>
                  <a:pt x="5180711" y="71092"/>
                </a:cubicBezTo>
                <a:lnTo>
                  <a:pt x="5180711" y="826424"/>
                </a:lnTo>
                <a:cubicBezTo>
                  <a:pt x="5180711" y="865687"/>
                  <a:pt x="5148882" y="897516"/>
                  <a:pt x="5109619" y="897516"/>
                </a:cubicBezTo>
                <a:lnTo>
                  <a:pt x="71092" y="897516"/>
                </a:lnTo>
                <a:cubicBezTo>
                  <a:pt x="31829" y="897516"/>
                  <a:pt x="0" y="865687"/>
                  <a:pt x="0" y="826424"/>
                </a:cubicBezTo>
                <a:lnTo>
                  <a:pt x="0" y="71092"/>
                </a:lnTo>
                <a:cubicBezTo>
                  <a:pt x="0" y="31855"/>
                  <a:pt x="31855" y="0"/>
                  <a:pt x="71092" y="0"/>
                </a:cubicBezTo>
                <a:close/>
              </a:path>
            </a:pathLst>
          </a:custGeom>
          <a:solidFill>
            <a:srgbClr val="1A1D23"/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77804" y="2132711"/>
            <a:ext cx="59538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Palabra: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299635" y="2114939"/>
            <a:ext cx="1252968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5E8B7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"Inteligencia"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595577" y="2523708"/>
            <a:ext cx="142181" cy="142181"/>
          </a:xfrm>
          <a:custGeom>
            <a:avLst/>
            <a:gdLst/>
            <a:ahLst/>
            <a:cxnLst/>
            <a:rect l="l" t="t" r="r" b="b"/>
            <a:pathLst>
              <a:path w="142181" h="142181">
                <a:moveTo>
                  <a:pt x="139570" y="77366"/>
                </a:moveTo>
                <a:cubicBezTo>
                  <a:pt x="143042" y="73895"/>
                  <a:pt x="143042" y="68258"/>
                  <a:pt x="139570" y="64787"/>
                </a:cubicBezTo>
                <a:lnTo>
                  <a:pt x="95139" y="20355"/>
                </a:lnTo>
                <a:cubicBezTo>
                  <a:pt x="91668" y="16884"/>
                  <a:pt x="86030" y="16884"/>
                  <a:pt x="82559" y="20355"/>
                </a:cubicBezTo>
                <a:cubicBezTo>
                  <a:pt x="79088" y="23826"/>
                  <a:pt x="79088" y="29464"/>
                  <a:pt x="82559" y="32935"/>
                </a:cubicBezTo>
                <a:lnTo>
                  <a:pt x="111828" y="62204"/>
                </a:lnTo>
                <a:lnTo>
                  <a:pt x="8886" y="62204"/>
                </a:lnTo>
                <a:cubicBezTo>
                  <a:pt x="3971" y="62204"/>
                  <a:pt x="0" y="66175"/>
                  <a:pt x="0" y="71090"/>
                </a:cubicBezTo>
                <a:cubicBezTo>
                  <a:pt x="0" y="76006"/>
                  <a:pt x="3971" y="79977"/>
                  <a:pt x="8886" y="79977"/>
                </a:cubicBezTo>
                <a:lnTo>
                  <a:pt x="111828" y="79977"/>
                </a:lnTo>
                <a:lnTo>
                  <a:pt x="82559" y="109246"/>
                </a:lnTo>
                <a:cubicBezTo>
                  <a:pt x="79088" y="112717"/>
                  <a:pt x="79088" y="118354"/>
                  <a:pt x="82559" y="121826"/>
                </a:cubicBezTo>
                <a:cubicBezTo>
                  <a:pt x="86030" y="125297"/>
                  <a:pt x="91668" y="125297"/>
                  <a:pt x="95139" y="121826"/>
                </a:cubicBezTo>
                <a:lnTo>
                  <a:pt x="139570" y="77394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9" name="Text 27"/>
          <p:cNvSpPr/>
          <p:nvPr/>
        </p:nvSpPr>
        <p:spPr>
          <a:xfrm>
            <a:off x="6862165" y="2470391"/>
            <a:ext cx="595382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9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 token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86983" y="2488163"/>
            <a:ext cx="197275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(palabra común en el corpus)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31180" y="3016898"/>
            <a:ext cx="5180711" cy="897516"/>
          </a:xfrm>
          <a:custGeom>
            <a:avLst/>
            <a:gdLst/>
            <a:ahLst/>
            <a:cxnLst/>
            <a:rect l="l" t="t" r="r" b="b"/>
            <a:pathLst>
              <a:path w="5180711" h="897516">
                <a:moveTo>
                  <a:pt x="71092" y="0"/>
                </a:moveTo>
                <a:lnTo>
                  <a:pt x="5109619" y="0"/>
                </a:lnTo>
                <a:cubicBezTo>
                  <a:pt x="5148882" y="0"/>
                  <a:pt x="5180711" y="31829"/>
                  <a:pt x="5180711" y="71092"/>
                </a:cubicBezTo>
                <a:lnTo>
                  <a:pt x="5180711" y="826424"/>
                </a:lnTo>
                <a:cubicBezTo>
                  <a:pt x="5180711" y="865687"/>
                  <a:pt x="5148882" y="897516"/>
                  <a:pt x="5109619" y="897516"/>
                </a:cubicBezTo>
                <a:lnTo>
                  <a:pt x="71092" y="897516"/>
                </a:lnTo>
                <a:cubicBezTo>
                  <a:pt x="31829" y="897516"/>
                  <a:pt x="0" y="865687"/>
                  <a:pt x="0" y="826424"/>
                </a:cubicBezTo>
                <a:lnTo>
                  <a:pt x="0" y="71092"/>
                </a:lnTo>
                <a:cubicBezTo>
                  <a:pt x="0" y="31855"/>
                  <a:pt x="31855" y="0"/>
                  <a:pt x="71092" y="0"/>
                </a:cubicBezTo>
                <a:close/>
              </a:path>
            </a:pathLst>
          </a:custGeom>
          <a:solidFill>
            <a:srgbClr val="1A1D23"/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77804" y="3181294"/>
            <a:ext cx="59538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Palabra: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587468" y="3163522"/>
            <a:ext cx="968606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5E8B7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"artificial"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595577" y="3572292"/>
            <a:ext cx="142181" cy="142181"/>
          </a:xfrm>
          <a:custGeom>
            <a:avLst/>
            <a:gdLst/>
            <a:ahLst/>
            <a:cxnLst/>
            <a:rect l="l" t="t" r="r" b="b"/>
            <a:pathLst>
              <a:path w="142181" h="142181">
                <a:moveTo>
                  <a:pt x="139570" y="77366"/>
                </a:moveTo>
                <a:cubicBezTo>
                  <a:pt x="143042" y="73895"/>
                  <a:pt x="143042" y="68258"/>
                  <a:pt x="139570" y="64787"/>
                </a:cubicBezTo>
                <a:lnTo>
                  <a:pt x="95139" y="20355"/>
                </a:lnTo>
                <a:cubicBezTo>
                  <a:pt x="91668" y="16884"/>
                  <a:pt x="86030" y="16884"/>
                  <a:pt x="82559" y="20355"/>
                </a:cubicBezTo>
                <a:cubicBezTo>
                  <a:pt x="79088" y="23826"/>
                  <a:pt x="79088" y="29464"/>
                  <a:pt x="82559" y="32935"/>
                </a:cubicBezTo>
                <a:lnTo>
                  <a:pt x="111828" y="62204"/>
                </a:lnTo>
                <a:lnTo>
                  <a:pt x="8886" y="62204"/>
                </a:lnTo>
                <a:cubicBezTo>
                  <a:pt x="3971" y="62204"/>
                  <a:pt x="0" y="66175"/>
                  <a:pt x="0" y="71090"/>
                </a:cubicBezTo>
                <a:cubicBezTo>
                  <a:pt x="0" y="76006"/>
                  <a:pt x="3971" y="79977"/>
                  <a:pt x="8886" y="79977"/>
                </a:cubicBezTo>
                <a:lnTo>
                  <a:pt x="111828" y="79977"/>
                </a:lnTo>
                <a:lnTo>
                  <a:pt x="82559" y="109246"/>
                </a:lnTo>
                <a:cubicBezTo>
                  <a:pt x="79088" y="112717"/>
                  <a:pt x="79088" y="118354"/>
                  <a:pt x="82559" y="121826"/>
                </a:cubicBezTo>
                <a:cubicBezTo>
                  <a:pt x="86030" y="125297"/>
                  <a:pt x="91668" y="125297"/>
                  <a:pt x="95139" y="121826"/>
                </a:cubicBezTo>
                <a:lnTo>
                  <a:pt x="139570" y="77394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5" name="Text 33"/>
          <p:cNvSpPr/>
          <p:nvPr/>
        </p:nvSpPr>
        <p:spPr>
          <a:xfrm>
            <a:off x="6862165" y="3518974"/>
            <a:ext cx="595382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9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 token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486983" y="3536746"/>
            <a:ext cx="112856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(palabra común)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31180" y="4065481"/>
            <a:ext cx="5180711" cy="897516"/>
          </a:xfrm>
          <a:custGeom>
            <a:avLst/>
            <a:gdLst/>
            <a:ahLst/>
            <a:cxnLst/>
            <a:rect l="l" t="t" r="r" b="b"/>
            <a:pathLst>
              <a:path w="5180711" h="897516">
                <a:moveTo>
                  <a:pt x="71092" y="0"/>
                </a:moveTo>
                <a:lnTo>
                  <a:pt x="5109619" y="0"/>
                </a:lnTo>
                <a:cubicBezTo>
                  <a:pt x="5148882" y="0"/>
                  <a:pt x="5180711" y="31829"/>
                  <a:pt x="5180711" y="71092"/>
                </a:cubicBezTo>
                <a:lnTo>
                  <a:pt x="5180711" y="826424"/>
                </a:lnTo>
                <a:cubicBezTo>
                  <a:pt x="5180711" y="865687"/>
                  <a:pt x="5148882" y="897516"/>
                  <a:pt x="5109619" y="897516"/>
                </a:cubicBezTo>
                <a:lnTo>
                  <a:pt x="71092" y="897516"/>
                </a:lnTo>
                <a:cubicBezTo>
                  <a:pt x="31829" y="897516"/>
                  <a:pt x="0" y="865687"/>
                  <a:pt x="0" y="826424"/>
                </a:cubicBezTo>
                <a:lnTo>
                  <a:pt x="0" y="71092"/>
                </a:lnTo>
                <a:cubicBezTo>
                  <a:pt x="0" y="31855"/>
                  <a:pt x="31855" y="0"/>
                  <a:pt x="71092" y="0"/>
                </a:cubicBezTo>
                <a:close/>
              </a:path>
            </a:pathLst>
          </a:custGeom>
          <a:solidFill>
            <a:srgbClr val="1A1D23"/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77804" y="4229878"/>
            <a:ext cx="46208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Frase: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159954" y="4212105"/>
            <a:ext cx="1395149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5E8B7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"¡Hola mundo!"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595577" y="4620875"/>
            <a:ext cx="142181" cy="142181"/>
          </a:xfrm>
          <a:custGeom>
            <a:avLst/>
            <a:gdLst/>
            <a:ahLst/>
            <a:cxnLst/>
            <a:rect l="l" t="t" r="r" b="b"/>
            <a:pathLst>
              <a:path w="142181" h="142181">
                <a:moveTo>
                  <a:pt x="139570" y="77366"/>
                </a:moveTo>
                <a:cubicBezTo>
                  <a:pt x="143042" y="73895"/>
                  <a:pt x="143042" y="68258"/>
                  <a:pt x="139570" y="64787"/>
                </a:cubicBezTo>
                <a:lnTo>
                  <a:pt x="95139" y="20355"/>
                </a:lnTo>
                <a:cubicBezTo>
                  <a:pt x="91668" y="16884"/>
                  <a:pt x="86030" y="16884"/>
                  <a:pt x="82559" y="20355"/>
                </a:cubicBezTo>
                <a:cubicBezTo>
                  <a:pt x="79088" y="23826"/>
                  <a:pt x="79088" y="29464"/>
                  <a:pt x="82559" y="32935"/>
                </a:cubicBezTo>
                <a:lnTo>
                  <a:pt x="111828" y="62204"/>
                </a:lnTo>
                <a:lnTo>
                  <a:pt x="8886" y="62204"/>
                </a:lnTo>
                <a:cubicBezTo>
                  <a:pt x="3971" y="62204"/>
                  <a:pt x="0" y="66175"/>
                  <a:pt x="0" y="71090"/>
                </a:cubicBezTo>
                <a:cubicBezTo>
                  <a:pt x="0" y="76006"/>
                  <a:pt x="3971" y="79977"/>
                  <a:pt x="8886" y="79977"/>
                </a:cubicBezTo>
                <a:lnTo>
                  <a:pt x="111828" y="79977"/>
                </a:lnTo>
                <a:lnTo>
                  <a:pt x="82559" y="109246"/>
                </a:lnTo>
                <a:cubicBezTo>
                  <a:pt x="79088" y="112717"/>
                  <a:pt x="79088" y="118354"/>
                  <a:pt x="82559" y="121826"/>
                </a:cubicBezTo>
                <a:cubicBezTo>
                  <a:pt x="86030" y="125297"/>
                  <a:pt x="91668" y="125297"/>
                  <a:pt x="95139" y="121826"/>
                </a:cubicBezTo>
                <a:lnTo>
                  <a:pt x="139570" y="77394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1" name="Text 39"/>
          <p:cNvSpPr/>
          <p:nvPr/>
        </p:nvSpPr>
        <p:spPr>
          <a:xfrm>
            <a:off x="6862165" y="4567557"/>
            <a:ext cx="702017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9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 tokens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593063" y="4585329"/>
            <a:ext cx="13151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(¡Hola + mundo + !)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09023" y="6027131"/>
            <a:ext cx="5625026" cy="826426"/>
          </a:xfrm>
          <a:custGeom>
            <a:avLst/>
            <a:gdLst/>
            <a:ahLst/>
            <a:cxnLst/>
            <a:rect l="l" t="t" r="r" b="b"/>
            <a:pathLst>
              <a:path w="5625026" h="826426">
                <a:moveTo>
                  <a:pt x="71089" y="0"/>
                </a:moveTo>
                <a:lnTo>
                  <a:pt x="5553937" y="0"/>
                </a:lnTo>
                <a:cubicBezTo>
                  <a:pt x="5593199" y="0"/>
                  <a:pt x="5625026" y="31828"/>
                  <a:pt x="5625026" y="71089"/>
                </a:cubicBezTo>
                <a:lnTo>
                  <a:pt x="5625026" y="755337"/>
                </a:lnTo>
                <a:cubicBezTo>
                  <a:pt x="5625026" y="794598"/>
                  <a:pt x="5593199" y="826426"/>
                  <a:pt x="5553937" y="826426"/>
                </a:cubicBezTo>
                <a:lnTo>
                  <a:pt x="71089" y="826426"/>
                </a:lnTo>
                <a:cubicBezTo>
                  <a:pt x="31828" y="826426"/>
                  <a:pt x="0" y="794598"/>
                  <a:pt x="0" y="755337"/>
                </a:cubicBezTo>
                <a:lnTo>
                  <a:pt x="0" y="71089"/>
                </a:lnTo>
                <a:cubicBezTo>
                  <a:pt x="0" y="31854"/>
                  <a:pt x="31854" y="0"/>
                  <a:pt x="7108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26737" y="6262618"/>
            <a:ext cx="106636" cy="142181"/>
          </a:xfrm>
          <a:custGeom>
            <a:avLst/>
            <a:gdLst/>
            <a:ahLst/>
            <a:cxnLst/>
            <a:rect l="l" t="t" r="r" b="b"/>
            <a:pathLst>
              <a:path w="106636" h="142181">
                <a:moveTo>
                  <a:pt x="81337" y="106636"/>
                </a:moveTo>
                <a:cubicBezTo>
                  <a:pt x="83365" y="100443"/>
                  <a:pt x="87419" y="94833"/>
                  <a:pt x="92001" y="90002"/>
                </a:cubicBezTo>
                <a:cubicBezTo>
                  <a:pt x="101082" y="80449"/>
                  <a:pt x="106636" y="67536"/>
                  <a:pt x="106636" y="53318"/>
                </a:cubicBezTo>
                <a:cubicBezTo>
                  <a:pt x="106636" y="23882"/>
                  <a:pt x="82754" y="0"/>
                  <a:pt x="53318" y="0"/>
                </a:cubicBezTo>
                <a:cubicBezTo>
                  <a:pt x="23882" y="0"/>
                  <a:pt x="0" y="23882"/>
                  <a:pt x="0" y="53318"/>
                </a:cubicBezTo>
                <a:cubicBezTo>
                  <a:pt x="0" y="67536"/>
                  <a:pt x="5554" y="80449"/>
                  <a:pt x="14635" y="90002"/>
                </a:cubicBezTo>
                <a:cubicBezTo>
                  <a:pt x="19217" y="94833"/>
                  <a:pt x="23299" y="100443"/>
                  <a:pt x="25298" y="106636"/>
                </a:cubicBezTo>
                <a:lnTo>
                  <a:pt x="81310" y="106636"/>
                </a:lnTo>
                <a:close/>
                <a:moveTo>
                  <a:pt x="79977" y="119965"/>
                </a:moveTo>
                <a:lnTo>
                  <a:pt x="26659" y="119965"/>
                </a:lnTo>
                <a:lnTo>
                  <a:pt x="26659" y="124408"/>
                </a:lnTo>
                <a:cubicBezTo>
                  <a:pt x="26659" y="136682"/>
                  <a:pt x="36600" y="146624"/>
                  <a:pt x="48875" y="146624"/>
                </a:cubicBezTo>
                <a:lnTo>
                  <a:pt x="57761" y="146624"/>
                </a:lnTo>
                <a:cubicBezTo>
                  <a:pt x="70035" y="146624"/>
                  <a:pt x="79977" y="136682"/>
                  <a:pt x="79977" y="124408"/>
                </a:cubicBezTo>
                <a:lnTo>
                  <a:pt x="79977" y="119965"/>
                </a:lnTo>
                <a:close/>
                <a:moveTo>
                  <a:pt x="51096" y="31102"/>
                </a:moveTo>
                <a:cubicBezTo>
                  <a:pt x="40044" y="31102"/>
                  <a:pt x="31102" y="40044"/>
                  <a:pt x="31102" y="51096"/>
                </a:cubicBezTo>
                <a:cubicBezTo>
                  <a:pt x="31102" y="54790"/>
                  <a:pt x="28131" y="57761"/>
                  <a:pt x="24437" y="57761"/>
                </a:cubicBezTo>
                <a:cubicBezTo>
                  <a:pt x="20744" y="57761"/>
                  <a:pt x="17773" y="54790"/>
                  <a:pt x="17773" y="51096"/>
                </a:cubicBezTo>
                <a:cubicBezTo>
                  <a:pt x="17773" y="32685"/>
                  <a:pt x="32685" y="17773"/>
                  <a:pt x="51096" y="17773"/>
                </a:cubicBezTo>
                <a:cubicBezTo>
                  <a:pt x="54790" y="17773"/>
                  <a:pt x="57761" y="20744"/>
                  <a:pt x="57761" y="24437"/>
                </a:cubicBezTo>
                <a:cubicBezTo>
                  <a:pt x="57761" y="28131"/>
                  <a:pt x="54790" y="31102"/>
                  <a:pt x="51096" y="31102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5" name="Text 43"/>
          <p:cNvSpPr/>
          <p:nvPr/>
        </p:nvSpPr>
        <p:spPr>
          <a:xfrm>
            <a:off x="6618660" y="6209300"/>
            <a:ext cx="5104310" cy="462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Dato clave:</a:t>
            </a:r>
            <a:pPr>
              <a:lnSpc>
                <a:spcPct val="140000"/>
              </a:lnSpc>
            </a:pPr>
            <a:r>
              <a:rPr lang="en-US" sz="112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Los modelos más modernos usan tokenizadores como BPE (Byte Pair Encoding) o SentencePiece para optimizar la división.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PASO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Embeddings: Darle "Sentido" Numérico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375" y="1143000"/>
            <a:ext cx="5437188" cy="2555875"/>
          </a:xfrm>
          <a:custGeom>
            <a:avLst/>
            <a:gdLst/>
            <a:ahLst/>
            <a:cxnLst/>
            <a:rect l="l" t="t" r="r" b="b"/>
            <a:pathLst>
              <a:path w="5437188" h="2555875">
                <a:moveTo>
                  <a:pt x="31750" y="0"/>
                </a:moveTo>
                <a:lnTo>
                  <a:pt x="5373700" y="0"/>
                </a:lnTo>
                <a:cubicBezTo>
                  <a:pt x="5408763" y="0"/>
                  <a:pt x="5437188" y="28425"/>
                  <a:pt x="5437188" y="63488"/>
                </a:cubicBezTo>
                <a:lnTo>
                  <a:pt x="5437188" y="2492387"/>
                </a:lnTo>
                <a:cubicBezTo>
                  <a:pt x="5437188" y="2527450"/>
                  <a:pt x="5408763" y="2555875"/>
                  <a:pt x="5373700" y="2555875"/>
                </a:cubicBezTo>
                <a:lnTo>
                  <a:pt x="31750" y="2555875"/>
                </a:lnTo>
                <a:cubicBezTo>
                  <a:pt x="14215" y="2555875"/>
                  <a:pt x="0" y="2541660"/>
                  <a:pt x="0" y="2524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6D8C">
              <a:alpha val="14902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33375" y="1143000"/>
            <a:ext cx="31750" cy="2555875"/>
          </a:xfrm>
          <a:custGeom>
            <a:avLst/>
            <a:gdLst/>
            <a:ahLst/>
            <a:cxnLst/>
            <a:rect l="l" t="t" r="r" b="b"/>
            <a:pathLst>
              <a:path w="31750" h="2555875">
                <a:moveTo>
                  <a:pt x="31750" y="0"/>
                </a:moveTo>
                <a:lnTo>
                  <a:pt x="31750" y="0"/>
                </a:lnTo>
                <a:lnTo>
                  <a:pt x="31750" y="2555875"/>
                </a:lnTo>
                <a:lnTo>
                  <a:pt x="31750" y="2555875"/>
                </a:lnTo>
                <a:cubicBezTo>
                  <a:pt x="14227" y="2555875"/>
                  <a:pt x="0" y="2541648"/>
                  <a:pt x="0" y="2524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" name="Shape 4"/>
          <p:cNvSpPr/>
          <p:nvPr/>
        </p:nvSpPr>
        <p:spPr>
          <a:xfrm>
            <a:off x="563563" y="1365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4519" y="85018"/>
                </a:moveTo>
                <a:cubicBezTo>
                  <a:pt x="29468" y="50416"/>
                  <a:pt x="59271" y="23812"/>
                  <a:pt x="95250" y="23812"/>
                </a:cubicBezTo>
                <a:cubicBezTo>
                  <a:pt x="114970" y="23812"/>
                  <a:pt x="132829" y="31812"/>
                  <a:pt x="145777" y="44723"/>
                </a:cubicBezTo>
                <a:cubicBezTo>
                  <a:pt x="145852" y="44797"/>
                  <a:pt x="145926" y="44872"/>
                  <a:pt x="146000" y="44946"/>
                </a:cubicBezTo>
                <a:lnTo>
                  <a:pt x="148828" y="47625"/>
                </a:lnTo>
                <a:lnTo>
                  <a:pt x="131006" y="47625"/>
                </a:lnTo>
                <a:cubicBezTo>
                  <a:pt x="124420" y="47625"/>
                  <a:pt x="119100" y="52946"/>
                  <a:pt x="119100" y="59531"/>
                </a:cubicBezTo>
                <a:cubicBezTo>
                  <a:pt x="119100" y="66117"/>
                  <a:pt x="124420" y="71438"/>
                  <a:pt x="131006" y="71438"/>
                </a:cubicBezTo>
                <a:lnTo>
                  <a:pt x="178631" y="71438"/>
                </a:lnTo>
                <a:cubicBezTo>
                  <a:pt x="185217" y="71438"/>
                  <a:pt x="190537" y="66117"/>
                  <a:pt x="190537" y="59531"/>
                </a:cubicBezTo>
                <a:lnTo>
                  <a:pt x="190537" y="11906"/>
                </a:lnTo>
                <a:cubicBezTo>
                  <a:pt x="190537" y="5321"/>
                  <a:pt x="185217" y="0"/>
                  <a:pt x="178631" y="0"/>
                </a:cubicBezTo>
                <a:cubicBezTo>
                  <a:pt x="172045" y="0"/>
                  <a:pt x="166725" y="5321"/>
                  <a:pt x="166725" y="11906"/>
                </a:cubicBezTo>
                <a:lnTo>
                  <a:pt x="166725" y="31775"/>
                </a:lnTo>
                <a:lnTo>
                  <a:pt x="162520" y="27794"/>
                </a:lnTo>
                <a:cubicBezTo>
                  <a:pt x="145293" y="10641"/>
                  <a:pt x="121481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lose/>
                <a:moveTo>
                  <a:pt x="189533" y="108831"/>
                </a:moveTo>
                <a:cubicBezTo>
                  <a:pt x="190463" y="102319"/>
                  <a:pt x="185924" y="96292"/>
                  <a:pt x="179450" y="95362"/>
                </a:cubicBezTo>
                <a:cubicBezTo>
                  <a:pt x="172975" y="94431"/>
                  <a:pt x="166911" y="98971"/>
                  <a:pt x="165981" y="105445"/>
                </a:cubicBezTo>
                <a:cubicBezTo>
                  <a:pt x="161032" y="140047"/>
                  <a:pt x="131229" y="166650"/>
                  <a:pt x="95250" y="166650"/>
                </a:cubicBezTo>
                <a:cubicBezTo>
                  <a:pt x="75530" y="166650"/>
                  <a:pt x="57671" y="158651"/>
                  <a:pt x="44723" y="145740"/>
                </a:cubicBezTo>
                <a:cubicBezTo>
                  <a:pt x="44648" y="145666"/>
                  <a:pt x="44574" y="145591"/>
                  <a:pt x="44500" y="145517"/>
                </a:cubicBezTo>
                <a:lnTo>
                  <a:pt x="41672" y="142838"/>
                </a:lnTo>
                <a:lnTo>
                  <a:pt x="59494" y="142838"/>
                </a:lnTo>
                <a:cubicBezTo>
                  <a:pt x="66080" y="142838"/>
                  <a:pt x="71400" y="137517"/>
                  <a:pt x="71400" y="130932"/>
                </a:cubicBezTo>
                <a:cubicBezTo>
                  <a:pt x="71400" y="124346"/>
                  <a:pt x="66080" y="119025"/>
                  <a:pt x="59494" y="119025"/>
                </a:cubicBezTo>
                <a:lnTo>
                  <a:pt x="11906" y="119063"/>
                </a:lnTo>
                <a:cubicBezTo>
                  <a:pt x="8744" y="119063"/>
                  <a:pt x="5693" y="120328"/>
                  <a:pt x="3460" y="122597"/>
                </a:cubicBezTo>
                <a:cubicBezTo>
                  <a:pt x="1228" y="124867"/>
                  <a:pt x="-37" y="127881"/>
                  <a:pt x="0" y="131080"/>
                </a:cubicBezTo>
                <a:lnTo>
                  <a:pt x="372" y="178333"/>
                </a:lnTo>
                <a:cubicBezTo>
                  <a:pt x="409" y="184919"/>
                  <a:pt x="5804" y="190202"/>
                  <a:pt x="12390" y="190128"/>
                </a:cubicBezTo>
                <a:cubicBezTo>
                  <a:pt x="18976" y="190054"/>
                  <a:pt x="24259" y="184696"/>
                  <a:pt x="24185" y="178110"/>
                </a:cubicBezTo>
                <a:lnTo>
                  <a:pt x="24036" y="158948"/>
                </a:lnTo>
                <a:lnTo>
                  <a:pt x="28017" y="162706"/>
                </a:lnTo>
                <a:cubicBezTo>
                  <a:pt x="45244" y="179859"/>
                  <a:pt x="69019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Text 5"/>
          <p:cNvSpPr/>
          <p:nvPr/>
        </p:nvSpPr>
        <p:spPr>
          <a:xfrm>
            <a:off x="777875" y="1333500"/>
            <a:ext cx="4897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De Tokens a Vectores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9750" y="1714500"/>
            <a:ext cx="511175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Cada token se convierte en un 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5E8B7E"/>
                </a:solidFill>
                <a:highlight>
                  <a:srgbClr val="5E8B7E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vector largo de números 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(por ejemplo, 4096 números). Estos vectores capturan el significado semántico del token en un espacio matemático de alta dimensión.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3719" y="2573734"/>
            <a:ext cx="5032375" cy="928688"/>
          </a:xfrm>
          <a:custGeom>
            <a:avLst/>
            <a:gdLst/>
            <a:ahLst/>
            <a:cxnLst/>
            <a:rect l="l" t="t" r="r" b="b"/>
            <a:pathLst>
              <a:path w="5032375" h="928688">
                <a:moveTo>
                  <a:pt x="63504" y="0"/>
                </a:moveTo>
                <a:lnTo>
                  <a:pt x="4968871" y="0"/>
                </a:lnTo>
                <a:cubicBezTo>
                  <a:pt x="5003943" y="0"/>
                  <a:pt x="5032375" y="28432"/>
                  <a:pt x="5032375" y="63504"/>
                </a:cubicBezTo>
                <a:lnTo>
                  <a:pt x="5032375" y="865184"/>
                </a:lnTo>
                <a:cubicBezTo>
                  <a:pt x="5032375" y="900256"/>
                  <a:pt x="5003943" y="928688"/>
                  <a:pt x="4968871" y="928687"/>
                </a:cubicBezTo>
                <a:lnTo>
                  <a:pt x="63504" y="928688"/>
                </a:lnTo>
                <a:cubicBezTo>
                  <a:pt x="28432" y="928687"/>
                  <a:pt x="0" y="900256"/>
                  <a:pt x="0" y="865184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1A1D23"/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4688" y="2712641"/>
            <a:ext cx="1168549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Analogía del Mapa: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4688" y="2958703"/>
            <a:ext cx="4833938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Imagina un 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mapa gigante de significados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"Rey" está cerca de "reina", "monarca", "corona". "Rey" está lejos de "zanahoria" o "bicicleta".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1469" y="3859609"/>
            <a:ext cx="5445125" cy="1754188"/>
          </a:xfrm>
          <a:custGeom>
            <a:avLst/>
            <a:gdLst/>
            <a:ahLst/>
            <a:cxnLst/>
            <a:rect l="l" t="t" r="r" b="b"/>
            <a:pathLst>
              <a:path w="5445125" h="1754188">
                <a:moveTo>
                  <a:pt x="63502" y="0"/>
                </a:moveTo>
                <a:lnTo>
                  <a:pt x="5381623" y="0"/>
                </a:lnTo>
                <a:cubicBezTo>
                  <a:pt x="5416694" y="0"/>
                  <a:pt x="5445125" y="28431"/>
                  <a:pt x="5445125" y="63502"/>
                </a:cubicBezTo>
                <a:lnTo>
                  <a:pt x="5445125" y="1690686"/>
                </a:lnTo>
                <a:cubicBezTo>
                  <a:pt x="5445125" y="1725757"/>
                  <a:pt x="5416694" y="1754188"/>
                  <a:pt x="5381623" y="1754187"/>
                </a:cubicBezTo>
                <a:lnTo>
                  <a:pt x="63502" y="1754188"/>
                </a:lnTo>
                <a:cubicBezTo>
                  <a:pt x="28431" y="1754187"/>
                  <a:pt x="0" y="1725757"/>
                  <a:pt x="0" y="169068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5781" y="408582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23558" y="3783"/>
                </a:moveTo>
                <a:lnTo>
                  <a:pt x="96211" y="31130"/>
                </a:lnTo>
                <a:lnTo>
                  <a:pt x="127620" y="62539"/>
                </a:lnTo>
                <a:lnTo>
                  <a:pt x="154967" y="35192"/>
                </a:lnTo>
                <a:cubicBezTo>
                  <a:pt x="157386" y="32742"/>
                  <a:pt x="158750" y="29456"/>
                  <a:pt x="158750" y="26045"/>
                </a:cubicBezTo>
                <a:cubicBezTo>
                  <a:pt x="158750" y="22634"/>
                  <a:pt x="157386" y="19348"/>
                  <a:pt x="154967" y="16898"/>
                </a:cubicBezTo>
                <a:lnTo>
                  <a:pt x="141852" y="3783"/>
                </a:lnTo>
                <a:cubicBezTo>
                  <a:pt x="139402" y="1364"/>
                  <a:pt x="136116" y="0"/>
                  <a:pt x="132705" y="0"/>
                </a:cubicBezTo>
                <a:cubicBezTo>
                  <a:pt x="129294" y="0"/>
                  <a:pt x="126008" y="1364"/>
                  <a:pt x="123558" y="3783"/>
                </a:cubicBezTo>
                <a:close/>
                <a:moveTo>
                  <a:pt x="85700" y="41641"/>
                </a:moveTo>
                <a:lnTo>
                  <a:pt x="3783" y="123558"/>
                </a:lnTo>
                <a:cubicBezTo>
                  <a:pt x="1364" y="126008"/>
                  <a:pt x="0" y="129294"/>
                  <a:pt x="0" y="132705"/>
                </a:cubicBezTo>
                <a:cubicBezTo>
                  <a:pt x="0" y="136116"/>
                  <a:pt x="1364" y="139402"/>
                  <a:pt x="3783" y="141852"/>
                </a:cubicBezTo>
                <a:lnTo>
                  <a:pt x="16898" y="154967"/>
                </a:lnTo>
                <a:cubicBezTo>
                  <a:pt x="19348" y="157386"/>
                  <a:pt x="22634" y="158750"/>
                  <a:pt x="26045" y="158750"/>
                </a:cubicBezTo>
                <a:cubicBezTo>
                  <a:pt x="29456" y="158750"/>
                  <a:pt x="32742" y="157386"/>
                  <a:pt x="35192" y="154967"/>
                </a:cubicBezTo>
                <a:lnTo>
                  <a:pt x="117109" y="73050"/>
                </a:lnTo>
                <a:lnTo>
                  <a:pt x="85700" y="41641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4" name="Text 12"/>
          <p:cNvSpPr/>
          <p:nvPr/>
        </p:nvSpPr>
        <p:spPr>
          <a:xfrm>
            <a:off x="714375" y="4054078"/>
            <a:ext cx="4937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¿Qué Permiten los Embeddings?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5781" y="443507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6" name="Text 14"/>
          <p:cNvSpPr/>
          <p:nvPr/>
        </p:nvSpPr>
        <p:spPr>
          <a:xfrm>
            <a:off x="789781" y="4403328"/>
            <a:ext cx="41275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Entender sinónimos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"coche" y "automóvil" tienen vectores similares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5781" y="473670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8" name="Text 16"/>
          <p:cNvSpPr/>
          <p:nvPr/>
        </p:nvSpPr>
        <p:spPr>
          <a:xfrm>
            <a:off x="789781" y="4704953"/>
            <a:ext cx="313531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Capturar analogías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"rey - hombre + mujer ≈ reina"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9906" y="503832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0" name="Text 18"/>
          <p:cNvSpPr/>
          <p:nvPr/>
        </p:nvSpPr>
        <p:spPr>
          <a:xfrm>
            <a:off x="765721" y="5006578"/>
            <a:ext cx="48736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Contextualizar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"banco" (río) vs "banco" (financiero) tienen vectores diferentes según contexto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67884" y="1146969"/>
            <a:ext cx="5905500" cy="4389438"/>
          </a:xfrm>
          <a:custGeom>
            <a:avLst/>
            <a:gdLst/>
            <a:ahLst/>
            <a:cxnLst/>
            <a:rect l="l" t="t" r="r" b="b"/>
            <a:pathLst>
              <a:path w="5905500" h="4389438">
                <a:moveTo>
                  <a:pt x="63515" y="0"/>
                </a:moveTo>
                <a:lnTo>
                  <a:pt x="5841985" y="0"/>
                </a:lnTo>
                <a:cubicBezTo>
                  <a:pt x="5877063" y="0"/>
                  <a:pt x="5905500" y="28437"/>
                  <a:pt x="5905500" y="63515"/>
                </a:cubicBezTo>
                <a:lnTo>
                  <a:pt x="5905500" y="4325922"/>
                </a:lnTo>
                <a:cubicBezTo>
                  <a:pt x="5905500" y="4361001"/>
                  <a:pt x="5877063" y="4389437"/>
                  <a:pt x="5841985" y="4389438"/>
                </a:cubicBezTo>
                <a:lnTo>
                  <a:pt x="63515" y="4389438"/>
                </a:lnTo>
                <a:cubicBezTo>
                  <a:pt x="28437" y="4389438"/>
                  <a:pt x="0" y="4361001"/>
                  <a:pt x="0" y="4325922"/>
                </a:cubicBezTo>
                <a:lnTo>
                  <a:pt x="0" y="63515"/>
                </a:lnTo>
                <a:cubicBezTo>
                  <a:pt x="0" y="28460"/>
                  <a:pt x="28460" y="0"/>
                  <a:pt x="63515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86165" y="13731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478" y="1341438"/>
            <a:ext cx="5373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Espacio Semántico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66321" y="1758156"/>
            <a:ext cx="5508625" cy="1627188"/>
          </a:xfrm>
          <a:custGeom>
            <a:avLst/>
            <a:gdLst/>
            <a:ahLst/>
            <a:cxnLst/>
            <a:rect l="l" t="t" r="r" b="b"/>
            <a:pathLst>
              <a:path w="5508625" h="1627188">
                <a:moveTo>
                  <a:pt x="63493" y="0"/>
                </a:moveTo>
                <a:lnTo>
                  <a:pt x="5445132" y="0"/>
                </a:lnTo>
                <a:cubicBezTo>
                  <a:pt x="5480175" y="0"/>
                  <a:pt x="5508625" y="28450"/>
                  <a:pt x="5508625" y="63493"/>
                </a:cubicBezTo>
                <a:lnTo>
                  <a:pt x="5508625" y="1563695"/>
                </a:lnTo>
                <a:cubicBezTo>
                  <a:pt x="5508625" y="1598761"/>
                  <a:pt x="5480198" y="1627188"/>
                  <a:pt x="5445132" y="1627188"/>
                </a:cubicBezTo>
                <a:lnTo>
                  <a:pt x="63493" y="1627188"/>
                </a:lnTo>
                <a:cubicBezTo>
                  <a:pt x="28427" y="1627188"/>
                  <a:pt x="0" y="1598761"/>
                  <a:pt x="0" y="1563695"/>
                </a:cubicBezTo>
                <a:lnTo>
                  <a:pt x="0" y="63493"/>
                </a:lnTo>
                <a:cubicBezTo>
                  <a:pt x="0" y="28427"/>
                  <a:pt x="28427" y="0"/>
                  <a:pt x="63493" y="0"/>
                </a:cubicBezTo>
                <a:close/>
              </a:path>
            </a:pathLst>
          </a:custGeom>
          <a:solidFill>
            <a:srgbClr val="1A1D23"/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97290" y="1889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6" name="Text 24"/>
          <p:cNvSpPr/>
          <p:nvPr/>
        </p:nvSpPr>
        <p:spPr>
          <a:xfrm>
            <a:off x="6257603" y="1889125"/>
            <a:ext cx="460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1A1D2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73540" y="1968500"/>
            <a:ext cx="2833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Palabras Similares = Vectores Cercanos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741790" y="2365375"/>
            <a:ext cx="2349500" cy="603250"/>
          </a:xfrm>
          <a:custGeom>
            <a:avLst/>
            <a:gdLst/>
            <a:ahLst/>
            <a:cxnLst/>
            <a:rect l="l" t="t" r="r" b="b"/>
            <a:pathLst>
              <a:path w="2349500" h="603250">
                <a:moveTo>
                  <a:pt x="31749" y="0"/>
                </a:moveTo>
                <a:lnTo>
                  <a:pt x="2317751" y="0"/>
                </a:lnTo>
                <a:cubicBezTo>
                  <a:pt x="2335285" y="0"/>
                  <a:pt x="2349500" y="14215"/>
                  <a:pt x="2349500" y="31749"/>
                </a:cubicBezTo>
                <a:lnTo>
                  <a:pt x="2349500" y="571501"/>
                </a:lnTo>
                <a:cubicBezTo>
                  <a:pt x="2349500" y="589035"/>
                  <a:pt x="2335285" y="603250"/>
                  <a:pt x="2317751" y="603250"/>
                </a:cubicBezTo>
                <a:lnTo>
                  <a:pt x="31749" y="603250"/>
                </a:lnTo>
                <a:cubicBezTo>
                  <a:pt x="14215" y="603250"/>
                  <a:pt x="0" y="589035"/>
                  <a:pt x="0" y="5715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837040" y="2460625"/>
            <a:ext cx="222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"gato" ↔ "gatito"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37040" y="2682875"/>
            <a:ext cx="222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Distancia: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0.12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189021" y="2365375"/>
            <a:ext cx="2349500" cy="603250"/>
          </a:xfrm>
          <a:custGeom>
            <a:avLst/>
            <a:gdLst/>
            <a:ahLst/>
            <a:cxnLst/>
            <a:rect l="l" t="t" r="r" b="b"/>
            <a:pathLst>
              <a:path w="2349500" h="603250">
                <a:moveTo>
                  <a:pt x="31749" y="0"/>
                </a:moveTo>
                <a:lnTo>
                  <a:pt x="2317751" y="0"/>
                </a:lnTo>
                <a:cubicBezTo>
                  <a:pt x="2335285" y="0"/>
                  <a:pt x="2349500" y="14215"/>
                  <a:pt x="2349500" y="31749"/>
                </a:cubicBezTo>
                <a:lnTo>
                  <a:pt x="2349500" y="571501"/>
                </a:lnTo>
                <a:cubicBezTo>
                  <a:pt x="2349500" y="589035"/>
                  <a:pt x="2335285" y="603250"/>
                  <a:pt x="2317751" y="603250"/>
                </a:cubicBezTo>
                <a:lnTo>
                  <a:pt x="31749" y="603250"/>
                </a:lnTo>
                <a:cubicBezTo>
                  <a:pt x="14215" y="603250"/>
                  <a:pt x="0" y="589035"/>
                  <a:pt x="0" y="5715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9284271" y="2460625"/>
            <a:ext cx="222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"gato" ↔ "mesa"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284271" y="2682875"/>
            <a:ext cx="222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Distancia: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0.89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757665" y="31035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55563" y="39688"/>
                </a:moveTo>
                <a:cubicBezTo>
                  <a:pt x="55563" y="35307"/>
                  <a:pt x="59119" y="31750"/>
                  <a:pt x="63500" y="31750"/>
                </a:cubicBezTo>
                <a:cubicBezTo>
                  <a:pt x="67881" y="31750"/>
                  <a:pt x="71438" y="35307"/>
                  <a:pt x="71438" y="39688"/>
                </a:cubicBezTo>
                <a:cubicBezTo>
                  <a:pt x="71438" y="44068"/>
                  <a:pt x="67881" y="47625"/>
                  <a:pt x="63500" y="47625"/>
                </a:cubicBezTo>
                <a:cubicBezTo>
                  <a:pt x="59119" y="47625"/>
                  <a:pt x="55563" y="44068"/>
                  <a:pt x="55563" y="39688"/>
                </a:cubicBezTo>
                <a:close/>
                <a:moveTo>
                  <a:pt x="53578" y="55563"/>
                </a:moveTo>
                <a:lnTo>
                  <a:pt x="65484" y="55563"/>
                </a:lnTo>
                <a:cubicBezTo>
                  <a:pt x="68783" y="55563"/>
                  <a:pt x="71438" y="58217"/>
                  <a:pt x="71438" y="61516"/>
                </a:cubicBezTo>
                <a:lnTo>
                  <a:pt x="71438" y="83344"/>
                </a:lnTo>
                <a:lnTo>
                  <a:pt x="73422" y="83344"/>
                </a:lnTo>
                <a:cubicBezTo>
                  <a:pt x="76721" y="83344"/>
                  <a:pt x="79375" y="85998"/>
                  <a:pt x="79375" y="89297"/>
                </a:cubicBezTo>
                <a:cubicBezTo>
                  <a:pt x="79375" y="92596"/>
                  <a:pt x="76721" y="95250"/>
                  <a:pt x="73422" y="95250"/>
                </a:cubicBezTo>
                <a:lnTo>
                  <a:pt x="53578" y="95250"/>
                </a:lnTo>
                <a:cubicBezTo>
                  <a:pt x="50279" y="95250"/>
                  <a:pt x="47625" y="92596"/>
                  <a:pt x="47625" y="89297"/>
                </a:cubicBezTo>
                <a:cubicBezTo>
                  <a:pt x="47625" y="85998"/>
                  <a:pt x="50279" y="83344"/>
                  <a:pt x="53578" y="83344"/>
                </a:cubicBezTo>
                <a:lnTo>
                  <a:pt x="59531" y="83344"/>
                </a:lnTo>
                <a:lnTo>
                  <a:pt x="59531" y="67469"/>
                </a:lnTo>
                <a:lnTo>
                  <a:pt x="53578" y="67469"/>
                </a:lnTo>
                <a:cubicBezTo>
                  <a:pt x="50279" y="67469"/>
                  <a:pt x="47625" y="64815"/>
                  <a:pt x="47625" y="61516"/>
                </a:cubicBezTo>
                <a:cubicBezTo>
                  <a:pt x="47625" y="58217"/>
                  <a:pt x="50279" y="55563"/>
                  <a:pt x="53578" y="5556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5" name="Text 33"/>
          <p:cNvSpPr/>
          <p:nvPr/>
        </p:nvSpPr>
        <p:spPr>
          <a:xfrm>
            <a:off x="6920384" y="3063875"/>
            <a:ext cx="46870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Cuanto menor la distancia, más relacionados los significados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66321" y="3520281"/>
            <a:ext cx="5508625" cy="1690688"/>
          </a:xfrm>
          <a:custGeom>
            <a:avLst/>
            <a:gdLst/>
            <a:ahLst/>
            <a:cxnLst/>
            <a:rect l="l" t="t" r="r" b="b"/>
            <a:pathLst>
              <a:path w="5508625" h="1690688">
                <a:moveTo>
                  <a:pt x="63502" y="0"/>
                </a:moveTo>
                <a:lnTo>
                  <a:pt x="5445123" y="0"/>
                </a:lnTo>
                <a:cubicBezTo>
                  <a:pt x="5480194" y="0"/>
                  <a:pt x="5508625" y="28431"/>
                  <a:pt x="5508625" y="63502"/>
                </a:cubicBezTo>
                <a:lnTo>
                  <a:pt x="5508625" y="1627185"/>
                </a:lnTo>
                <a:cubicBezTo>
                  <a:pt x="5508625" y="1662257"/>
                  <a:pt x="5480194" y="1690688"/>
                  <a:pt x="5445123" y="1690688"/>
                </a:cubicBezTo>
                <a:lnTo>
                  <a:pt x="63502" y="1690688"/>
                </a:lnTo>
                <a:cubicBezTo>
                  <a:pt x="28431" y="1690688"/>
                  <a:pt x="0" y="1662257"/>
                  <a:pt x="0" y="1627185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3"/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97290" y="3651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8" name="Text 36"/>
          <p:cNvSpPr/>
          <p:nvPr/>
        </p:nvSpPr>
        <p:spPr>
          <a:xfrm>
            <a:off x="6257603" y="3651250"/>
            <a:ext cx="460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1A1D2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B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73540" y="3730625"/>
            <a:ext cx="1682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Analogías Matemáticas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741790" y="4127500"/>
            <a:ext cx="4802188" cy="952500"/>
          </a:xfrm>
          <a:custGeom>
            <a:avLst/>
            <a:gdLst/>
            <a:ahLst/>
            <a:cxnLst/>
            <a:rect l="l" t="t" r="r" b="b"/>
            <a:pathLst>
              <a:path w="4802188" h="952500">
                <a:moveTo>
                  <a:pt x="63503" y="0"/>
                </a:moveTo>
                <a:lnTo>
                  <a:pt x="4738684" y="0"/>
                </a:lnTo>
                <a:cubicBezTo>
                  <a:pt x="4773756" y="0"/>
                  <a:pt x="4802188" y="28431"/>
                  <a:pt x="4802188" y="63503"/>
                </a:cubicBezTo>
                <a:lnTo>
                  <a:pt x="4802188" y="888997"/>
                </a:lnTo>
                <a:cubicBezTo>
                  <a:pt x="4802188" y="924069"/>
                  <a:pt x="4773756" y="952500"/>
                  <a:pt x="4738684" y="952500"/>
                </a:cubicBezTo>
                <a:lnTo>
                  <a:pt x="63503" y="952500"/>
                </a:lnTo>
                <a:cubicBezTo>
                  <a:pt x="28431" y="952500"/>
                  <a:pt x="0" y="924069"/>
                  <a:pt x="0" y="88899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868790" y="4254500"/>
            <a:ext cx="4619625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vector("rey") - vector("hombre") + vector("mujer") ≈ vector("reina")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68790" y="4762500"/>
            <a:ext cx="4611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aritmética de vectores captura relaciones semánticas complejas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967884" y="5703094"/>
            <a:ext cx="1881187" cy="833438"/>
          </a:xfrm>
          <a:custGeom>
            <a:avLst/>
            <a:gdLst/>
            <a:ahLst/>
            <a:cxnLst/>
            <a:rect l="l" t="t" r="r" b="b"/>
            <a:pathLst>
              <a:path w="1881187" h="833438">
                <a:moveTo>
                  <a:pt x="63500" y="0"/>
                </a:moveTo>
                <a:lnTo>
                  <a:pt x="1817688" y="0"/>
                </a:lnTo>
                <a:cubicBezTo>
                  <a:pt x="1852758" y="0"/>
                  <a:pt x="1881187" y="28430"/>
                  <a:pt x="1881187" y="63500"/>
                </a:cubicBezTo>
                <a:lnTo>
                  <a:pt x="1881187" y="769938"/>
                </a:lnTo>
                <a:cubicBezTo>
                  <a:pt x="1881187" y="805008"/>
                  <a:pt x="1852758" y="833438"/>
                  <a:pt x="1817688" y="833438"/>
                </a:cubicBezTo>
                <a:lnTo>
                  <a:pt x="63500" y="833438"/>
                </a:lnTo>
                <a:cubicBezTo>
                  <a:pt x="28430" y="833438"/>
                  <a:pt x="0" y="805008"/>
                  <a:pt x="0" y="769938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3"/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27415" y="5834063"/>
            <a:ext cx="1762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50" b="1" dirty="0">
                <a:solidFill>
                  <a:srgbClr val="5E8B7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768-4096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067103" y="6215063"/>
            <a:ext cx="1682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Dimensiones por vector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980412" y="5703094"/>
            <a:ext cx="1881187" cy="833438"/>
          </a:xfrm>
          <a:custGeom>
            <a:avLst/>
            <a:gdLst/>
            <a:ahLst/>
            <a:cxnLst/>
            <a:rect l="l" t="t" r="r" b="b"/>
            <a:pathLst>
              <a:path w="1881187" h="833438">
                <a:moveTo>
                  <a:pt x="63500" y="0"/>
                </a:moveTo>
                <a:lnTo>
                  <a:pt x="1817688" y="0"/>
                </a:lnTo>
                <a:cubicBezTo>
                  <a:pt x="1852758" y="0"/>
                  <a:pt x="1881187" y="28430"/>
                  <a:pt x="1881187" y="63500"/>
                </a:cubicBezTo>
                <a:lnTo>
                  <a:pt x="1881187" y="769938"/>
                </a:lnTo>
                <a:cubicBezTo>
                  <a:pt x="1881187" y="805008"/>
                  <a:pt x="1852758" y="833438"/>
                  <a:pt x="1817688" y="833438"/>
                </a:cubicBezTo>
                <a:lnTo>
                  <a:pt x="63500" y="833438"/>
                </a:lnTo>
                <a:cubicBezTo>
                  <a:pt x="28430" y="833438"/>
                  <a:pt x="0" y="805008"/>
                  <a:pt x="0" y="769938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3"/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39943" y="5834063"/>
            <a:ext cx="1762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50" b="1" dirty="0">
                <a:solidFill>
                  <a:srgbClr val="5E8B7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50K+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079631" y="6215063"/>
            <a:ext cx="1682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Tokens en vocabulario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992940" y="5703094"/>
            <a:ext cx="1881187" cy="833438"/>
          </a:xfrm>
          <a:custGeom>
            <a:avLst/>
            <a:gdLst/>
            <a:ahLst/>
            <a:cxnLst/>
            <a:rect l="l" t="t" r="r" b="b"/>
            <a:pathLst>
              <a:path w="1881187" h="833438">
                <a:moveTo>
                  <a:pt x="63500" y="0"/>
                </a:moveTo>
                <a:lnTo>
                  <a:pt x="1817688" y="0"/>
                </a:lnTo>
                <a:cubicBezTo>
                  <a:pt x="1852758" y="0"/>
                  <a:pt x="1881187" y="28430"/>
                  <a:pt x="1881187" y="63500"/>
                </a:cubicBezTo>
                <a:lnTo>
                  <a:pt x="1881187" y="769938"/>
                </a:lnTo>
                <a:cubicBezTo>
                  <a:pt x="1881187" y="805008"/>
                  <a:pt x="1852758" y="833438"/>
                  <a:pt x="1817688" y="833438"/>
                </a:cubicBezTo>
                <a:lnTo>
                  <a:pt x="63500" y="833438"/>
                </a:lnTo>
                <a:cubicBezTo>
                  <a:pt x="28430" y="833438"/>
                  <a:pt x="0" y="805008"/>
                  <a:pt x="0" y="769938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3"/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052472" y="5834063"/>
            <a:ext cx="1762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50" b="1" dirty="0">
                <a:solidFill>
                  <a:srgbClr val="5E8B7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FP16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092159" y="6215063"/>
            <a:ext cx="1682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Precisión numérica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PASO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Transformers: El Corazón de Casi Todo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101600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Desde 2017 • Arquitectura revolucionaria que cambió la IA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3375" y="1428750"/>
            <a:ext cx="5437188" cy="2039938"/>
          </a:xfrm>
          <a:custGeom>
            <a:avLst/>
            <a:gdLst/>
            <a:ahLst/>
            <a:cxnLst/>
            <a:rect l="l" t="t" r="r" b="b"/>
            <a:pathLst>
              <a:path w="5437188" h="2039938">
                <a:moveTo>
                  <a:pt x="31750" y="0"/>
                </a:moveTo>
                <a:lnTo>
                  <a:pt x="5373684" y="0"/>
                </a:lnTo>
                <a:cubicBezTo>
                  <a:pt x="5408756" y="0"/>
                  <a:pt x="5437188" y="28431"/>
                  <a:pt x="5437188" y="63503"/>
                </a:cubicBezTo>
                <a:lnTo>
                  <a:pt x="5437188" y="1976434"/>
                </a:lnTo>
                <a:cubicBezTo>
                  <a:pt x="5437188" y="2011506"/>
                  <a:pt x="5408756" y="2039938"/>
                  <a:pt x="5373684" y="2039938"/>
                </a:cubicBezTo>
                <a:lnTo>
                  <a:pt x="31750" y="2039938"/>
                </a:lnTo>
                <a:cubicBezTo>
                  <a:pt x="14227" y="2039938"/>
                  <a:pt x="0" y="2025711"/>
                  <a:pt x="0" y="200818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6D8C">
              <a:alpha val="14902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33375" y="1428750"/>
            <a:ext cx="31750" cy="2039938"/>
          </a:xfrm>
          <a:custGeom>
            <a:avLst/>
            <a:gdLst/>
            <a:ahLst/>
            <a:cxnLst/>
            <a:rect l="l" t="t" r="r" b="b"/>
            <a:pathLst>
              <a:path w="31750" h="2039938">
                <a:moveTo>
                  <a:pt x="31750" y="0"/>
                </a:moveTo>
                <a:lnTo>
                  <a:pt x="31750" y="0"/>
                </a:lnTo>
                <a:lnTo>
                  <a:pt x="31750" y="2039938"/>
                </a:lnTo>
                <a:lnTo>
                  <a:pt x="31750" y="2039938"/>
                </a:lnTo>
                <a:cubicBezTo>
                  <a:pt x="14227" y="2039938"/>
                  <a:pt x="0" y="2025711"/>
                  <a:pt x="0" y="200818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Shape 5"/>
          <p:cNvSpPr/>
          <p:nvPr/>
        </p:nvSpPr>
        <p:spPr>
          <a:xfrm>
            <a:off x="539750" y="16510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Text 6"/>
          <p:cNvSpPr/>
          <p:nvPr/>
        </p:nvSpPr>
        <p:spPr>
          <a:xfrm>
            <a:off x="777875" y="1619250"/>
            <a:ext cx="4897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La Arquitectura Transformer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9750" y="2000250"/>
            <a:ext cx="5111750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arquitectura Transformer es como una 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5E8B7E"/>
                </a:solidFill>
                <a:highlight>
                  <a:srgbClr val="5E8B7E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cinta transportadora gigante con muchas estaciones de atención 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Cada estación hace lo mismo: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3719" y="2595563"/>
            <a:ext cx="5032375" cy="674688"/>
          </a:xfrm>
          <a:custGeom>
            <a:avLst/>
            <a:gdLst/>
            <a:ahLst/>
            <a:cxnLst/>
            <a:rect l="l" t="t" r="r" b="b"/>
            <a:pathLst>
              <a:path w="5032375" h="674688">
                <a:moveTo>
                  <a:pt x="63502" y="0"/>
                </a:moveTo>
                <a:lnTo>
                  <a:pt x="4968873" y="0"/>
                </a:lnTo>
                <a:cubicBezTo>
                  <a:pt x="5003944" y="0"/>
                  <a:pt x="5032375" y="28431"/>
                  <a:pt x="5032375" y="63502"/>
                </a:cubicBezTo>
                <a:lnTo>
                  <a:pt x="5032375" y="611186"/>
                </a:lnTo>
                <a:cubicBezTo>
                  <a:pt x="5032375" y="646257"/>
                  <a:pt x="5003944" y="674688"/>
                  <a:pt x="4968873" y="674688"/>
                </a:cubicBezTo>
                <a:lnTo>
                  <a:pt x="63502" y="674688"/>
                </a:lnTo>
                <a:cubicBezTo>
                  <a:pt x="28431" y="674688"/>
                  <a:pt x="0" y="646257"/>
                  <a:pt x="0" y="61118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3"/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4688" y="2726531"/>
            <a:ext cx="4833938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"Mira todo lo que ya llegó antes y decide qué partes son importantes para predecir la siguiente palabra."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1469" y="3627438"/>
            <a:ext cx="5445125" cy="2341563"/>
          </a:xfrm>
          <a:custGeom>
            <a:avLst/>
            <a:gdLst/>
            <a:ahLst/>
            <a:cxnLst/>
            <a:rect l="l" t="t" r="r" b="b"/>
            <a:pathLst>
              <a:path w="5445125" h="2341563">
                <a:moveTo>
                  <a:pt x="63503" y="0"/>
                </a:moveTo>
                <a:lnTo>
                  <a:pt x="5381622" y="0"/>
                </a:lnTo>
                <a:cubicBezTo>
                  <a:pt x="5416694" y="0"/>
                  <a:pt x="5445125" y="28431"/>
                  <a:pt x="5445125" y="63503"/>
                </a:cubicBezTo>
                <a:lnTo>
                  <a:pt x="5445125" y="2278059"/>
                </a:lnTo>
                <a:cubicBezTo>
                  <a:pt x="5445125" y="2313131"/>
                  <a:pt x="5416694" y="2341563"/>
                  <a:pt x="5381622" y="2341563"/>
                </a:cubicBezTo>
                <a:lnTo>
                  <a:pt x="63503" y="2341563"/>
                </a:lnTo>
                <a:cubicBezTo>
                  <a:pt x="28431" y="2341563"/>
                  <a:pt x="0" y="2313131"/>
                  <a:pt x="0" y="2278059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5781" y="3853656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2089" y="1612"/>
                </a:moveTo>
                <a:cubicBezTo>
                  <a:pt x="76708" y="-527"/>
                  <a:pt x="82042" y="-527"/>
                  <a:pt x="86661" y="1612"/>
                </a:cubicBezTo>
                <a:lnTo>
                  <a:pt x="154440" y="32928"/>
                </a:lnTo>
                <a:cubicBezTo>
                  <a:pt x="157076" y="34137"/>
                  <a:pt x="158750" y="36773"/>
                  <a:pt x="158750" y="39688"/>
                </a:cubicBezTo>
                <a:cubicBezTo>
                  <a:pt x="158750" y="42602"/>
                  <a:pt x="157076" y="45238"/>
                  <a:pt x="154440" y="46447"/>
                </a:cubicBezTo>
                <a:lnTo>
                  <a:pt x="86661" y="77763"/>
                </a:lnTo>
                <a:cubicBezTo>
                  <a:pt x="82042" y="79902"/>
                  <a:pt x="76708" y="79902"/>
                  <a:pt x="72089" y="77763"/>
                </a:cubicBezTo>
                <a:lnTo>
                  <a:pt x="4310" y="46447"/>
                </a:lnTo>
                <a:cubicBezTo>
                  <a:pt x="1674" y="45207"/>
                  <a:pt x="0" y="42571"/>
                  <a:pt x="0" y="39688"/>
                </a:cubicBezTo>
                <a:cubicBezTo>
                  <a:pt x="0" y="36804"/>
                  <a:pt x="1674" y="34137"/>
                  <a:pt x="4310" y="32928"/>
                </a:cubicBezTo>
                <a:lnTo>
                  <a:pt x="72089" y="1612"/>
                </a:lnTo>
                <a:close/>
                <a:moveTo>
                  <a:pt x="14914" y="67717"/>
                </a:moveTo>
                <a:lnTo>
                  <a:pt x="65856" y="91250"/>
                </a:lnTo>
                <a:cubicBezTo>
                  <a:pt x="74445" y="95219"/>
                  <a:pt x="84336" y="95219"/>
                  <a:pt x="92925" y="91250"/>
                </a:cubicBezTo>
                <a:lnTo>
                  <a:pt x="143867" y="67717"/>
                </a:lnTo>
                <a:lnTo>
                  <a:pt x="154440" y="72616"/>
                </a:lnTo>
                <a:cubicBezTo>
                  <a:pt x="157076" y="73825"/>
                  <a:pt x="158750" y="76460"/>
                  <a:pt x="158750" y="79375"/>
                </a:cubicBezTo>
                <a:cubicBezTo>
                  <a:pt x="158750" y="82290"/>
                  <a:pt x="157076" y="84925"/>
                  <a:pt x="154440" y="86134"/>
                </a:cubicBezTo>
                <a:lnTo>
                  <a:pt x="86661" y="117450"/>
                </a:lnTo>
                <a:cubicBezTo>
                  <a:pt x="82042" y="119590"/>
                  <a:pt x="76708" y="119590"/>
                  <a:pt x="72089" y="117450"/>
                </a:cubicBezTo>
                <a:lnTo>
                  <a:pt x="4310" y="86134"/>
                </a:lnTo>
                <a:cubicBezTo>
                  <a:pt x="1674" y="84894"/>
                  <a:pt x="0" y="82259"/>
                  <a:pt x="0" y="79375"/>
                </a:cubicBezTo>
                <a:cubicBezTo>
                  <a:pt x="0" y="76491"/>
                  <a:pt x="1674" y="73825"/>
                  <a:pt x="4310" y="72616"/>
                </a:cubicBezTo>
                <a:lnTo>
                  <a:pt x="14883" y="67717"/>
                </a:lnTo>
                <a:close/>
                <a:moveTo>
                  <a:pt x="4310" y="112303"/>
                </a:moveTo>
                <a:lnTo>
                  <a:pt x="14883" y="107404"/>
                </a:lnTo>
                <a:lnTo>
                  <a:pt x="65825" y="130938"/>
                </a:lnTo>
                <a:cubicBezTo>
                  <a:pt x="74414" y="134906"/>
                  <a:pt x="84305" y="134906"/>
                  <a:pt x="92894" y="130938"/>
                </a:cubicBezTo>
                <a:lnTo>
                  <a:pt x="143836" y="107404"/>
                </a:lnTo>
                <a:lnTo>
                  <a:pt x="154409" y="112303"/>
                </a:lnTo>
                <a:cubicBezTo>
                  <a:pt x="157045" y="113512"/>
                  <a:pt x="158719" y="116148"/>
                  <a:pt x="158719" y="119062"/>
                </a:cubicBezTo>
                <a:cubicBezTo>
                  <a:pt x="158719" y="121977"/>
                  <a:pt x="157045" y="124613"/>
                  <a:pt x="154409" y="125822"/>
                </a:cubicBezTo>
                <a:lnTo>
                  <a:pt x="86630" y="157138"/>
                </a:lnTo>
                <a:cubicBezTo>
                  <a:pt x="82010" y="159277"/>
                  <a:pt x="76677" y="159277"/>
                  <a:pt x="72058" y="157138"/>
                </a:cubicBezTo>
                <a:lnTo>
                  <a:pt x="4310" y="125822"/>
                </a:lnTo>
                <a:cubicBezTo>
                  <a:pt x="1674" y="124582"/>
                  <a:pt x="0" y="121946"/>
                  <a:pt x="0" y="119062"/>
                </a:cubicBezTo>
                <a:cubicBezTo>
                  <a:pt x="0" y="116179"/>
                  <a:pt x="1674" y="113512"/>
                  <a:pt x="4310" y="11230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4" name="Text 12"/>
          <p:cNvSpPr/>
          <p:nvPr/>
        </p:nvSpPr>
        <p:spPr>
          <a:xfrm>
            <a:off x="714375" y="3821906"/>
            <a:ext cx="4937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Múltiples Capas de Procesamiento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5938" y="4171156"/>
            <a:ext cx="5119688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Hay muchas capas que refinan progresivamente la comprensión: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7236" y="4512469"/>
            <a:ext cx="492125" cy="492125"/>
          </a:xfrm>
          <a:custGeom>
            <a:avLst/>
            <a:gdLst/>
            <a:ahLst/>
            <a:cxnLst/>
            <a:rect l="l" t="t" r="r" b="b"/>
            <a:pathLst>
              <a:path w="492125" h="492125">
                <a:moveTo>
                  <a:pt x="246063" y="0"/>
                </a:moveTo>
                <a:lnTo>
                  <a:pt x="246063" y="0"/>
                </a:lnTo>
                <a:cubicBezTo>
                  <a:pt x="381868" y="0"/>
                  <a:pt x="492125" y="110257"/>
                  <a:pt x="492125" y="246063"/>
                </a:cubicBezTo>
                <a:lnTo>
                  <a:pt x="492125" y="246063"/>
                </a:lnTo>
                <a:cubicBezTo>
                  <a:pt x="492125" y="381868"/>
                  <a:pt x="381868" y="492125"/>
                  <a:pt x="246063" y="492125"/>
                </a:cubicBezTo>
                <a:lnTo>
                  <a:pt x="246063" y="492125"/>
                </a:lnTo>
                <a:cubicBezTo>
                  <a:pt x="110257" y="492125"/>
                  <a:pt x="0" y="381868"/>
                  <a:pt x="0" y="246063"/>
                </a:cubicBezTo>
                <a:lnTo>
                  <a:pt x="0" y="246063"/>
                </a:lnTo>
                <a:cubicBezTo>
                  <a:pt x="0" y="110257"/>
                  <a:pt x="110257" y="0"/>
                  <a:pt x="246062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 w="25400">
            <a:solidFill>
              <a:srgbClr val="5E8B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611" y="4504531"/>
            <a:ext cx="5556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87549" y="5076031"/>
            <a:ext cx="6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Modelos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pequeños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998638" y="4853781"/>
            <a:ext cx="285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803922" y="4512469"/>
            <a:ext cx="492125" cy="492125"/>
          </a:xfrm>
          <a:custGeom>
            <a:avLst/>
            <a:gdLst/>
            <a:ahLst/>
            <a:cxnLst/>
            <a:rect l="l" t="t" r="r" b="b"/>
            <a:pathLst>
              <a:path w="492125" h="492125">
                <a:moveTo>
                  <a:pt x="246063" y="0"/>
                </a:moveTo>
                <a:lnTo>
                  <a:pt x="246063" y="0"/>
                </a:lnTo>
                <a:cubicBezTo>
                  <a:pt x="381868" y="0"/>
                  <a:pt x="492125" y="110257"/>
                  <a:pt x="492125" y="246063"/>
                </a:cubicBezTo>
                <a:lnTo>
                  <a:pt x="492125" y="246063"/>
                </a:lnTo>
                <a:cubicBezTo>
                  <a:pt x="492125" y="381868"/>
                  <a:pt x="381868" y="492125"/>
                  <a:pt x="246063" y="492125"/>
                </a:cubicBezTo>
                <a:lnTo>
                  <a:pt x="246063" y="492125"/>
                </a:lnTo>
                <a:cubicBezTo>
                  <a:pt x="110257" y="492125"/>
                  <a:pt x="0" y="381868"/>
                  <a:pt x="0" y="246063"/>
                </a:cubicBezTo>
                <a:lnTo>
                  <a:pt x="0" y="246063"/>
                </a:lnTo>
                <a:cubicBezTo>
                  <a:pt x="0" y="110257"/>
                  <a:pt x="110257" y="0"/>
                  <a:pt x="246062" y="0"/>
                </a:cubicBezTo>
                <a:close/>
              </a:path>
            </a:pathLst>
          </a:custGeom>
          <a:solidFill>
            <a:srgbClr val="5E8B7E">
              <a:alpha val="50196"/>
            </a:srgbClr>
          </a:solidFill>
          <a:ln w="25400">
            <a:solidFill>
              <a:srgbClr val="5E8B7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56297" y="4504531"/>
            <a:ext cx="5556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24-48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764234" y="5076031"/>
            <a:ext cx="62706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Modelos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medianos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966146" y="4853781"/>
            <a:ext cx="285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71430" y="4512469"/>
            <a:ext cx="492125" cy="492125"/>
          </a:xfrm>
          <a:custGeom>
            <a:avLst/>
            <a:gdLst/>
            <a:ahLst/>
            <a:cxnLst/>
            <a:rect l="l" t="t" r="r" b="b"/>
            <a:pathLst>
              <a:path w="492125" h="492125">
                <a:moveTo>
                  <a:pt x="246063" y="0"/>
                </a:moveTo>
                <a:lnTo>
                  <a:pt x="246063" y="0"/>
                </a:lnTo>
                <a:cubicBezTo>
                  <a:pt x="381868" y="0"/>
                  <a:pt x="492125" y="110257"/>
                  <a:pt x="492125" y="246063"/>
                </a:cubicBezTo>
                <a:lnTo>
                  <a:pt x="492125" y="246063"/>
                </a:lnTo>
                <a:cubicBezTo>
                  <a:pt x="492125" y="381868"/>
                  <a:pt x="381868" y="492125"/>
                  <a:pt x="246063" y="492125"/>
                </a:cubicBezTo>
                <a:lnTo>
                  <a:pt x="246063" y="492125"/>
                </a:lnTo>
                <a:cubicBezTo>
                  <a:pt x="110257" y="492125"/>
                  <a:pt x="0" y="381868"/>
                  <a:pt x="0" y="246063"/>
                </a:cubicBezTo>
                <a:lnTo>
                  <a:pt x="0" y="246063"/>
                </a:lnTo>
                <a:cubicBezTo>
                  <a:pt x="0" y="110257"/>
                  <a:pt x="110257" y="0"/>
                  <a:pt x="246062" y="0"/>
                </a:cubicBezTo>
                <a:close/>
              </a:path>
            </a:pathLst>
          </a:custGeom>
          <a:solidFill>
            <a:srgbClr val="5E8B7E"/>
          </a:solidFill>
          <a:ln w="25400">
            <a:solidFill>
              <a:srgbClr val="5E8B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3805" y="4504531"/>
            <a:ext cx="5556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1A1D2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100+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31742" y="5076031"/>
            <a:ext cx="57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Modelos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grandes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218406" y="562371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55563" y="39688"/>
                </a:moveTo>
                <a:cubicBezTo>
                  <a:pt x="55563" y="35307"/>
                  <a:pt x="59119" y="31750"/>
                  <a:pt x="63500" y="31750"/>
                </a:cubicBezTo>
                <a:cubicBezTo>
                  <a:pt x="67881" y="31750"/>
                  <a:pt x="71438" y="35307"/>
                  <a:pt x="71438" y="39688"/>
                </a:cubicBezTo>
                <a:cubicBezTo>
                  <a:pt x="71438" y="44068"/>
                  <a:pt x="67881" y="47625"/>
                  <a:pt x="63500" y="47625"/>
                </a:cubicBezTo>
                <a:cubicBezTo>
                  <a:pt x="59119" y="47625"/>
                  <a:pt x="55563" y="44068"/>
                  <a:pt x="55563" y="39688"/>
                </a:cubicBezTo>
                <a:close/>
                <a:moveTo>
                  <a:pt x="53578" y="55563"/>
                </a:moveTo>
                <a:lnTo>
                  <a:pt x="65484" y="55563"/>
                </a:lnTo>
                <a:cubicBezTo>
                  <a:pt x="68783" y="55563"/>
                  <a:pt x="71438" y="58217"/>
                  <a:pt x="71438" y="61516"/>
                </a:cubicBezTo>
                <a:lnTo>
                  <a:pt x="71438" y="83344"/>
                </a:lnTo>
                <a:lnTo>
                  <a:pt x="73422" y="83344"/>
                </a:lnTo>
                <a:cubicBezTo>
                  <a:pt x="76721" y="83344"/>
                  <a:pt x="79375" y="85998"/>
                  <a:pt x="79375" y="89297"/>
                </a:cubicBezTo>
                <a:cubicBezTo>
                  <a:pt x="79375" y="92596"/>
                  <a:pt x="76721" y="95250"/>
                  <a:pt x="73422" y="95250"/>
                </a:cubicBezTo>
                <a:lnTo>
                  <a:pt x="53578" y="95250"/>
                </a:lnTo>
                <a:cubicBezTo>
                  <a:pt x="50279" y="95250"/>
                  <a:pt x="47625" y="92596"/>
                  <a:pt x="47625" y="89297"/>
                </a:cubicBezTo>
                <a:cubicBezTo>
                  <a:pt x="47625" y="85998"/>
                  <a:pt x="50279" y="83344"/>
                  <a:pt x="53578" y="83344"/>
                </a:cubicBezTo>
                <a:lnTo>
                  <a:pt x="59531" y="83344"/>
                </a:lnTo>
                <a:lnTo>
                  <a:pt x="59531" y="67469"/>
                </a:lnTo>
                <a:lnTo>
                  <a:pt x="53578" y="67469"/>
                </a:lnTo>
                <a:cubicBezTo>
                  <a:pt x="50279" y="67469"/>
                  <a:pt x="47625" y="64815"/>
                  <a:pt x="47625" y="61516"/>
                </a:cubicBezTo>
                <a:cubicBezTo>
                  <a:pt x="47625" y="58217"/>
                  <a:pt x="50279" y="55563"/>
                  <a:pt x="53578" y="5556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8" name="Text 26"/>
          <p:cNvSpPr/>
          <p:nvPr/>
        </p:nvSpPr>
        <p:spPr>
          <a:xfrm>
            <a:off x="662781" y="5584031"/>
            <a:ext cx="49410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Cada capa refina un poco más la comprensión del contexto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967884" y="1432719"/>
            <a:ext cx="5905500" cy="4437063"/>
          </a:xfrm>
          <a:custGeom>
            <a:avLst/>
            <a:gdLst/>
            <a:ahLst/>
            <a:cxnLst/>
            <a:rect l="l" t="t" r="r" b="b"/>
            <a:pathLst>
              <a:path w="5905500" h="4437063">
                <a:moveTo>
                  <a:pt x="63494" y="0"/>
                </a:moveTo>
                <a:lnTo>
                  <a:pt x="5842006" y="0"/>
                </a:lnTo>
                <a:cubicBezTo>
                  <a:pt x="5877073" y="0"/>
                  <a:pt x="5905500" y="28427"/>
                  <a:pt x="5905500" y="63494"/>
                </a:cubicBezTo>
                <a:lnTo>
                  <a:pt x="5905500" y="4373568"/>
                </a:lnTo>
                <a:cubicBezTo>
                  <a:pt x="5905500" y="4408635"/>
                  <a:pt x="5877073" y="4437063"/>
                  <a:pt x="5842006" y="4437063"/>
                </a:cubicBezTo>
                <a:lnTo>
                  <a:pt x="63494" y="4437063"/>
                </a:lnTo>
                <a:cubicBezTo>
                  <a:pt x="28427" y="4437063"/>
                  <a:pt x="0" y="4408635"/>
                  <a:pt x="0" y="4373568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4259" y="165893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11906"/>
                </a:moveTo>
                <a:cubicBezTo>
                  <a:pt x="77093" y="11906"/>
                  <a:pt x="53020" y="25598"/>
                  <a:pt x="35496" y="41895"/>
                </a:cubicBezTo>
                <a:cubicBezTo>
                  <a:pt x="18083" y="58080"/>
                  <a:pt x="6437" y="77391"/>
                  <a:pt x="893" y="90674"/>
                </a:cubicBezTo>
                <a:cubicBezTo>
                  <a:pt x="-335" y="93613"/>
                  <a:pt x="-335" y="96887"/>
                  <a:pt x="893" y="99826"/>
                </a:cubicBezTo>
                <a:cubicBezTo>
                  <a:pt x="6437" y="113109"/>
                  <a:pt x="18083" y="132457"/>
                  <a:pt x="35496" y="148605"/>
                </a:cubicBezTo>
                <a:cubicBezTo>
                  <a:pt x="53020" y="164864"/>
                  <a:pt x="77093" y="178594"/>
                  <a:pt x="107156" y="178594"/>
                </a:cubicBezTo>
                <a:cubicBezTo>
                  <a:pt x="137220" y="178594"/>
                  <a:pt x="161292" y="164902"/>
                  <a:pt x="178817" y="148605"/>
                </a:cubicBezTo>
                <a:cubicBezTo>
                  <a:pt x="196230" y="132420"/>
                  <a:pt x="207876" y="113109"/>
                  <a:pt x="213420" y="99826"/>
                </a:cubicBezTo>
                <a:cubicBezTo>
                  <a:pt x="214647" y="96887"/>
                  <a:pt x="214647" y="93613"/>
                  <a:pt x="213420" y="90674"/>
                </a:cubicBezTo>
                <a:cubicBezTo>
                  <a:pt x="207876" y="77391"/>
                  <a:pt x="196230" y="58043"/>
                  <a:pt x="178817" y="41895"/>
                </a:cubicBezTo>
                <a:cubicBezTo>
                  <a:pt x="161292" y="25636"/>
                  <a:pt x="137220" y="11906"/>
                  <a:pt x="107156" y="11906"/>
                </a:cubicBezTo>
                <a:close/>
                <a:moveTo>
                  <a:pt x="53578" y="95250"/>
                </a:moveTo>
                <a:cubicBezTo>
                  <a:pt x="53578" y="65679"/>
                  <a:pt x="77586" y="41672"/>
                  <a:pt x="107156" y="41672"/>
                </a:cubicBezTo>
                <a:cubicBezTo>
                  <a:pt x="136727" y="41672"/>
                  <a:pt x="160734" y="65679"/>
                  <a:pt x="160734" y="95250"/>
                </a:cubicBezTo>
                <a:cubicBezTo>
                  <a:pt x="160734" y="124821"/>
                  <a:pt x="136727" y="148828"/>
                  <a:pt x="107156" y="148828"/>
                </a:cubicBezTo>
                <a:cubicBezTo>
                  <a:pt x="77586" y="148828"/>
                  <a:pt x="53578" y="124821"/>
                  <a:pt x="53578" y="95250"/>
                </a:cubicBezTo>
                <a:close/>
                <a:moveTo>
                  <a:pt x="107156" y="71438"/>
                </a:moveTo>
                <a:cubicBezTo>
                  <a:pt x="107156" y="84572"/>
                  <a:pt x="96478" y="95250"/>
                  <a:pt x="83344" y="95250"/>
                </a:cubicBezTo>
                <a:cubicBezTo>
                  <a:pt x="79065" y="95250"/>
                  <a:pt x="75047" y="94134"/>
                  <a:pt x="71549" y="92125"/>
                </a:cubicBezTo>
                <a:cubicBezTo>
                  <a:pt x="71177" y="96180"/>
                  <a:pt x="71512" y="100347"/>
                  <a:pt x="72628" y="104477"/>
                </a:cubicBezTo>
                <a:cubicBezTo>
                  <a:pt x="77725" y="123527"/>
                  <a:pt x="97334" y="134838"/>
                  <a:pt x="116384" y="129741"/>
                </a:cubicBezTo>
                <a:cubicBezTo>
                  <a:pt x="135434" y="124644"/>
                  <a:pt x="146745" y="105035"/>
                  <a:pt x="141647" y="85985"/>
                </a:cubicBezTo>
                <a:cubicBezTo>
                  <a:pt x="137108" y="68982"/>
                  <a:pt x="120997" y="58155"/>
                  <a:pt x="104031" y="59643"/>
                </a:cubicBezTo>
                <a:cubicBezTo>
                  <a:pt x="106003" y="63103"/>
                  <a:pt x="107156" y="67121"/>
                  <a:pt x="107156" y="7143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478" y="1627188"/>
            <a:ext cx="5373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Mecanismo de Atención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66321" y="2043906"/>
            <a:ext cx="5508625" cy="1912938"/>
          </a:xfrm>
          <a:custGeom>
            <a:avLst/>
            <a:gdLst/>
            <a:ahLst/>
            <a:cxnLst/>
            <a:rect l="l" t="t" r="r" b="b"/>
            <a:pathLst>
              <a:path w="5508625" h="1912938">
                <a:moveTo>
                  <a:pt x="63510" y="0"/>
                </a:moveTo>
                <a:lnTo>
                  <a:pt x="5445115" y="0"/>
                </a:lnTo>
                <a:cubicBezTo>
                  <a:pt x="5480191" y="0"/>
                  <a:pt x="5508625" y="28434"/>
                  <a:pt x="5508625" y="63510"/>
                </a:cubicBezTo>
                <a:lnTo>
                  <a:pt x="5508625" y="1849428"/>
                </a:lnTo>
                <a:cubicBezTo>
                  <a:pt x="5508625" y="1884503"/>
                  <a:pt x="5480191" y="1912938"/>
                  <a:pt x="5445115" y="1912938"/>
                </a:cubicBezTo>
                <a:lnTo>
                  <a:pt x="63510" y="1912938"/>
                </a:lnTo>
                <a:cubicBezTo>
                  <a:pt x="28434" y="1912938"/>
                  <a:pt x="0" y="1884503"/>
                  <a:pt x="0" y="1849428"/>
                </a:cubicBezTo>
                <a:lnTo>
                  <a:pt x="0" y="63510"/>
                </a:lnTo>
                <a:cubicBezTo>
                  <a:pt x="0" y="28458"/>
                  <a:pt x="28458" y="0"/>
                  <a:pt x="63510" y="0"/>
                </a:cubicBezTo>
                <a:close/>
              </a:path>
            </a:pathLst>
          </a:custGeom>
          <a:solidFill>
            <a:srgbClr val="1A1D23"/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97290" y="2174875"/>
            <a:ext cx="531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La Gran Idea de 2017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97290" y="2492375"/>
            <a:ext cx="5310188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mecanismo de atención permite al modelo 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5E8B7E"/>
                </a:solidFill>
                <a:highlight>
                  <a:srgbClr val="5E8B7E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enfocarse en partes específicas 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 texto de entrada cuando genera cada palabra de salida.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97290" y="3000375"/>
            <a:ext cx="5246688" cy="825500"/>
          </a:xfrm>
          <a:custGeom>
            <a:avLst/>
            <a:gdLst/>
            <a:ahLst/>
            <a:cxnLst/>
            <a:rect l="l" t="t" r="r" b="b"/>
            <a:pathLst>
              <a:path w="5246688" h="825500">
                <a:moveTo>
                  <a:pt x="31749" y="0"/>
                </a:moveTo>
                <a:lnTo>
                  <a:pt x="5214939" y="0"/>
                </a:lnTo>
                <a:cubicBezTo>
                  <a:pt x="5232473" y="0"/>
                  <a:pt x="5246688" y="14214"/>
                  <a:pt x="5246688" y="31749"/>
                </a:cubicBezTo>
                <a:lnTo>
                  <a:pt x="5246688" y="793751"/>
                </a:lnTo>
                <a:cubicBezTo>
                  <a:pt x="5246687" y="811286"/>
                  <a:pt x="5232473" y="825500"/>
                  <a:pt x="5214939" y="825500"/>
                </a:cubicBezTo>
                <a:lnTo>
                  <a:pt x="31749" y="825500"/>
                </a:lnTo>
                <a:cubicBezTo>
                  <a:pt x="14214" y="825500"/>
                  <a:pt x="0" y="811286"/>
                  <a:pt x="0" y="7937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392540" y="3103563"/>
            <a:ext cx="59494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Analogía: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92540" y="3317875"/>
            <a:ext cx="5119688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Cuando lees una novela y llegas al capítulo 10, tu cerebro automáticamente recuerda que "el detective" del capítulo 1 es la misma persona que "él" en el capítulo 10.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66321" y="4091781"/>
            <a:ext cx="5508625" cy="1579563"/>
          </a:xfrm>
          <a:custGeom>
            <a:avLst/>
            <a:gdLst/>
            <a:ahLst/>
            <a:cxnLst/>
            <a:rect l="l" t="t" r="r" b="b"/>
            <a:pathLst>
              <a:path w="5508625" h="1579563">
                <a:moveTo>
                  <a:pt x="63498" y="0"/>
                </a:moveTo>
                <a:lnTo>
                  <a:pt x="5445127" y="0"/>
                </a:lnTo>
                <a:cubicBezTo>
                  <a:pt x="5480196" y="0"/>
                  <a:pt x="5508625" y="28429"/>
                  <a:pt x="5508625" y="63498"/>
                </a:cubicBezTo>
                <a:lnTo>
                  <a:pt x="5508625" y="1516064"/>
                </a:lnTo>
                <a:cubicBezTo>
                  <a:pt x="5508625" y="1551133"/>
                  <a:pt x="5480196" y="1579562"/>
                  <a:pt x="5445127" y="1579563"/>
                </a:cubicBezTo>
                <a:lnTo>
                  <a:pt x="63498" y="1579563"/>
                </a:lnTo>
                <a:cubicBezTo>
                  <a:pt x="28429" y="1579563"/>
                  <a:pt x="0" y="1551133"/>
                  <a:pt x="0" y="1516064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3"/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97290" y="4222750"/>
            <a:ext cx="531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Escalabilidad Masiva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297290" y="4540250"/>
            <a:ext cx="5310188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atención hace exactamente eso, pero a escala brutal: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97290" y="4841875"/>
            <a:ext cx="2571750" cy="698500"/>
          </a:xfrm>
          <a:custGeom>
            <a:avLst/>
            <a:gdLst/>
            <a:ahLst/>
            <a:cxnLst/>
            <a:rect l="l" t="t" r="r" b="b"/>
            <a:pathLst>
              <a:path w="2571750" h="698500">
                <a:moveTo>
                  <a:pt x="31747" y="0"/>
                </a:moveTo>
                <a:lnTo>
                  <a:pt x="2540003" y="0"/>
                </a:lnTo>
                <a:cubicBezTo>
                  <a:pt x="2557536" y="0"/>
                  <a:pt x="2571750" y="14214"/>
                  <a:pt x="2571750" y="31747"/>
                </a:cubicBezTo>
                <a:lnTo>
                  <a:pt x="2571750" y="666753"/>
                </a:lnTo>
                <a:cubicBezTo>
                  <a:pt x="2571750" y="684286"/>
                  <a:pt x="2557536" y="698500"/>
                  <a:pt x="2540003" y="698500"/>
                </a:cubicBezTo>
                <a:lnTo>
                  <a:pt x="31747" y="698500"/>
                </a:lnTo>
                <a:cubicBezTo>
                  <a:pt x="14214" y="698500"/>
                  <a:pt x="0" y="684286"/>
                  <a:pt x="0" y="666753"/>
                </a:cubicBezTo>
                <a:lnTo>
                  <a:pt x="0" y="31747"/>
                </a:lnTo>
                <a:cubicBezTo>
                  <a:pt x="0" y="14225"/>
                  <a:pt x="14225" y="0"/>
                  <a:pt x="31747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333009" y="4937125"/>
            <a:ext cx="25003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5E8B7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O(n²)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60790" y="5254625"/>
            <a:ext cx="244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Comparaciones por token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966771" y="4841875"/>
            <a:ext cx="2571750" cy="698500"/>
          </a:xfrm>
          <a:custGeom>
            <a:avLst/>
            <a:gdLst/>
            <a:ahLst/>
            <a:cxnLst/>
            <a:rect l="l" t="t" r="r" b="b"/>
            <a:pathLst>
              <a:path w="2571750" h="698500">
                <a:moveTo>
                  <a:pt x="31747" y="0"/>
                </a:moveTo>
                <a:lnTo>
                  <a:pt x="2540003" y="0"/>
                </a:lnTo>
                <a:cubicBezTo>
                  <a:pt x="2557536" y="0"/>
                  <a:pt x="2571750" y="14214"/>
                  <a:pt x="2571750" y="31747"/>
                </a:cubicBezTo>
                <a:lnTo>
                  <a:pt x="2571750" y="666753"/>
                </a:lnTo>
                <a:cubicBezTo>
                  <a:pt x="2571750" y="684286"/>
                  <a:pt x="2557536" y="698500"/>
                  <a:pt x="2540003" y="698500"/>
                </a:cubicBezTo>
                <a:lnTo>
                  <a:pt x="31747" y="698500"/>
                </a:lnTo>
                <a:cubicBezTo>
                  <a:pt x="14214" y="698500"/>
                  <a:pt x="0" y="684286"/>
                  <a:pt x="0" y="666753"/>
                </a:cubicBezTo>
                <a:lnTo>
                  <a:pt x="0" y="31747"/>
                </a:lnTo>
                <a:cubicBezTo>
                  <a:pt x="0" y="14225"/>
                  <a:pt x="14225" y="0"/>
                  <a:pt x="31747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9002489" y="4937125"/>
            <a:ext cx="25003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5E8B7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Millones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030271" y="5254625"/>
            <a:ext cx="244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Por segundo en GPU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967884" y="6036469"/>
            <a:ext cx="5905500" cy="738188"/>
          </a:xfrm>
          <a:custGeom>
            <a:avLst/>
            <a:gdLst/>
            <a:ahLst/>
            <a:cxnLst/>
            <a:rect l="l" t="t" r="r" b="b"/>
            <a:pathLst>
              <a:path w="5905500" h="738188">
                <a:moveTo>
                  <a:pt x="63499" y="0"/>
                </a:moveTo>
                <a:lnTo>
                  <a:pt x="5842001" y="0"/>
                </a:lnTo>
                <a:cubicBezTo>
                  <a:pt x="5877071" y="0"/>
                  <a:pt x="5905500" y="28429"/>
                  <a:pt x="5905500" y="63499"/>
                </a:cubicBezTo>
                <a:lnTo>
                  <a:pt x="5905500" y="674689"/>
                </a:lnTo>
                <a:cubicBezTo>
                  <a:pt x="5905500" y="709758"/>
                  <a:pt x="5877071" y="738188"/>
                  <a:pt x="5842001" y="738188"/>
                </a:cubicBezTo>
                <a:lnTo>
                  <a:pt x="63499" y="738188"/>
                </a:lnTo>
                <a:cubicBezTo>
                  <a:pt x="28429" y="738188"/>
                  <a:pt x="0" y="709758"/>
                  <a:pt x="0" y="674689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62353" y="6246813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2653" y="95250"/>
                </a:moveTo>
                <a:cubicBezTo>
                  <a:pt x="74464" y="89719"/>
                  <a:pt x="78085" y="84708"/>
                  <a:pt x="82178" y="80392"/>
                </a:cubicBezTo>
                <a:cubicBezTo>
                  <a:pt x="90289" y="71859"/>
                  <a:pt x="95250" y="60325"/>
                  <a:pt x="95250" y="47625"/>
                </a:cubicBezTo>
                <a:cubicBezTo>
                  <a:pt x="95250" y="21332"/>
                  <a:pt x="73918" y="0"/>
                  <a:pt x="47625" y="0"/>
                </a:cubicBezTo>
                <a:cubicBezTo>
                  <a:pt x="21332" y="0"/>
                  <a:pt x="0" y="21332"/>
                  <a:pt x="0" y="47625"/>
                </a:cubicBezTo>
                <a:cubicBezTo>
                  <a:pt x="0" y="60325"/>
                  <a:pt x="4961" y="71859"/>
                  <a:pt x="13072" y="80392"/>
                </a:cubicBezTo>
                <a:cubicBezTo>
                  <a:pt x="17165" y="84708"/>
                  <a:pt x="20811" y="89719"/>
                  <a:pt x="22597" y="95250"/>
                </a:cubicBezTo>
                <a:lnTo>
                  <a:pt x="72628" y="95250"/>
                </a:lnTo>
                <a:close/>
                <a:moveTo>
                  <a:pt x="71438" y="107156"/>
                </a:moveTo>
                <a:lnTo>
                  <a:pt x="23812" y="107156"/>
                </a:lnTo>
                <a:lnTo>
                  <a:pt x="23812" y="111125"/>
                </a:lnTo>
                <a:cubicBezTo>
                  <a:pt x="23812" y="122089"/>
                  <a:pt x="32693" y="130969"/>
                  <a:pt x="43656" y="130969"/>
                </a:cubicBezTo>
                <a:lnTo>
                  <a:pt x="51594" y="130969"/>
                </a:lnTo>
                <a:cubicBezTo>
                  <a:pt x="62557" y="130969"/>
                  <a:pt x="71438" y="122089"/>
                  <a:pt x="71438" y="111125"/>
                </a:cubicBezTo>
                <a:lnTo>
                  <a:pt x="71438" y="107156"/>
                </a:lnTo>
                <a:close/>
                <a:moveTo>
                  <a:pt x="45641" y="27781"/>
                </a:moveTo>
                <a:cubicBezTo>
                  <a:pt x="35768" y="27781"/>
                  <a:pt x="27781" y="35768"/>
                  <a:pt x="27781" y="45641"/>
                </a:cubicBezTo>
                <a:cubicBezTo>
                  <a:pt x="27781" y="48940"/>
                  <a:pt x="25127" y="51594"/>
                  <a:pt x="21828" y="51594"/>
                </a:cubicBezTo>
                <a:cubicBezTo>
                  <a:pt x="18529" y="51594"/>
                  <a:pt x="15875" y="48940"/>
                  <a:pt x="15875" y="45641"/>
                </a:cubicBezTo>
                <a:cubicBezTo>
                  <a:pt x="15875" y="29195"/>
                  <a:pt x="29195" y="15875"/>
                  <a:pt x="45641" y="15875"/>
                </a:cubicBezTo>
                <a:cubicBezTo>
                  <a:pt x="48940" y="15875"/>
                  <a:pt x="51594" y="18529"/>
                  <a:pt x="51594" y="21828"/>
                </a:cubicBezTo>
                <a:cubicBezTo>
                  <a:pt x="51594" y="25127"/>
                  <a:pt x="48940" y="27781"/>
                  <a:pt x="45641" y="2778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9" name="Text 47"/>
          <p:cNvSpPr/>
          <p:nvPr/>
        </p:nvSpPr>
        <p:spPr>
          <a:xfrm>
            <a:off x="6329040" y="6199188"/>
            <a:ext cx="54451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Paper fundamental: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"Attention Is All You Need" (Vaswani et al., 2017) — el artículo que revolucionó el NLP.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PASO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Predicción Paso a Paso: El Proceso Autoregresivo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375" y="1143000"/>
            <a:ext cx="5667375" cy="1595438"/>
          </a:xfrm>
          <a:custGeom>
            <a:avLst/>
            <a:gdLst/>
            <a:ahLst/>
            <a:cxnLst/>
            <a:rect l="l" t="t" r="r" b="b"/>
            <a:pathLst>
              <a:path w="5667375" h="1595438">
                <a:moveTo>
                  <a:pt x="31750" y="0"/>
                </a:moveTo>
                <a:lnTo>
                  <a:pt x="5603877" y="0"/>
                </a:lnTo>
                <a:cubicBezTo>
                  <a:pt x="5638946" y="0"/>
                  <a:pt x="5667375" y="28429"/>
                  <a:pt x="5667375" y="63498"/>
                </a:cubicBezTo>
                <a:lnTo>
                  <a:pt x="5667375" y="1531939"/>
                </a:lnTo>
                <a:cubicBezTo>
                  <a:pt x="5667375" y="1567008"/>
                  <a:pt x="5638946" y="1595437"/>
                  <a:pt x="5603877" y="1595438"/>
                </a:cubicBezTo>
                <a:lnTo>
                  <a:pt x="31750" y="1595438"/>
                </a:lnTo>
                <a:cubicBezTo>
                  <a:pt x="14215" y="1595438"/>
                  <a:pt x="0" y="1581223"/>
                  <a:pt x="0" y="15636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6D8C">
              <a:alpha val="14902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33375" y="1143000"/>
            <a:ext cx="31750" cy="1595438"/>
          </a:xfrm>
          <a:custGeom>
            <a:avLst/>
            <a:gdLst/>
            <a:ahLst/>
            <a:cxnLst/>
            <a:rect l="l" t="t" r="r" b="b"/>
            <a:pathLst>
              <a:path w="31750" h="1595438">
                <a:moveTo>
                  <a:pt x="31750" y="0"/>
                </a:moveTo>
                <a:lnTo>
                  <a:pt x="31750" y="0"/>
                </a:lnTo>
                <a:lnTo>
                  <a:pt x="31750" y="1595438"/>
                </a:lnTo>
                <a:lnTo>
                  <a:pt x="31750" y="1595438"/>
                </a:lnTo>
                <a:cubicBezTo>
                  <a:pt x="14227" y="1595438"/>
                  <a:pt x="0" y="1581211"/>
                  <a:pt x="0" y="15636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" name="Shape 4"/>
          <p:cNvSpPr/>
          <p:nvPr/>
        </p:nvSpPr>
        <p:spPr>
          <a:xfrm>
            <a:off x="563563" y="1365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1570" y="71438"/>
                </a:moveTo>
                <a:lnTo>
                  <a:pt x="127992" y="71438"/>
                </a:lnTo>
                <a:cubicBezTo>
                  <a:pt x="124383" y="71438"/>
                  <a:pt x="121109" y="69279"/>
                  <a:pt x="119732" y="65931"/>
                </a:cubicBezTo>
                <a:cubicBezTo>
                  <a:pt x="118356" y="62582"/>
                  <a:pt x="119100" y="58750"/>
                  <a:pt x="121667" y="56183"/>
                </a:cubicBezTo>
                <a:lnTo>
                  <a:pt x="139043" y="38807"/>
                </a:lnTo>
                <a:cubicBezTo>
                  <a:pt x="111026" y="17004"/>
                  <a:pt x="70470" y="18976"/>
                  <a:pt x="44723" y="44723"/>
                </a:cubicBezTo>
                <a:cubicBezTo>
                  <a:pt x="16818" y="72628"/>
                  <a:pt x="16818" y="117835"/>
                  <a:pt x="44723" y="145740"/>
                </a:cubicBezTo>
                <a:cubicBezTo>
                  <a:pt x="72628" y="173645"/>
                  <a:pt x="117835" y="173645"/>
                  <a:pt x="145740" y="145740"/>
                </a:cubicBezTo>
                <a:cubicBezTo>
                  <a:pt x="148791" y="142689"/>
                  <a:pt x="151507" y="139452"/>
                  <a:pt x="153888" y="136029"/>
                </a:cubicBezTo>
                <a:cubicBezTo>
                  <a:pt x="157646" y="130634"/>
                  <a:pt x="165088" y="129332"/>
                  <a:pt x="170483" y="133090"/>
                </a:cubicBezTo>
                <a:cubicBezTo>
                  <a:pt x="175878" y="136847"/>
                  <a:pt x="177180" y="144289"/>
                  <a:pt x="173422" y="149684"/>
                </a:cubicBezTo>
                <a:cubicBezTo>
                  <a:pt x="170259" y="154223"/>
                  <a:pt x="166650" y="158539"/>
                  <a:pt x="162595" y="162595"/>
                </a:cubicBezTo>
                <a:cubicBezTo>
                  <a:pt x="125388" y="199802"/>
                  <a:pt x="65075" y="199802"/>
                  <a:pt x="27905" y="162595"/>
                </a:cubicBezTo>
                <a:cubicBezTo>
                  <a:pt x="-9265" y="125388"/>
                  <a:pt x="-9302" y="65112"/>
                  <a:pt x="27905" y="27905"/>
                </a:cubicBezTo>
                <a:cubicBezTo>
                  <a:pt x="62992" y="-7181"/>
                  <a:pt x="118579" y="-9153"/>
                  <a:pt x="156009" y="21878"/>
                </a:cubicBezTo>
                <a:lnTo>
                  <a:pt x="175245" y="2604"/>
                </a:lnTo>
                <a:cubicBezTo>
                  <a:pt x="177812" y="37"/>
                  <a:pt x="181645" y="-707"/>
                  <a:pt x="184993" y="670"/>
                </a:cubicBezTo>
                <a:cubicBezTo>
                  <a:pt x="188342" y="2046"/>
                  <a:pt x="190500" y="5321"/>
                  <a:pt x="190500" y="8930"/>
                </a:cubicBezTo>
                <a:lnTo>
                  <a:pt x="190500" y="62508"/>
                </a:lnTo>
                <a:cubicBezTo>
                  <a:pt x="190500" y="67456"/>
                  <a:pt x="186519" y="71438"/>
                  <a:pt x="181570" y="7143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Text 5"/>
          <p:cNvSpPr/>
          <p:nvPr/>
        </p:nvSpPr>
        <p:spPr>
          <a:xfrm>
            <a:off x="777875" y="1333500"/>
            <a:ext cx="5127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¿Qué es Autoregresivo?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9750" y="1714500"/>
            <a:ext cx="5341938" cy="230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Casi todos los modelos generativos actuales son 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5E8B7E"/>
                </a:solidFill>
                <a:highlight>
                  <a:srgbClr val="5E8B7E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autoregresivos 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3719" y="2077641"/>
            <a:ext cx="5262563" cy="468313"/>
          </a:xfrm>
          <a:custGeom>
            <a:avLst/>
            <a:gdLst/>
            <a:ahLst/>
            <a:cxnLst/>
            <a:rect l="l" t="t" r="r" b="b"/>
            <a:pathLst>
              <a:path w="5262563" h="468313">
                <a:moveTo>
                  <a:pt x="63498" y="0"/>
                </a:moveTo>
                <a:lnTo>
                  <a:pt x="5199064" y="0"/>
                </a:lnTo>
                <a:cubicBezTo>
                  <a:pt x="5234133" y="0"/>
                  <a:pt x="5262562" y="28429"/>
                  <a:pt x="5262562" y="63498"/>
                </a:cubicBezTo>
                <a:lnTo>
                  <a:pt x="5262563" y="404814"/>
                </a:lnTo>
                <a:cubicBezTo>
                  <a:pt x="5262562" y="439883"/>
                  <a:pt x="5234133" y="468312"/>
                  <a:pt x="5199064" y="468313"/>
                </a:cubicBezTo>
                <a:lnTo>
                  <a:pt x="63498" y="468313"/>
                </a:lnTo>
                <a:cubicBezTo>
                  <a:pt x="28429" y="468313"/>
                  <a:pt x="0" y="439883"/>
                  <a:pt x="0" y="404814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3"/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4688" y="2208609"/>
            <a:ext cx="50641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Predicen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una sola pieza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 la vez, la añaden al texto, y vuelven a predecir la siguiente.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1469" y="2903141"/>
            <a:ext cx="5675313" cy="4794250"/>
          </a:xfrm>
          <a:custGeom>
            <a:avLst/>
            <a:gdLst/>
            <a:ahLst/>
            <a:cxnLst/>
            <a:rect l="l" t="t" r="r" b="b"/>
            <a:pathLst>
              <a:path w="5675313" h="4794250">
                <a:moveTo>
                  <a:pt x="63524" y="0"/>
                </a:moveTo>
                <a:lnTo>
                  <a:pt x="5611789" y="0"/>
                </a:lnTo>
                <a:cubicBezTo>
                  <a:pt x="5646872" y="0"/>
                  <a:pt x="5675313" y="28441"/>
                  <a:pt x="5675313" y="63524"/>
                </a:cubicBezTo>
                <a:lnTo>
                  <a:pt x="5675313" y="4730726"/>
                </a:lnTo>
                <a:cubicBezTo>
                  <a:pt x="5675313" y="4765809"/>
                  <a:pt x="5646872" y="4794250"/>
                  <a:pt x="5611789" y="4794250"/>
                </a:cubicBezTo>
                <a:lnTo>
                  <a:pt x="63524" y="4794250"/>
                </a:lnTo>
                <a:cubicBezTo>
                  <a:pt x="28441" y="4794250"/>
                  <a:pt x="0" y="4765809"/>
                  <a:pt x="0" y="4730726"/>
                </a:cubicBezTo>
                <a:lnTo>
                  <a:pt x="0" y="63524"/>
                </a:lnTo>
                <a:cubicBezTo>
                  <a:pt x="0" y="28464"/>
                  <a:pt x="28464" y="0"/>
                  <a:pt x="6352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5781" y="3129359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3933" y="0"/>
                  <a:pt x="88119" y="2511"/>
                  <a:pt x="90289" y="6511"/>
                </a:cubicBezTo>
                <a:lnTo>
                  <a:pt x="157262" y="130535"/>
                </a:lnTo>
                <a:cubicBezTo>
                  <a:pt x="159339" y="134379"/>
                  <a:pt x="159246" y="139030"/>
                  <a:pt x="157014" y="142782"/>
                </a:cubicBezTo>
                <a:cubicBezTo>
                  <a:pt x="154781" y="146534"/>
                  <a:pt x="150719" y="148828"/>
                  <a:pt x="146348" y="148828"/>
                </a:cubicBezTo>
                <a:lnTo>
                  <a:pt x="12402" y="148828"/>
                </a:lnTo>
                <a:cubicBezTo>
                  <a:pt x="8031" y="148828"/>
                  <a:pt x="4000" y="146534"/>
                  <a:pt x="1736" y="142782"/>
                </a:cubicBezTo>
                <a:cubicBezTo>
                  <a:pt x="-527" y="139030"/>
                  <a:pt x="-589" y="134379"/>
                  <a:pt x="1488" y="130535"/>
                </a:cubicBezTo>
                <a:lnTo>
                  <a:pt x="68461" y="6511"/>
                </a:lnTo>
                <a:cubicBezTo>
                  <a:pt x="70631" y="2511"/>
                  <a:pt x="74817" y="0"/>
                  <a:pt x="79375" y="0"/>
                </a:cubicBezTo>
                <a:close/>
                <a:moveTo>
                  <a:pt x="79375" y="52090"/>
                </a:moveTo>
                <a:cubicBezTo>
                  <a:pt x="75251" y="52090"/>
                  <a:pt x="71934" y="55407"/>
                  <a:pt x="71934" y="59531"/>
                </a:cubicBezTo>
                <a:lnTo>
                  <a:pt x="71934" y="94258"/>
                </a:lnTo>
                <a:cubicBezTo>
                  <a:pt x="71934" y="98382"/>
                  <a:pt x="75251" y="101699"/>
                  <a:pt x="79375" y="101699"/>
                </a:cubicBezTo>
                <a:cubicBezTo>
                  <a:pt x="83499" y="101699"/>
                  <a:pt x="86816" y="98382"/>
                  <a:pt x="86816" y="94258"/>
                </a:cubicBezTo>
                <a:lnTo>
                  <a:pt x="86816" y="59531"/>
                </a:lnTo>
                <a:cubicBezTo>
                  <a:pt x="86816" y="55407"/>
                  <a:pt x="83499" y="52090"/>
                  <a:pt x="79375" y="52090"/>
                </a:cubicBezTo>
                <a:close/>
                <a:moveTo>
                  <a:pt x="87654" y="119062"/>
                </a:moveTo>
                <a:cubicBezTo>
                  <a:pt x="87842" y="115990"/>
                  <a:pt x="86309" y="113066"/>
                  <a:pt x="83675" y="111473"/>
                </a:cubicBezTo>
                <a:cubicBezTo>
                  <a:pt x="81041" y="109879"/>
                  <a:pt x="77740" y="109879"/>
                  <a:pt x="75106" y="111473"/>
                </a:cubicBezTo>
                <a:cubicBezTo>
                  <a:pt x="72472" y="113066"/>
                  <a:pt x="70939" y="115990"/>
                  <a:pt x="71127" y="119062"/>
                </a:cubicBezTo>
                <a:cubicBezTo>
                  <a:pt x="70939" y="122135"/>
                  <a:pt x="72472" y="125059"/>
                  <a:pt x="75106" y="126652"/>
                </a:cubicBezTo>
                <a:cubicBezTo>
                  <a:pt x="77740" y="128246"/>
                  <a:pt x="81041" y="128246"/>
                  <a:pt x="83675" y="126652"/>
                </a:cubicBezTo>
                <a:cubicBezTo>
                  <a:pt x="86309" y="125059"/>
                  <a:pt x="87842" y="122135"/>
                  <a:pt x="87654" y="119062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3" name="Text 11"/>
          <p:cNvSpPr/>
          <p:nvPr/>
        </p:nvSpPr>
        <p:spPr>
          <a:xfrm>
            <a:off x="714375" y="3097609"/>
            <a:ext cx="5167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Limitaciones del Enfoque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5781" y="3478609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46602" y="46602"/>
                </a:moveTo>
                <a:cubicBezTo>
                  <a:pt x="49225" y="43979"/>
                  <a:pt x="53467" y="43979"/>
                  <a:pt x="56062" y="46602"/>
                </a:cubicBezTo>
                <a:lnTo>
                  <a:pt x="71410" y="61950"/>
                </a:lnTo>
                <a:lnTo>
                  <a:pt x="86757" y="46602"/>
                </a:lnTo>
                <a:cubicBezTo>
                  <a:pt x="89381" y="43979"/>
                  <a:pt x="93622" y="43979"/>
                  <a:pt x="96217" y="46602"/>
                </a:cubicBezTo>
                <a:cubicBezTo>
                  <a:pt x="98813" y="49225"/>
                  <a:pt x="98840" y="53467"/>
                  <a:pt x="96217" y="56062"/>
                </a:cubicBezTo>
                <a:lnTo>
                  <a:pt x="80869" y="71410"/>
                </a:lnTo>
                <a:lnTo>
                  <a:pt x="96217" y="86757"/>
                </a:lnTo>
                <a:cubicBezTo>
                  <a:pt x="98840" y="89381"/>
                  <a:pt x="98840" y="93622"/>
                  <a:pt x="96217" y="96217"/>
                </a:cubicBezTo>
                <a:cubicBezTo>
                  <a:pt x="93594" y="98813"/>
                  <a:pt x="89353" y="98840"/>
                  <a:pt x="86757" y="96217"/>
                </a:cubicBezTo>
                <a:lnTo>
                  <a:pt x="71410" y="80869"/>
                </a:lnTo>
                <a:lnTo>
                  <a:pt x="56062" y="96217"/>
                </a:lnTo>
                <a:cubicBezTo>
                  <a:pt x="53439" y="98840"/>
                  <a:pt x="49197" y="98840"/>
                  <a:pt x="46602" y="96217"/>
                </a:cubicBezTo>
                <a:cubicBezTo>
                  <a:pt x="44007" y="93594"/>
                  <a:pt x="43979" y="89353"/>
                  <a:pt x="46602" y="86757"/>
                </a:cubicBezTo>
                <a:lnTo>
                  <a:pt x="61950" y="71410"/>
                </a:lnTo>
                <a:lnTo>
                  <a:pt x="46602" y="56062"/>
                </a:lnTo>
                <a:cubicBezTo>
                  <a:pt x="43979" y="53439"/>
                  <a:pt x="43979" y="49197"/>
                  <a:pt x="46602" y="46602"/>
                </a:cubicBezTo>
                <a:close/>
              </a:path>
            </a:pathLst>
          </a:custGeom>
          <a:solidFill>
            <a:srgbClr val="8D93A6"/>
          </a:solidFill>
          <a:ln/>
        </p:spPr>
      </p:sp>
      <p:sp>
        <p:nvSpPr>
          <p:cNvPr id="15" name="Text 13"/>
          <p:cNvSpPr/>
          <p:nvPr/>
        </p:nvSpPr>
        <p:spPr>
          <a:xfrm>
            <a:off x="789781" y="3446859"/>
            <a:ext cx="3008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Repetición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89781" y="3669109"/>
            <a:ext cx="300831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Puede caer en bucles repitiendo las mismas frases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5781" y="4002484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46602" y="46602"/>
                </a:moveTo>
                <a:cubicBezTo>
                  <a:pt x="49225" y="43979"/>
                  <a:pt x="53467" y="43979"/>
                  <a:pt x="56062" y="46602"/>
                </a:cubicBezTo>
                <a:lnTo>
                  <a:pt x="71410" y="61950"/>
                </a:lnTo>
                <a:lnTo>
                  <a:pt x="86757" y="46602"/>
                </a:lnTo>
                <a:cubicBezTo>
                  <a:pt x="89381" y="43979"/>
                  <a:pt x="93622" y="43979"/>
                  <a:pt x="96217" y="46602"/>
                </a:cubicBezTo>
                <a:cubicBezTo>
                  <a:pt x="98813" y="49225"/>
                  <a:pt x="98840" y="53467"/>
                  <a:pt x="96217" y="56062"/>
                </a:cubicBezTo>
                <a:lnTo>
                  <a:pt x="80869" y="71410"/>
                </a:lnTo>
                <a:lnTo>
                  <a:pt x="96217" y="86757"/>
                </a:lnTo>
                <a:cubicBezTo>
                  <a:pt x="98840" y="89381"/>
                  <a:pt x="98840" y="93622"/>
                  <a:pt x="96217" y="96217"/>
                </a:cubicBezTo>
                <a:cubicBezTo>
                  <a:pt x="93594" y="98813"/>
                  <a:pt x="89353" y="98840"/>
                  <a:pt x="86757" y="96217"/>
                </a:cubicBezTo>
                <a:lnTo>
                  <a:pt x="71410" y="80869"/>
                </a:lnTo>
                <a:lnTo>
                  <a:pt x="56062" y="96217"/>
                </a:lnTo>
                <a:cubicBezTo>
                  <a:pt x="53439" y="98840"/>
                  <a:pt x="49197" y="98840"/>
                  <a:pt x="46602" y="96217"/>
                </a:cubicBezTo>
                <a:cubicBezTo>
                  <a:pt x="44007" y="93594"/>
                  <a:pt x="43979" y="89353"/>
                  <a:pt x="46602" y="86757"/>
                </a:cubicBezTo>
                <a:lnTo>
                  <a:pt x="61950" y="71410"/>
                </a:lnTo>
                <a:lnTo>
                  <a:pt x="46602" y="56062"/>
                </a:lnTo>
                <a:cubicBezTo>
                  <a:pt x="43979" y="53439"/>
                  <a:pt x="43979" y="49197"/>
                  <a:pt x="46602" y="46602"/>
                </a:cubicBezTo>
                <a:close/>
              </a:path>
            </a:pathLst>
          </a:custGeom>
          <a:solidFill>
            <a:srgbClr val="8D93A6"/>
          </a:solidFill>
          <a:ln/>
        </p:spPr>
      </p:sp>
      <p:sp>
        <p:nvSpPr>
          <p:cNvPr id="18" name="Text 16"/>
          <p:cNvSpPr/>
          <p:nvPr/>
        </p:nvSpPr>
        <p:spPr>
          <a:xfrm>
            <a:off x="789781" y="3970734"/>
            <a:ext cx="3182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Alucinaciones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89781" y="4192984"/>
            <a:ext cx="3182938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Inventa hechos que suenan plausibles pero son falsos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5781" y="4526359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46602" y="46602"/>
                </a:moveTo>
                <a:cubicBezTo>
                  <a:pt x="49225" y="43979"/>
                  <a:pt x="53467" y="43979"/>
                  <a:pt x="56062" y="46602"/>
                </a:cubicBezTo>
                <a:lnTo>
                  <a:pt x="71410" y="61950"/>
                </a:lnTo>
                <a:lnTo>
                  <a:pt x="86757" y="46602"/>
                </a:lnTo>
                <a:cubicBezTo>
                  <a:pt x="89381" y="43979"/>
                  <a:pt x="93622" y="43979"/>
                  <a:pt x="96217" y="46602"/>
                </a:cubicBezTo>
                <a:cubicBezTo>
                  <a:pt x="98813" y="49225"/>
                  <a:pt x="98840" y="53467"/>
                  <a:pt x="96217" y="56062"/>
                </a:cubicBezTo>
                <a:lnTo>
                  <a:pt x="80869" y="71410"/>
                </a:lnTo>
                <a:lnTo>
                  <a:pt x="96217" y="86757"/>
                </a:lnTo>
                <a:cubicBezTo>
                  <a:pt x="98840" y="89381"/>
                  <a:pt x="98840" y="93622"/>
                  <a:pt x="96217" y="96217"/>
                </a:cubicBezTo>
                <a:cubicBezTo>
                  <a:pt x="93594" y="98813"/>
                  <a:pt x="89353" y="98840"/>
                  <a:pt x="86757" y="96217"/>
                </a:cubicBezTo>
                <a:lnTo>
                  <a:pt x="71410" y="80869"/>
                </a:lnTo>
                <a:lnTo>
                  <a:pt x="56062" y="96217"/>
                </a:lnTo>
                <a:cubicBezTo>
                  <a:pt x="53439" y="98840"/>
                  <a:pt x="49197" y="98840"/>
                  <a:pt x="46602" y="96217"/>
                </a:cubicBezTo>
                <a:cubicBezTo>
                  <a:pt x="44007" y="93594"/>
                  <a:pt x="43979" y="89353"/>
                  <a:pt x="46602" y="86757"/>
                </a:cubicBezTo>
                <a:lnTo>
                  <a:pt x="61950" y="71410"/>
                </a:lnTo>
                <a:lnTo>
                  <a:pt x="46602" y="56062"/>
                </a:lnTo>
                <a:cubicBezTo>
                  <a:pt x="43979" y="53439"/>
                  <a:pt x="43979" y="49197"/>
                  <a:pt x="46602" y="46602"/>
                </a:cubicBezTo>
                <a:close/>
              </a:path>
            </a:pathLst>
          </a:custGeom>
          <a:solidFill>
            <a:srgbClr val="8D93A6"/>
          </a:solidFill>
          <a:ln/>
        </p:spPr>
      </p:sp>
      <p:sp>
        <p:nvSpPr>
          <p:cNvPr id="21" name="Text 19"/>
          <p:cNvSpPr/>
          <p:nvPr/>
        </p:nvSpPr>
        <p:spPr>
          <a:xfrm>
            <a:off x="789781" y="4494609"/>
            <a:ext cx="3071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Pérdida de Coherencia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89781" y="4716859"/>
            <a:ext cx="307181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 textos muy largos, puede perder el hilo del tema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9906" y="5054203"/>
            <a:ext cx="5278438" cy="611188"/>
          </a:xfrm>
          <a:custGeom>
            <a:avLst/>
            <a:gdLst/>
            <a:ahLst/>
            <a:cxnLst/>
            <a:rect l="l" t="t" r="r" b="b"/>
            <a:pathLst>
              <a:path w="5278438" h="611188">
                <a:moveTo>
                  <a:pt x="31751" y="0"/>
                </a:moveTo>
                <a:lnTo>
                  <a:pt x="5246686" y="0"/>
                </a:lnTo>
                <a:cubicBezTo>
                  <a:pt x="5264222" y="0"/>
                  <a:pt x="5278438" y="14215"/>
                  <a:pt x="5278438" y="31751"/>
                </a:cubicBezTo>
                <a:lnTo>
                  <a:pt x="5278438" y="579436"/>
                </a:lnTo>
                <a:cubicBezTo>
                  <a:pt x="5278437" y="596972"/>
                  <a:pt x="5264222" y="611188"/>
                  <a:pt x="5246686" y="611188"/>
                </a:cubicBezTo>
                <a:lnTo>
                  <a:pt x="31751" y="611188"/>
                </a:lnTo>
                <a:cubicBezTo>
                  <a:pt x="14215" y="611188"/>
                  <a:pt x="0" y="596972"/>
                  <a:pt x="0" y="579436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3"/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000" y="520104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55563" y="39688"/>
                </a:moveTo>
                <a:cubicBezTo>
                  <a:pt x="55563" y="35307"/>
                  <a:pt x="59119" y="31750"/>
                  <a:pt x="63500" y="31750"/>
                </a:cubicBezTo>
                <a:cubicBezTo>
                  <a:pt x="67881" y="31750"/>
                  <a:pt x="71438" y="35307"/>
                  <a:pt x="71438" y="39688"/>
                </a:cubicBezTo>
                <a:cubicBezTo>
                  <a:pt x="71438" y="44068"/>
                  <a:pt x="67881" y="47625"/>
                  <a:pt x="63500" y="47625"/>
                </a:cubicBezTo>
                <a:cubicBezTo>
                  <a:pt x="59119" y="47625"/>
                  <a:pt x="55563" y="44068"/>
                  <a:pt x="55563" y="39688"/>
                </a:cubicBezTo>
                <a:close/>
                <a:moveTo>
                  <a:pt x="53578" y="55563"/>
                </a:moveTo>
                <a:lnTo>
                  <a:pt x="65484" y="55563"/>
                </a:lnTo>
                <a:cubicBezTo>
                  <a:pt x="68783" y="55563"/>
                  <a:pt x="71438" y="58217"/>
                  <a:pt x="71438" y="61516"/>
                </a:cubicBezTo>
                <a:lnTo>
                  <a:pt x="71438" y="83344"/>
                </a:lnTo>
                <a:lnTo>
                  <a:pt x="73422" y="83344"/>
                </a:lnTo>
                <a:cubicBezTo>
                  <a:pt x="76721" y="83344"/>
                  <a:pt x="79375" y="85998"/>
                  <a:pt x="79375" y="89297"/>
                </a:cubicBezTo>
                <a:cubicBezTo>
                  <a:pt x="79375" y="92596"/>
                  <a:pt x="76721" y="95250"/>
                  <a:pt x="73422" y="95250"/>
                </a:cubicBezTo>
                <a:lnTo>
                  <a:pt x="53578" y="95250"/>
                </a:lnTo>
                <a:cubicBezTo>
                  <a:pt x="50279" y="95250"/>
                  <a:pt x="47625" y="92596"/>
                  <a:pt x="47625" y="89297"/>
                </a:cubicBezTo>
                <a:cubicBezTo>
                  <a:pt x="47625" y="85998"/>
                  <a:pt x="50279" y="83344"/>
                  <a:pt x="53578" y="83344"/>
                </a:cubicBezTo>
                <a:lnTo>
                  <a:pt x="59531" y="83344"/>
                </a:lnTo>
                <a:lnTo>
                  <a:pt x="59531" y="67469"/>
                </a:lnTo>
                <a:lnTo>
                  <a:pt x="53578" y="67469"/>
                </a:lnTo>
                <a:cubicBezTo>
                  <a:pt x="50279" y="67469"/>
                  <a:pt x="47625" y="64815"/>
                  <a:pt x="47625" y="61516"/>
                </a:cubicBezTo>
                <a:cubicBezTo>
                  <a:pt x="47625" y="58217"/>
                  <a:pt x="50279" y="55563"/>
                  <a:pt x="53578" y="5556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5" name="Text 23"/>
          <p:cNvSpPr/>
          <p:nvPr/>
        </p:nvSpPr>
        <p:spPr>
          <a:xfrm>
            <a:off x="797719" y="5153422"/>
            <a:ext cx="496490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Esto explica por qué a veces "se repite" o "se inventa cosas": está 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adivinando la pieza más probable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según todo lo aprendido.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95219" y="1146969"/>
            <a:ext cx="5675313" cy="6548438"/>
          </a:xfrm>
          <a:custGeom>
            <a:avLst/>
            <a:gdLst/>
            <a:ahLst/>
            <a:cxnLst/>
            <a:rect l="l" t="t" r="r" b="b"/>
            <a:pathLst>
              <a:path w="5675313" h="6548438">
                <a:moveTo>
                  <a:pt x="63507" y="0"/>
                </a:moveTo>
                <a:lnTo>
                  <a:pt x="5611806" y="0"/>
                </a:lnTo>
                <a:cubicBezTo>
                  <a:pt x="5646880" y="0"/>
                  <a:pt x="5675313" y="28433"/>
                  <a:pt x="5675313" y="63507"/>
                </a:cubicBezTo>
                <a:lnTo>
                  <a:pt x="5675313" y="6484931"/>
                </a:lnTo>
                <a:cubicBezTo>
                  <a:pt x="5675313" y="6520005"/>
                  <a:pt x="5646880" y="6548438"/>
                  <a:pt x="5611806" y="6548438"/>
                </a:cubicBezTo>
                <a:lnTo>
                  <a:pt x="63507" y="6548438"/>
                </a:lnTo>
                <a:cubicBezTo>
                  <a:pt x="28433" y="6548438"/>
                  <a:pt x="0" y="6520005"/>
                  <a:pt x="0" y="6484931"/>
                </a:cubicBezTo>
                <a:lnTo>
                  <a:pt x="0" y="63507"/>
                </a:lnTo>
                <a:cubicBezTo>
                  <a:pt x="0" y="28456"/>
                  <a:pt x="28456" y="0"/>
                  <a:pt x="6350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13500" y="13731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6789"/>
                </a:moveTo>
                <a:cubicBezTo>
                  <a:pt x="0" y="21878"/>
                  <a:pt x="3981" y="17859"/>
                  <a:pt x="8930" y="17859"/>
                </a:cubicBezTo>
                <a:lnTo>
                  <a:pt x="26789" y="17859"/>
                </a:lnTo>
                <a:cubicBezTo>
                  <a:pt x="31738" y="17859"/>
                  <a:pt x="35719" y="21841"/>
                  <a:pt x="35719" y="26789"/>
                </a:cubicBezTo>
                <a:lnTo>
                  <a:pt x="35719" y="65484"/>
                </a:lnTo>
                <a:lnTo>
                  <a:pt x="44648" y="65484"/>
                </a:lnTo>
                <a:cubicBezTo>
                  <a:pt x="49597" y="65484"/>
                  <a:pt x="53578" y="69466"/>
                  <a:pt x="53578" y="74414"/>
                </a:cubicBezTo>
                <a:cubicBezTo>
                  <a:pt x="53578" y="79363"/>
                  <a:pt x="49597" y="83344"/>
                  <a:pt x="44648" y="83344"/>
                </a:cubicBezTo>
                <a:lnTo>
                  <a:pt x="8930" y="83344"/>
                </a:lnTo>
                <a:cubicBezTo>
                  <a:pt x="3981" y="83344"/>
                  <a:pt x="0" y="79363"/>
                  <a:pt x="0" y="74414"/>
                </a:cubicBezTo>
                <a:cubicBezTo>
                  <a:pt x="0" y="69466"/>
                  <a:pt x="3981" y="65484"/>
                  <a:pt x="8930" y="65484"/>
                </a:cubicBezTo>
                <a:lnTo>
                  <a:pt x="17859" y="65484"/>
                </a:lnTo>
                <a:lnTo>
                  <a:pt x="17859" y="35719"/>
                </a:lnTo>
                <a:lnTo>
                  <a:pt x="8930" y="35719"/>
                </a:lnTo>
                <a:cubicBezTo>
                  <a:pt x="3981" y="35719"/>
                  <a:pt x="0" y="31738"/>
                  <a:pt x="0" y="26789"/>
                </a:cubicBezTo>
                <a:close/>
                <a:moveTo>
                  <a:pt x="11311" y="112068"/>
                </a:moveTo>
                <a:cubicBezTo>
                  <a:pt x="15553" y="108868"/>
                  <a:pt x="20724" y="107156"/>
                  <a:pt x="26045" y="107156"/>
                </a:cubicBezTo>
                <a:lnTo>
                  <a:pt x="27868" y="107156"/>
                </a:lnTo>
                <a:cubicBezTo>
                  <a:pt x="40407" y="107156"/>
                  <a:pt x="50602" y="117351"/>
                  <a:pt x="50602" y="129890"/>
                </a:cubicBezTo>
                <a:cubicBezTo>
                  <a:pt x="50602" y="137182"/>
                  <a:pt x="47104" y="143991"/>
                  <a:pt x="41225" y="148270"/>
                </a:cubicBezTo>
                <a:lnTo>
                  <a:pt x="32296" y="154781"/>
                </a:lnTo>
                <a:lnTo>
                  <a:pt x="44648" y="154781"/>
                </a:lnTo>
                <a:cubicBezTo>
                  <a:pt x="49597" y="154781"/>
                  <a:pt x="53578" y="158762"/>
                  <a:pt x="53578" y="163711"/>
                </a:cubicBezTo>
                <a:cubicBezTo>
                  <a:pt x="53578" y="168659"/>
                  <a:pt x="49597" y="172641"/>
                  <a:pt x="44648" y="172641"/>
                </a:cubicBezTo>
                <a:lnTo>
                  <a:pt x="10902" y="172641"/>
                </a:lnTo>
                <a:cubicBezTo>
                  <a:pt x="4874" y="172641"/>
                  <a:pt x="0" y="167767"/>
                  <a:pt x="0" y="161739"/>
                </a:cubicBezTo>
                <a:cubicBezTo>
                  <a:pt x="0" y="158242"/>
                  <a:pt x="1674" y="154967"/>
                  <a:pt x="4502" y="152921"/>
                </a:cubicBezTo>
                <a:lnTo>
                  <a:pt x="30733" y="133834"/>
                </a:lnTo>
                <a:cubicBezTo>
                  <a:pt x="31998" y="132904"/>
                  <a:pt x="32742" y="131452"/>
                  <a:pt x="32742" y="129890"/>
                </a:cubicBezTo>
                <a:cubicBezTo>
                  <a:pt x="32742" y="127211"/>
                  <a:pt x="30547" y="125016"/>
                  <a:pt x="27868" y="125016"/>
                </a:cubicBezTo>
                <a:lnTo>
                  <a:pt x="26045" y="125016"/>
                </a:lnTo>
                <a:cubicBezTo>
                  <a:pt x="24594" y="125016"/>
                  <a:pt x="23180" y="125499"/>
                  <a:pt x="22027" y="126355"/>
                </a:cubicBezTo>
                <a:lnTo>
                  <a:pt x="14288" y="132159"/>
                </a:lnTo>
                <a:cubicBezTo>
                  <a:pt x="10344" y="135136"/>
                  <a:pt x="4762" y="134317"/>
                  <a:pt x="1786" y="130373"/>
                </a:cubicBezTo>
                <a:cubicBezTo>
                  <a:pt x="-1191" y="126429"/>
                  <a:pt x="-372" y="120848"/>
                  <a:pt x="3572" y="117872"/>
                </a:cubicBezTo>
                <a:lnTo>
                  <a:pt x="11311" y="112068"/>
                </a:lnTo>
                <a:close/>
                <a:moveTo>
                  <a:pt x="83344" y="23812"/>
                </a:move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83344" y="47625"/>
                </a:lnTo>
                <a:cubicBezTo>
                  <a:pt x="76758" y="47625"/>
                  <a:pt x="71438" y="42304"/>
                  <a:pt x="71438" y="35719"/>
                </a:cubicBezTo>
                <a:cubicBezTo>
                  <a:pt x="71438" y="29133"/>
                  <a:pt x="76758" y="23812"/>
                  <a:pt x="83344" y="23812"/>
                </a:cubicBezTo>
                <a:close/>
                <a:moveTo>
                  <a:pt x="83344" y="83344"/>
                </a:move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83344" y="107156"/>
                </a:lnTo>
                <a:cubicBezTo>
                  <a:pt x="76758" y="107156"/>
                  <a:pt x="71438" y="101836"/>
                  <a:pt x="71438" y="95250"/>
                </a:cubicBezTo>
                <a:cubicBezTo>
                  <a:pt x="71438" y="88664"/>
                  <a:pt x="76758" y="83344"/>
                  <a:pt x="83344" y="83344"/>
                </a:cubicBezTo>
                <a:close/>
                <a:moveTo>
                  <a:pt x="83344" y="142875"/>
                </a:move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83344" y="166688"/>
                </a:lnTo>
                <a:cubicBezTo>
                  <a:pt x="76758" y="166688"/>
                  <a:pt x="71438" y="161367"/>
                  <a:pt x="71438" y="154781"/>
                </a:cubicBezTo>
                <a:cubicBezTo>
                  <a:pt x="71438" y="148196"/>
                  <a:pt x="76758" y="142875"/>
                  <a:pt x="83344" y="14287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8" name="Text 26"/>
          <p:cNvSpPr/>
          <p:nvPr/>
        </p:nvSpPr>
        <p:spPr>
          <a:xfrm>
            <a:off x="6627813" y="1341438"/>
            <a:ext cx="514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Ejemplo Paso a Paso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93656" y="1758156"/>
            <a:ext cx="5278438" cy="1023938"/>
          </a:xfrm>
          <a:custGeom>
            <a:avLst/>
            <a:gdLst/>
            <a:ahLst/>
            <a:cxnLst/>
            <a:rect l="l" t="t" r="r" b="b"/>
            <a:pathLst>
              <a:path w="5278438" h="1023938">
                <a:moveTo>
                  <a:pt x="63505" y="0"/>
                </a:moveTo>
                <a:lnTo>
                  <a:pt x="5214933" y="0"/>
                </a:lnTo>
                <a:cubicBezTo>
                  <a:pt x="5250006" y="0"/>
                  <a:pt x="5278438" y="28432"/>
                  <a:pt x="5278438" y="63505"/>
                </a:cubicBezTo>
                <a:lnTo>
                  <a:pt x="5278438" y="960433"/>
                </a:lnTo>
                <a:cubicBezTo>
                  <a:pt x="5278438" y="995506"/>
                  <a:pt x="5250006" y="1023938"/>
                  <a:pt x="5214933" y="1023938"/>
                </a:cubicBezTo>
                <a:lnTo>
                  <a:pt x="63505" y="1023938"/>
                </a:lnTo>
                <a:cubicBezTo>
                  <a:pt x="28432" y="1023938"/>
                  <a:pt x="0" y="995506"/>
                  <a:pt x="0" y="960433"/>
                </a:cubicBezTo>
                <a:lnTo>
                  <a:pt x="0" y="63505"/>
                </a:lnTo>
                <a:cubicBezTo>
                  <a:pt x="0" y="28455"/>
                  <a:pt x="28455" y="0"/>
                  <a:pt x="63505" y="0"/>
                </a:cubicBezTo>
                <a:close/>
              </a:path>
            </a:pathLst>
          </a:custGeom>
          <a:solidFill>
            <a:srgbClr val="1A1D23"/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24625" y="188912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875" y="1889125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37375" y="1936750"/>
            <a:ext cx="103981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Prompt Inicial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937375" y="2270125"/>
            <a:ext cx="4603750" cy="381000"/>
          </a:xfrm>
          <a:custGeom>
            <a:avLst/>
            <a:gdLst/>
            <a:ahLst/>
            <a:cxnLst/>
            <a:rect l="l" t="t" r="r" b="b"/>
            <a:pathLst>
              <a:path w="4603750" h="381000">
                <a:moveTo>
                  <a:pt x="31749" y="0"/>
                </a:moveTo>
                <a:lnTo>
                  <a:pt x="4572001" y="0"/>
                </a:lnTo>
                <a:cubicBezTo>
                  <a:pt x="4589536" y="0"/>
                  <a:pt x="4603750" y="14214"/>
                  <a:pt x="4603750" y="31749"/>
                </a:cubicBezTo>
                <a:lnTo>
                  <a:pt x="4603750" y="349251"/>
                </a:lnTo>
                <a:cubicBezTo>
                  <a:pt x="4603750" y="366786"/>
                  <a:pt x="4589536" y="381000"/>
                  <a:pt x="4572001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032625" y="2365375"/>
            <a:ext cx="447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"El gato está sentado en la"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961438" y="288131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6" name="Shape 34"/>
          <p:cNvSpPr/>
          <p:nvPr/>
        </p:nvSpPr>
        <p:spPr>
          <a:xfrm>
            <a:off x="6393656" y="3171031"/>
            <a:ext cx="5278438" cy="1023938"/>
          </a:xfrm>
          <a:custGeom>
            <a:avLst/>
            <a:gdLst/>
            <a:ahLst/>
            <a:cxnLst/>
            <a:rect l="l" t="t" r="r" b="b"/>
            <a:pathLst>
              <a:path w="5278438" h="1023938">
                <a:moveTo>
                  <a:pt x="63505" y="0"/>
                </a:moveTo>
                <a:lnTo>
                  <a:pt x="5214933" y="0"/>
                </a:lnTo>
                <a:cubicBezTo>
                  <a:pt x="5250006" y="0"/>
                  <a:pt x="5278438" y="28432"/>
                  <a:pt x="5278438" y="63505"/>
                </a:cubicBezTo>
                <a:lnTo>
                  <a:pt x="5278438" y="960433"/>
                </a:lnTo>
                <a:cubicBezTo>
                  <a:pt x="5278438" y="995506"/>
                  <a:pt x="5250006" y="1023938"/>
                  <a:pt x="5214933" y="1023938"/>
                </a:cubicBezTo>
                <a:lnTo>
                  <a:pt x="63505" y="1023938"/>
                </a:lnTo>
                <a:cubicBezTo>
                  <a:pt x="28432" y="1023938"/>
                  <a:pt x="0" y="995506"/>
                  <a:pt x="0" y="960433"/>
                </a:cubicBezTo>
                <a:lnTo>
                  <a:pt x="0" y="63505"/>
                </a:lnTo>
                <a:cubicBezTo>
                  <a:pt x="0" y="28455"/>
                  <a:pt x="28455" y="0"/>
                  <a:pt x="63505" y="0"/>
                </a:cubicBezTo>
                <a:close/>
              </a:path>
            </a:pathLst>
          </a:custGeom>
          <a:solidFill>
            <a:srgbClr val="1A1D23"/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24625" y="3302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8" name="Text 36"/>
          <p:cNvSpPr/>
          <p:nvPr/>
        </p:nvSpPr>
        <p:spPr>
          <a:xfrm>
            <a:off x="6492875" y="3302000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37375" y="3349625"/>
            <a:ext cx="920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Predicción 1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937375" y="3683000"/>
            <a:ext cx="4603750" cy="381000"/>
          </a:xfrm>
          <a:custGeom>
            <a:avLst/>
            <a:gdLst/>
            <a:ahLst/>
            <a:cxnLst/>
            <a:rect l="l" t="t" r="r" b="b"/>
            <a:pathLst>
              <a:path w="4603750" h="381000">
                <a:moveTo>
                  <a:pt x="31749" y="0"/>
                </a:moveTo>
                <a:lnTo>
                  <a:pt x="4572001" y="0"/>
                </a:lnTo>
                <a:cubicBezTo>
                  <a:pt x="4589536" y="0"/>
                  <a:pt x="4603750" y="14214"/>
                  <a:pt x="4603750" y="31749"/>
                </a:cubicBezTo>
                <a:lnTo>
                  <a:pt x="4603750" y="349251"/>
                </a:lnTo>
                <a:cubicBezTo>
                  <a:pt x="4603750" y="366786"/>
                  <a:pt x="4589536" y="381000"/>
                  <a:pt x="4572001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032625" y="3778250"/>
            <a:ext cx="447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Predice: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"mesa"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(alta probabilidad)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961438" y="429418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3" name="Shape 41"/>
          <p:cNvSpPr/>
          <p:nvPr/>
        </p:nvSpPr>
        <p:spPr>
          <a:xfrm>
            <a:off x="6393656" y="4583906"/>
            <a:ext cx="5278438" cy="1023938"/>
          </a:xfrm>
          <a:custGeom>
            <a:avLst/>
            <a:gdLst/>
            <a:ahLst/>
            <a:cxnLst/>
            <a:rect l="l" t="t" r="r" b="b"/>
            <a:pathLst>
              <a:path w="5278438" h="1023938">
                <a:moveTo>
                  <a:pt x="63505" y="0"/>
                </a:moveTo>
                <a:lnTo>
                  <a:pt x="5214933" y="0"/>
                </a:lnTo>
                <a:cubicBezTo>
                  <a:pt x="5250006" y="0"/>
                  <a:pt x="5278438" y="28432"/>
                  <a:pt x="5278438" y="63505"/>
                </a:cubicBezTo>
                <a:lnTo>
                  <a:pt x="5278438" y="960433"/>
                </a:lnTo>
                <a:cubicBezTo>
                  <a:pt x="5278438" y="995506"/>
                  <a:pt x="5250006" y="1023938"/>
                  <a:pt x="5214933" y="1023938"/>
                </a:cubicBezTo>
                <a:lnTo>
                  <a:pt x="63505" y="1023938"/>
                </a:lnTo>
                <a:cubicBezTo>
                  <a:pt x="28432" y="1023938"/>
                  <a:pt x="0" y="995506"/>
                  <a:pt x="0" y="960433"/>
                </a:cubicBezTo>
                <a:lnTo>
                  <a:pt x="0" y="63505"/>
                </a:lnTo>
                <a:cubicBezTo>
                  <a:pt x="0" y="28455"/>
                  <a:pt x="28455" y="0"/>
                  <a:pt x="63505" y="0"/>
                </a:cubicBezTo>
                <a:close/>
              </a:path>
            </a:pathLst>
          </a:custGeom>
          <a:solidFill>
            <a:srgbClr val="1A1D23"/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24625" y="471487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5" name="Text 43"/>
          <p:cNvSpPr/>
          <p:nvPr/>
        </p:nvSpPr>
        <p:spPr>
          <a:xfrm>
            <a:off x="6492875" y="4714875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3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937375" y="4762500"/>
            <a:ext cx="1579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Contexto Actualizado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937375" y="5095875"/>
            <a:ext cx="4603750" cy="381000"/>
          </a:xfrm>
          <a:custGeom>
            <a:avLst/>
            <a:gdLst/>
            <a:ahLst/>
            <a:cxnLst/>
            <a:rect l="l" t="t" r="r" b="b"/>
            <a:pathLst>
              <a:path w="4603750" h="381000">
                <a:moveTo>
                  <a:pt x="31749" y="0"/>
                </a:moveTo>
                <a:lnTo>
                  <a:pt x="4572001" y="0"/>
                </a:lnTo>
                <a:cubicBezTo>
                  <a:pt x="4589536" y="0"/>
                  <a:pt x="4603750" y="14214"/>
                  <a:pt x="4603750" y="31749"/>
                </a:cubicBezTo>
                <a:lnTo>
                  <a:pt x="4603750" y="349251"/>
                </a:lnTo>
                <a:cubicBezTo>
                  <a:pt x="4603750" y="366786"/>
                  <a:pt x="4589536" y="381000"/>
                  <a:pt x="4572001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7032625" y="5191125"/>
            <a:ext cx="447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"El gato está sentado en la mesa y"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961438" y="570706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0" name="Shape 48"/>
          <p:cNvSpPr/>
          <p:nvPr/>
        </p:nvSpPr>
        <p:spPr>
          <a:xfrm>
            <a:off x="6393656" y="5996781"/>
            <a:ext cx="5278438" cy="1023938"/>
          </a:xfrm>
          <a:custGeom>
            <a:avLst/>
            <a:gdLst/>
            <a:ahLst/>
            <a:cxnLst/>
            <a:rect l="l" t="t" r="r" b="b"/>
            <a:pathLst>
              <a:path w="5278438" h="1023938">
                <a:moveTo>
                  <a:pt x="63505" y="0"/>
                </a:moveTo>
                <a:lnTo>
                  <a:pt x="5214933" y="0"/>
                </a:lnTo>
                <a:cubicBezTo>
                  <a:pt x="5250006" y="0"/>
                  <a:pt x="5278438" y="28432"/>
                  <a:pt x="5278438" y="63505"/>
                </a:cubicBezTo>
                <a:lnTo>
                  <a:pt x="5278438" y="960433"/>
                </a:lnTo>
                <a:cubicBezTo>
                  <a:pt x="5278438" y="995506"/>
                  <a:pt x="5250006" y="1023938"/>
                  <a:pt x="5214933" y="1023938"/>
                </a:cubicBezTo>
                <a:lnTo>
                  <a:pt x="63505" y="1023938"/>
                </a:lnTo>
                <a:cubicBezTo>
                  <a:pt x="28432" y="1023938"/>
                  <a:pt x="0" y="995506"/>
                  <a:pt x="0" y="960433"/>
                </a:cubicBezTo>
                <a:lnTo>
                  <a:pt x="0" y="63505"/>
                </a:lnTo>
                <a:cubicBezTo>
                  <a:pt x="0" y="28455"/>
                  <a:pt x="28455" y="0"/>
                  <a:pt x="63505" y="0"/>
                </a:cubicBezTo>
                <a:close/>
              </a:path>
            </a:pathLst>
          </a:custGeom>
          <a:solidFill>
            <a:srgbClr val="1A1D23"/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24625" y="61277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2" name="Text 50"/>
          <p:cNvSpPr/>
          <p:nvPr/>
        </p:nvSpPr>
        <p:spPr>
          <a:xfrm>
            <a:off x="6492875" y="6127750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4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937375" y="6175375"/>
            <a:ext cx="920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Predicción 2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937375" y="6508750"/>
            <a:ext cx="4603750" cy="381000"/>
          </a:xfrm>
          <a:custGeom>
            <a:avLst/>
            <a:gdLst/>
            <a:ahLst/>
            <a:cxnLst/>
            <a:rect l="l" t="t" r="r" b="b"/>
            <a:pathLst>
              <a:path w="4603750" h="381000">
                <a:moveTo>
                  <a:pt x="31749" y="0"/>
                </a:moveTo>
                <a:lnTo>
                  <a:pt x="4572001" y="0"/>
                </a:lnTo>
                <a:cubicBezTo>
                  <a:pt x="4589536" y="0"/>
                  <a:pt x="4603750" y="14214"/>
                  <a:pt x="4603750" y="31749"/>
                </a:cubicBezTo>
                <a:lnTo>
                  <a:pt x="4603750" y="349251"/>
                </a:lnTo>
                <a:cubicBezTo>
                  <a:pt x="4603750" y="366786"/>
                  <a:pt x="4589536" y="381000"/>
                  <a:pt x="4572001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7032625" y="6604000"/>
            <a:ext cx="447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Predice: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"mira"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89688" y="7119938"/>
            <a:ext cx="5286375" cy="381000"/>
          </a:xfrm>
          <a:custGeom>
            <a:avLst/>
            <a:gdLst/>
            <a:ahLst/>
            <a:cxnLst/>
            <a:rect l="l" t="t" r="r" b="b"/>
            <a:pathLst>
              <a:path w="5286375" h="381000">
                <a:moveTo>
                  <a:pt x="63501" y="0"/>
                </a:moveTo>
                <a:lnTo>
                  <a:pt x="5222874" y="0"/>
                </a:lnTo>
                <a:cubicBezTo>
                  <a:pt x="5257945" y="0"/>
                  <a:pt x="5286375" y="28430"/>
                  <a:pt x="5286375" y="63501"/>
                </a:cubicBezTo>
                <a:lnTo>
                  <a:pt x="5286375" y="317499"/>
                </a:lnTo>
                <a:cubicBezTo>
                  <a:pt x="5286375" y="352570"/>
                  <a:pt x="5257945" y="381000"/>
                  <a:pt x="5222874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297416" y="725487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19087" y="47625"/>
                </a:moveTo>
                <a:lnTo>
                  <a:pt x="121047" y="47625"/>
                </a:lnTo>
                <a:cubicBezTo>
                  <a:pt x="124346" y="47625"/>
                  <a:pt x="127000" y="44971"/>
                  <a:pt x="127000" y="41672"/>
                </a:cubicBezTo>
                <a:lnTo>
                  <a:pt x="127000" y="5953"/>
                </a:lnTo>
                <a:cubicBezTo>
                  <a:pt x="127000" y="3547"/>
                  <a:pt x="125561" y="1364"/>
                  <a:pt x="123329" y="446"/>
                </a:cubicBezTo>
                <a:cubicBezTo>
                  <a:pt x="121096" y="-471"/>
                  <a:pt x="118542" y="50"/>
                  <a:pt x="116830" y="1736"/>
                </a:cubicBezTo>
                <a:lnTo>
                  <a:pt x="104006" y="14585"/>
                </a:lnTo>
                <a:cubicBezTo>
                  <a:pt x="93018" y="5482"/>
                  <a:pt x="78879" y="0"/>
                  <a:pt x="63500" y="0"/>
                </a:cubicBezTo>
                <a:cubicBezTo>
                  <a:pt x="31502" y="0"/>
                  <a:pt x="5035" y="23664"/>
                  <a:pt x="645" y="54446"/>
                </a:cubicBezTo>
                <a:cubicBezTo>
                  <a:pt x="25" y="58787"/>
                  <a:pt x="3026" y="62805"/>
                  <a:pt x="7367" y="63426"/>
                </a:cubicBezTo>
                <a:cubicBezTo>
                  <a:pt x="11708" y="64046"/>
                  <a:pt x="15726" y="61020"/>
                  <a:pt x="16346" y="56704"/>
                </a:cubicBezTo>
                <a:cubicBezTo>
                  <a:pt x="19645" y="33610"/>
                  <a:pt x="39514" y="15875"/>
                  <a:pt x="63500" y="15875"/>
                </a:cubicBezTo>
                <a:cubicBezTo>
                  <a:pt x="74513" y="15875"/>
                  <a:pt x="84634" y="19596"/>
                  <a:pt x="92695" y="25871"/>
                </a:cubicBezTo>
                <a:lnTo>
                  <a:pt x="81111" y="37455"/>
                </a:lnTo>
                <a:cubicBezTo>
                  <a:pt x="79400" y="39167"/>
                  <a:pt x="78904" y="41721"/>
                  <a:pt x="79821" y="43954"/>
                </a:cubicBezTo>
                <a:cubicBezTo>
                  <a:pt x="80739" y="46186"/>
                  <a:pt x="82922" y="47625"/>
                  <a:pt x="85328" y="47625"/>
                </a:cubicBezTo>
                <a:lnTo>
                  <a:pt x="119087" y="47625"/>
                </a:lnTo>
                <a:close/>
                <a:moveTo>
                  <a:pt x="126380" y="72554"/>
                </a:moveTo>
                <a:cubicBezTo>
                  <a:pt x="127000" y="68213"/>
                  <a:pt x="123974" y="64195"/>
                  <a:pt x="119658" y="63574"/>
                </a:cubicBezTo>
                <a:cubicBezTo>
                  <a:pt x="115342" y="62954"/>
                  <a:pt x="111299" y="65980"/>
                  <a:pt x="110679" y="70296"/>
                </a:cubicBezTo>
                <a:cubicBezTo>
                  <a:pt x="107379" y="93365"/>
                  <a:pt x="87511" y="111100"/>
                  <a:pt x="63525" y="111100"/>
                </a:cubicBezTo>
                <a:cubicBezTo>
                  <a:pt x="52512" y="111100"/>
                  <a:pt x="42391" y="107379"/>
                  <a:pt x="34330" y="101104"/>
                </a:cubicBezTo>
                <a:lnTo>
                  <a:pt x="45889" y="89545"/>
                </a:lnTo>
                <a:cubicBezTo>
                  <a:pt x="47600" y="87833"/>
                  <a:pt x="48096" y="85279"/>
                  <a:pt x="47179" y="83046"/>
                </a:cubicBezTo>
                <a:cubicBezTo>
                  <a:pt x="46261" y="80814"/>
                  <a:pt x="44078" y="79375"/>
                  <a:pt x="41672" y="79375"/>
                </a:cubicBezTo>
                <a:lnTo>
                  <a:pt x="5953" y="79375"/>
                </a:lnTo>
                <a:cubicBezTo>
                  <a:pt x="2654" y="79375"/>
                  <a:pt x="0" y="82029"/>
                  <a:pt x="0" y="85328"/>
                </a:cubicBezTo>
                <a:lnTo>
                  <a:pt x="0" y="121047"/>
                </a:lnTo>
                <a:cubicBezTo>
                  <a:pt x="0" y="123453"/>
                  <a:pt x="1439" y="125636"/>
                  <a:pt x="3671" y="126554"/>
                </a:cubicBezTo>
                <a:cubicBezTo>
                  <a:pt x="5904" y="127471"/>
                  <a:pt x="8458" y="126950"/>
                  <a:pt x="10170" y="125264"/>
                </a:cubicBezTo>
                <a:lnTo>
                  <a:pt x="23019" y="112415"/>
                </a:lnTo>
                <a:cubicBezTo>
                  <a:pt x="33982" y="121518"/>
                  <a:pt x="48121" y="127000"/>
                  <a:pt x="63500" y="127000"/>
                </a:cubicBezTo>
                <a:cubicBezTo>
                  <a:pt x="95498" y="127000"/>
                  <a:pt x="121965" y="103336"/>
                  <a:pt x="126355" y="7255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8" name="Text 56"/>
          <p:cNvSpPr/>
          <p:nvPr/>
        </p:nvSpPr>
        <p:spPr>
          <a:xfrm>
            <a:off x="6651625" y="7215188"/>
            <a:ext cx="4960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 así hasta terminar...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PASO 5 (PARA IMÁGENES)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Difusión: De Ruido a Imagen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101600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Proceso inverso al ruido para generación visual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3375" y="1428750"/>
            <a:ext cx="5437188" cy="2500313"/>
          </a:xfrm>
          <a:custGeom>
            <a:avLst/>
            <a:gdLst/>
            <a:ahLst/>
            <a:cxnLst/>
            <a:rect l="l" t="t" r="r" b="b"/>
            <a:pathLst>
              <a:path w="5437188" h="2500313">
                <a:moveTo>
                  <a:pt x="31750" y="0"/>
                </a:moveTo>
                <a:lnTo>
                  <a:pt x="5373680" y="0"/>
                </a:lnTo>
                <a:cubicBezTo>
                  <a:pt x="5408754" y="0"/>
                  <a:pt x="5437188" y="28433"/>
                  <a:pt x="5437188" y="63508"/>
                </a:cubicBezTo>
                <a:lnTo>
                  <a:pt x="5437188" y="2436805"/>
                </a:lnTo>
                <a:cubicBezTo>
                  <a:pt x="5437188" y="2471879"/>
                  <a:pt x="5408754" y="2500313"/>
                  <a:pt x="5373680" y="2500313"/>
                </a:cubicBezTo>
                <a:lnTo>
                  <a:pt x="31750" y="2500313"/>
                </a:lnTo>
                <a:cubicBezTo>
                  <a:pt x="14227" y="2500313"/>
                  <a:pt x="0" y="2486086"/>
                  <a:pt x="0" y="2468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6D8C">
              <a:alpha val="14902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33375" y="1428750"/>
            <a:ext cx="31750" cy="2500313"/>
          </a:xfrm>
          <a:custGeom>
            <a:avLst/>
            <a:gdLst/>
            <a:ahLst/>
            <a:cxnLst/>
            <a:rect l="l" t="t" r="r" b="b"/>
            <a:pathLst>
              <a:path w="31750" h="2500313">
                <a:moveTo>
                  <a:pt x="31750" y="0"/>
                </a:moveTo>
                <a:lnTo>
                  <a:pt x="31750" y="0"/>
                </a:lnTo>
                <a:lnTo>
                  <a:pt x="31750" y="2500313"/>
                </a:lnTo>
                <a:lnTo>
                  <a:pt x="31750" y="2500313"/>
                </a:lnTo>
                <a:cubicBezTo>
                  <a:pt x="14227" y="2500313"/>
                  <a:pt x="0" y="2486086"/>
                  <a:pt x="0" y="2468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Shape 5"/>
          <p:cNvSpPr/>
          <p:nvPr/>
        </p:nvSpPr>
        <p:spPr>
          <a:xfrm>
            <a:off x="575469" y="16510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47625" y="41672"/>
                </a:moveTo>
                <a:cubicBezTo>
                  <a:pt x="57482" y="41672"/>
                  <a:pt x="65484" y="49674"/>
                  <a:pt x="65484" y="59531"/>
                </a:cubicBezTo>
                <a:cubicBezTo>
                  <a:pt x="65484" y="69388"/>
                  <a:pt x="57482" y="77391"/>
                  <a:pt x="47625" y="77391"/>
                </a:cubicBezTo>
                <a:cubicBezTo>
                  <a:pt x="37768" y="77391"/>
                  <a:pt x="29766" y="69388"/>
                  <a:pt x="29766" y="59531"/>
                </a:cubicBezTo>
                <a:cubicBezTo>
                  <a:pt x="29766" y="49674"/>
                  <a:pt x="37768" y="41672"/>
                  <a:pt x="47625" y="41672"/>
                </a:cubicBezTo>
                <a:close/>
                <a:moveTo>
                  <a:pt x="101203" y="83344"/>
                </a:moveTo>
                <a:cubicBezTo>
                  <a:pt x="104329" y="83344"/>
                  <a:pt x="107193" y="84981"/>
                  <a:pt x="108831" y="87623"/>
                </a:cubicBezTo>
                <a:lnTo>
                  <a:pt x="141573" y="141201"/>
                </a:lnTo>
                <a:cubicBezTo>
                  <a:pt x="143247" y="143954"/>
                  <a:pt x="143321" y="147414"/>
                  <a:pt x="141759" y="150242"/>
                </a:cubicBezTo>
                <a:cubicBezTo>
                  <a:pt x="140196" y="153070"/>
                  <a:pt x="137182" y="154781"/>
                  <a:pt x="133945" y="154781"/>
                </a:cubicBezTo>
                <a:lnTo>
                  <a:pt x="32742" y="154781"/>
                </a:lnTo>
                <a:cubicBezTo>
                  <a:pt x="29431" y="154781"/>
                  <a:pt x="26343" y="152921"/>
                  <a:pt x="24817" y="149982"/>
                </a:cubicBezTo>
                <a:cubicBezTo>
                  <a:pt x="23292" y="147042"/>
                  <a:pt x="23515" y="143470"/>
                  <a:pt x="25412" y="140754"/>
                </a:cubicBezTo>
                <a:lnTo>
                  <a:pt x="46248" y="110989"/>
                </a:lnTo>
                <a:cubicBezTo>
                  <a:pt x="47923" y="108607"/>
                  <a:pt x="50639" y="107193"/>
                  <a:pt x="53578" y="107193"/>
                </a:cubicBezTo>
                <a:cubicBezTo>
                  <a:pt x="56517" y="107193"/>
                  <a:pt x="59234" y="108607"/>
                  <a:pt x="60908" y="110989"/>
                </a:cubicBezTo>
                <a:lnTo>
                  <a:pt x="70731" y="125053"/>
                </a:lnTo>
                <a:lnTo>
                  <a:pt x="93576" y="87660"/>
                </a:lnTo>
                <a:cubicBezTo>
                  <a:pt x="95213" y="85018"/>
                  <a:pt x="98078" y="83381"/>
                  <a:pt x="101203" y="8338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Text 6"/>
          <p:cNvSpPr/>
          <p:nvPr/>
        </p:nvSpPr>
        <p:spPr>
          <a:xfrm>
            <a:off x="777875" y="1619250"/>
            <a:ext cx="4897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Diferencia Clave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9750" y="2000250"/>
            <a:ext cx="5111750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Para imágenes </a:t>
            </a:r>
            <a:pPr>
              <a:lnSpc>
                <a:spcPct val="140000"/>
              </a:lnSpc>
            </a:pPr>
            <a:r>
              <a:rPr lang="en-US" sz="1125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se predice palabra por palabra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sino 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5E8B7E"/>
                </a:solidFill>
                <a:highlight>
                  <a:srgbClr val="5E8B7E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píxel por píxel 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… pero de forma inteligente.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3719" y="2595563"/>
            <a:ext cx="5032375" cy="1135063"/>
          </a:xfrm>
          <a:custGeom>
            <a:avLst/>
            <a:gdLst/>
            <a:ahLst/>
            <a:cxnLst/>
            <a:rect l="l" t="t" r="r" b="b"/>
            <a:pathLst>
              <a:path w="5032375" h="1135063">
                <a:moveTo>
                  <a:pt x="63495" y="0"/>
                </a:moveTo>
                <a:lnTo>
                  <a:pt x="4968880" y="0"/>
                </a:lnTo>
                <a:cubicBezTo>
                  <a:pt x="5003947" y="0"/>
                  <a:pt x="5032375" y="28428"/>
                  <a:pt x="5032375" y="63495"/>
                </a:cubicBezTo>
                <a:lnTo>
                  <a:pt x="5032375" y="1071567"/>
                </a:lnTo>
                <a:cubicBezTo>
                  <a:pt x="5032375" y="1106635"/>
                  <a:pt x="5003947" y="1135063"/>
                  <a:pt x="4968880" y="1135063"/>
                </a:cubicBezTo>
                <a:lnTo>
                  <a:pt x="63495" y="1135063"/>
                </a:lnTo>
                <a:cubicBezTo>
                  <a:pt x="28428" y="1135063"/>
                  <a:pt x="0" y="1106635"/>
                  <a:pt x="0" y="1071567"/>
                </a:cubicBezTo>
                <a:lnTo>
                  <a:pt x="0" y="63495"/>
                </a:lnTo>
                <a:cubicBezTo>
                  <a:pt x="0" y="28451"/>
                  <a:pt x="28451" y="0"/>
                  <a:pt x="63495" y="0"/>
                </a:cubicBezTo>
                <a:close/>
              </a:path>
            </a:pathLst>
          </a:custGeom>
          <a:solidFill>
            <a:srgbClr val="1A1D23"/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4688" y="2734469"/>
            <a:ext cx="1317005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Analogía del Escultor: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4688" y="2980531"/>
            <a:ext cx="4833938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 como si el modelo fuera un escultor que parte de un bloque de mármol completamente ruidoso y va tallando poco a poco hasta que aparece exactamente lo que pediste.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1469" y="4087812"/>
            <a:ext cx="5445125" cy="2166938"/>
          </a:xfrm>
          <a:custGeom>
            <a:avLst/>
            <a:gdLst/>
            <a:ahLst/>
            <a:cxnLst/>
            <a:rect l="l" t="t" r="r" b="b"/>
            <a:pathLst>
              <a:path w="5445125" h="2166938">
                <a:moveTo>
                  <a:pt x="63491" y="0"/>
                </a:moveTo>
                <a:lnTo>
                  <a:pt x="5381634" y="0"/>
                </a:lnTo>
                <a:cubicBezTo>
                  <a:pt x="5416699" y="0"/>
                  <a:pt x="5445125" y="28426"/>
                  <a:pt x="5445125" y="63491"/>
                </a:cubicBezTo>
                <a:lnTo>
                  <a:pt x="5445125" y="2103446"/>
                </a:lnTo>
                <a:cubicBezTo>
                  <a:pt x="5445125" y="2138511"/>
                  <a:pt x="5416699" y="2166938"/>
                  <a:pt x="5381634" y="2166938"/>
                </a:cubicBezTo>
                <a:lnTo>
                  <a:pt x="63491" y="2166938"/>
                </a:lnTo>
                <a:cubicBezTo>
                  <a:pt x="28426" y="2166938"/>
                  <a:pt x="0" y="2138511"/>
                  <a:pt x="0" y="2103446"/>
                </a:cubicBezTo>
                <a:lnTo>
                  <a:pt x="0" y="63491"/>
                </a:lnTo>
                <a:cubicBezTo>
                  <a:pt x="0" y="28449"/>
                  <a:pt x="28449" y="0"/>
                  <a:pt x="63491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5859" y="4314031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4883" y="60709"/>
                </a:moveTo>
                <a:lnTo>
                  <a:pt x="79747" y="87406"/>
                </a:lnTo>
                <a:cubicBezTo>
                  <a:pt x="82786" y="88646"/>
                  <a:pt x="86010" y="89297"/>
                  <a:pt x="89297" y="89297"/>
                </a:cubicBezTo>
                <a:cubicBezTo>
                  <a:pt x="92583" y="89297"/>
                  <a:pt x="95808" y="88646"/>
                  <a:pt x="98847" y="87406"/>
                </a:cubicBezTo>
                <a:lnTo>
                  <a:pt x="174005" y="56462"/>
                </a:lnTo>
                <a:cubicBezTo>
                  <a:pt x="176795" y="55314"/>
                  <a:pt x="178594" y="52617"/>
                  <a:pt x="178594" y="49609"/>
                </a:cubicBezTo>
                <a:cubicBezTo>
                  <a:pt x="178594" y="46602"/>
                  <a:pt x="176795" y="43904"/>
                  <a:pt x="174005" y="42757"/>
                </a:cubicBezTo>
                <a:lnTo>
                  <a:pt x="98847" y="11813"/>
                </a:lnTo>
                <a:cubicBezTo>
                  <a:pt x="95808" y="10573"/>
                  <a:pt x="92583" y="9922"/>
                  <a:pt x="89297" y="9922"/>
                </a:cubicBezTo>
                <a:cubicBezTo>
                  <a:pt x="86010" y="9922"/>
                  <a:pt x="82786" y="10573"/>
                  <a:pt x="79747" y="11813"/>
                </a:cubicBezTo>
                <a:lnTo>
                  <a:pt x="4589" y="42757"/>
                </a:lnTo>
                <a:cubicBezTo>
                  <a:pt x="1798" y="43904"/>
                  <a:pt x="0" y="46602"/>
                  <a:pt x="0" y="49609"/>
                </a:cubicBezTo>
                <a:lnTo>
                  <a:pt x="0" y="141387"/>
                </a:lnTo>
                <a:cubicBezTo>
                  <a:pt x="0" y="145510"/>
                  <a:pt x="3318" y="148828"/>
                  <a:pt x="7441" y="148828"/>
                </a:cubicBezTo>
                <a:cubicBezTo>
                  <a:pt x="11565" y="148828"/>
                  <a:pt x="14883" y="145510"/>
                  <a:pt x="14883" y="141387"/>
                </a:cubicBezTo>
                <a:lnTo>
                  <a:pt x="14883" y="60709"/>
                </a:lnTo>
                <a:close/>
                <a:moveTo>
                  <a:pt x="29766" y="82941"/>
                </a:moveTo>
                <a:lnTo>
                  <a:pt x="29766" y="119062"/>
                </a:lnTo>
                <a:cubicBezTo>
                  <a:pt x="29766" y="135496"/>
                  <a:pt x="56431" y="148828"/>
                  <a:pt x="89297" y="148828"/>
                </a:cubicBezTo>
                <a:cubicBezTo>
                  <a:pt x="122163" y="148828"/>
                  <a:pt x="148828" y="135496"/>
                  <a:pt x="148828" y="119062"/>
                </a:cubicBezTo>
                <a:lnTo>
                  <a:pt x="148828" y="82910"/>
                </a:lnTo>
                <a:lnTo>
                  <a:pt x="104521" y="101172"/>
                </a:lnTo>
                <a:cubicBezTo>
                  <a:pt x="99684" y="103156"/>
                  <a:pt x="94537" y="104180"/>
                  <a:pt x="89297" y="104180"/>
                </a:cubicBezTo>
                <a:cubicBezTo>
                  <a:pt x="84057" y="104180"/>
                  <a:pt x="78910" y="103156"/>
                  <a:pt x="74073" y="101172"/>
                </a:cubicBezTo>
                <a:lnTo>
                  <a:pt x="29766" y="8291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5" name="Text 13"/>
          <p:cNvSpPr/>
          <p:nvPr/>
        </p:nvSpPr>
        <p:spPr>
          <a:xfrm>
            <a:off x="714375" y="4282281"/>
            <a:ext cx="4937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Proceso de Entrenamiento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5938" y="4631531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7" name="Text 15"/>
          <p:cNvSpPr/>
          <p:nvPr/>
        </p:nvSpPr>
        <p:spPr>
          <a:xfrm>
            <a:off x="484187" y="4631531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28688" y="4631531"/>
            <a:ext cx="261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Foto Real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8688" y="4853781"/>
            <a:ext cx="261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Comienzan con una imagen real del dataset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5938" y="5139531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1" name="Text 19"/>
          <p:cNvSpPr/>
          <p:nvPr/>
        </p:nvSpPr>
        <p:spPr>
          <a:xfrm>
            <a:off x="484187" y="5139531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8688" y="5139531"/>
            <a:ext cx="360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Añadir Ruido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8688" y="5361781"/>
            <a:ext cx="360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 añaden ruido poco a poco hasta que es puro ruido blanco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15938" y="5647531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5" name="Text 23"/>
          <p:cNvSpPr/>
          <p:nvPr/>
        </p:nvSpPr>
        <p:spPr>
          <a:xfrm>
            <a:off x="484187" y="5647531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8688" y="5647531"/>
            <a:ext cx="420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Aprender a Quitar Ruido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28688" y="5869781"/>
            <a:ext cx="420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Aprenden a quitar ruido paso a paso hasta recuperar la imagen original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67884" y="1432719"/>
            <a:ext cx="5905500" cy="4754563"/>
          </a:xfrm>
          <a:custGeom>
            <a:avLst/>
            <a:gdLst/>
            <a:ahLst/>
            <a:cxnLst/>
            <a:rect l="l" t="t" r="r" b="b"/>
            <a:pathLst>
              <a:path w="5905500" h="4754563">
                <a:moveTo>
                  <a:pt x="63521" y="0"/>
                </a:moveTo>
                <a:lnTo>
                  <a:pt x="5841979" y="0"/>
                </a:lnTo>
                <a:cubicBezTo>
                  <a:pt x="5877061" y="0"/>
                  <a:pt x="5905500" y="28439"/>
                  <a:pt x="5905500" y="63521"/>
                </a:cubicBezTo>
                <a:lnTo>
                  <a:pt x="5905500" y="4691042"/>
                </a:lnTo>
                <a:cubicBezTo>
                  <a:pt x="5905500" y="4726123"/>
                  <a:pt x="5877061" y="4754563"/>
                  <a:pt x="5841979" y="4754563"/>
                </a:cubicBezTo>
                <a:lnTo>
                  <a:pt x="63521" y="4754563"/>
                </a:lnTo>
                <a:cubicBezTo>
                  <a:pt x="28439" y="4754563"/>
                  <a:pt x="0" y="4726123"/>
                  <a:pt x="0" y="4691042"/>
                </a:cubicBezTo>
                <a:lnTo>
                  <a:pt x="0" y="63521"/>
                </a:lnTo>
                <a:cubicBezTo>
                  <a:pt x="0" y="28463"/>
                  <a:pt x="28463" y="0"/>
                  <a:pt x="63521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86165" y="165893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8270" y="4539"/>
                </a:moveTo>
                <a:lnTo>
                  <a:pt x="115453" y="37356"/>
                </a:lnTo>
                <a:lnTo>
                  <a:pt x="153144" y="75047"/>
                </a:lnTo>
                <a:lnTo>
                  <a:pt x="185961" y="42230"/>
                </a:lnTo>
                <a:cubicBezTo>
                  <a:pt x="188863" y="39291"/>
                  <a:pt x="190500" y="35347"/>
                  <a:pt x="190500" y="31254"/>
                </a:cubicBezTo>
                <a:cubicBezTo>
                  <a:pt x="190500" y="27161"/>
                  <a:pt x="188863" y="23217"/>
                  <a:pt x="185961" y="20278"/>
                </a:cubicBezTo>
                <a:lnTo>
                  <a:pt x="170222" y="4539"/>
                </a:lnTo>
                <a:cubicBezTo>
                  <a:pt x="167283" y="1637"/>
                  <a:pt x="163339" y="0"/>
                  <a:pt x="159246" y="0"/>
                </a:cubicBezTo>
                <a:cubicBezTo>
                  <a:pt x="155153" y="0"/>
                  <a:pt x="151209" y="1637"/>
                  <a:pt x="148270" y="4539"/>
                </a:cubicBezTo>
                <a:close/>
                <a:moveTo>
                  <a:pt x="102840" y="49969"/>
                </a:moveTo>
                <a:lnTo>
                  <a:pt x="4539" y="148270"/>
                </a:lnTo>
                <a:cubicBezTo>
                  <a:pt x="1637" y="151209"/>
                  <a:pt x="0" y="155153"/>
                  <a:pt x="0" y="159246"/>
                </a:cubicBezTo>
                <a:cubicBezTo>
                  <a:pt x="0" y="163339"/>
                  <a:pt x="1637" y="167283"/>
                  <a:pt x="4539" y="170222"/>
                </a:cubicBezTo>
                <a:lnTo>
                  <a:pt x="20278" y="185961"/>
                </a:lnTo>
                <a:cubicBezTo>
                  <a:pt x="23217" y="188863"/>
                  <a:pt x="27161" y="190500"/>
                  <a:pt x="31254" y="190500"/>
                </a:cubicBezTo>
                <a:cubicBezTo>
                  <a:pt x="35347" y="190500"/>
                  <a:pt x="39291" y="188863"/>
                  <a:pt x="42230" y="185961"/>
                </a:cubicBezTo>
                <a:lnTo>
                  <a:pt x="140531" y="87660"/>
                </a:lnTo>
                <a:lnTo>
                  <a:pt x="102840" y="49969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478" y="1627188"/>
            <a:ext cx="5373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Proceso de Generación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66321" y="2043906"/>
            <a:ext cx="5508625" cy="944563"/>
          </a:xfrm>
          <a:custGeom>
            <a:avLst/>
            <a:gdLst/>
            <a:ahLst/>
            <a:cxnLst/>
            <a:rect l="l" t="t" r="r" b="b"/>
            <a:pathLst>
              <a:path w="5508625" h="944563">
                <a:moveTo>
                  <a:pt x="63503" y="0"/>
                </a:moveTo>
                <a:lnTo>
                  <a:pt x="5445122" y="0"/>
                </a:lnTo>
                <a:cubicBezTo>
                  <a:pt x="5480194" y="0"/>
                  <a:pt x="5508625" y="28431"/>
                  <a:pt x="5508625" y="63503"/>
                </a:cubicBezTo>
                <a:lnTo>
                  <a:pt x="5508625" y="881060"/>
                </a:lnTo>
                <a:cubicBezTo>
                  <a:pt x="5508625" y="916131"/>
                  <a:pt x="5480194" y="944563"/>
                  <a:pt x="5445122" y="944562"/>
                </a:cubicBezTo>
                <a:lnTo>
                  <a:pt x="63503" y="944563"/>
                </a:lnTo>
                <a:cubicBezTo>
                  <a:pt x="28431" y="944562"/>
                  <a:pt x="0" y="916131"/>
                  <a:pt x="0" y="881060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1A1D23"/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97290" y="21748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3" name="Text 31"/>
          <p:cNvSpPr/>
          <p:nvPr/>
        </p:nvSpPr>
        <p:spPr>
          <a:xfrm>
            <a:off x="6257603" y="2174875"/>
            <a:ext cx="460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1A1D2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73540" y="2254250"/>
            <a:ext cx="841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Ruido Puro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41790" y="2651125"/>
            <a:ext cx="4865688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Empiezan con ruido gaussiano puro (nada de estructura)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847708" y="311943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7" name="Shape 35"/>
          <p:cNvSpPr/>
          <p:nvPr/>
        </p:nvSpPr>
        <p:spPr>
          <a:xfrm>
            <a:off x="6166321" y="3440906"/>
            <a:ext cx="5508625" cy="1150938"/>
          </a:xfrm>
          <a:custGeom>
            <a:avLst/>
            <a:gdLst/>
            <a:ahLst/>
            <a:cxnLst/>
            <a:rect l="l" t="t" r="r" b="b"/>
            <a:pathLst>
              <a:path w="5508625" h="1150938">
                <a:moveTo>
                  <a:pt x="63497" y="0"/>
                </a:moveTo>
                <a:lnTo>
                  <a:pt x="5445128" y="0"/>
                </a:lnTo>
                <a:cubicBezTo>
                  <a:pt x="5480196" y="0"/>
                  <a:pt x="5508625" y="28429"/>
                  <a:pt x="5508625" y="63497"/>
                </a:cubicBezTo>
                <a:lnTo>
                  <a:pt x="5508625" y="1087440"/>
                </a:lnTo>
                <a:cubicBezTo>
                  <a:pt x="5508625" y="1122509"/>
                  <a:pt x="5480196" y="1150938"/>
                  <a:pt x="5445128" y="1150937"/>
                </a:cubicBezTo>
                <a:lnTo>
                  <a:pt x="63497" y="1150938"/>
                </a:lnTo>
                <a:cubicBezTo>
                  <a:pt x="28429" y="1150937"/>
                  <a:pt x="0" y="1122509"/>
                  <a:pt x="0" y="1087440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1A1D23"/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97290" y="35718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9" name="Text 37"/>
          <p:cNvSpPr/>
          <p:nvPr/>
        </p:nvSpPr>
        <p:spPr>
          <a:xfrm>
            <a:off x="6257603" y="3571875"/>
            <a:ext cx="460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1A1D2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73540" y="3651250"/>
            <a:ext cx="1484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Quitar Ruido Guiado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741790" y="4048125"/>
            <a:ext cx="4865688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Aplican el "saber quitar ruido" 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5E8B7E"/>
                </a:solidFill>
                <a:highlight>
                  <a:srgbClr val="5E8B7E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guiados por tu prompt 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— cada paso reduce el ruido un poco más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847708" y="472281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3" name="Shape 41"/>
          <p:cNvSpPr/>
          <p:nvPr/>
        </p:nvSpPr>
        <p:spPr>
          <a:xfrm>
            <a:off x="6166321" y="5044281"/>
            <a:ext cx="5508625" cy="944563"/>
          </a:xfrm>
          <a:custGeom>
            <a:avLst/>
            <a:gdLst/>
            <a:ahLst/>
            <a:cxnLst/>
            <a:rect l="l" t="t" r="r" b="b"/>
            <a:pathLst>
              <a:path w="5508625" h="944563">
                <a:moveTo>
                  <a:pt x="63503" y="0"/>
                </a:moveTo>
                <a:lnTo>
                  <a:pt x="5445122" y="0"/>
                </a:lnTo>
                <a:cubicBezTo>
                  <a:pt x="5480194" y="0"/>
                  <a:pt x="5508625" y="28431"/>
                  <a:pt x="5508625" y="63503"/>
                </a:cubicBezTo>
                <a:lnTo>
                  <a:pt x="5508625" y="881060"/>
                </a:lnTo>
                <a:cubicBezTo>
                  <a:pt x="5508625" y="916131"/>
                  <a:pt x="5480194" y="944563"/>
                  <a:pt x="5445122" y="944562"/>
                </a:cubicBezTo>
                <a:lnTo>
                  <a:pt x="63503" y="944563"/>
                </a:lnTo>
                <a:cubicBezTo>
                  <a:pt x="28431" y="944562"/>
                  <a:pt x="0" y="916131"/>
                  <a:pt x="0" y="881060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1A1D23"/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97290" y="5175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5" name="Text 43"/>
          <p:cNvSpPr/>
          <p:nvPr/>
        </p:nvSpPr>
        <p:spPr>
          <a:xfrm>
            <a:off x="6257603" y="5175250"/>
            <a:ext cx="460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1A1D2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3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773540" y="5254625"/>
            <a:ext cx="1357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Imagen Coherente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741790" y="5651500"/>
            <a:ext cx="4865688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 final sale tu imagen — coherente, detallada y alineada con el prompt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967884" y="6353969"/>
            <a:ext cx="2881313" cy="1023938"/>
          </a:xfrm>
          <a:custGeom>
            <a:avLst/>
            <a:gdLst/>
            <a:ahLst/>
            <a:cxnLst/>
            <a:rect l="l" t="t" r="r" b="b"/>
            <a:pathLst>
              <a:path w="2881313" h="1023938">
                <a:moveTo>
                  <a:pt x="63505" y="0"/>
                </a:moveTo>
                <a:lnTo>
                  <a:pt x="2817808" y="0"/>
                </a:lnTo>
                <a:cubicBezTo>
                  <a:pt x="2852881" y="0"/>
                  <a:pt x="2881313" y="28432"/>
                  <a:pt x="2881313" y="63505"/>
                </a:cubicBezTo>
                <a:lnTo>
                  <a:pt x="2881313" y="960433"/>
                </a:lnTo>
                <a:cubicBezTo>
                  <a:pt x="2881313" y="995506"/>
                  <a:pt x="2852881" y="1023938"/>
                  <a:pt x="2817808" y="1023938"/>
                </a:cubicBezTo>
                <a:lnTo>
                  <a:pt x="63505" y="1023938"/>
                </a:lnTo>
                <a:cubicBezTo>
                  <a:pt x="28432" y="1023938"/>
                  <a:pt x="0" y="995506"/>
                  <a:pt x="0" y="960433"/>
                </a:cubicBezTo>
                <a:lnTo>
                  <a:pt x="0" y="63505"/>
                </a:lnTo>
                <a:cubicBezTo>
                  <a:pt x="0" y="28455"/>
                  <a:pt x="28455" y="0"/>
                  <a:pt x="63505" y="0"/>
                </a:cubicBezTo>
                <a:close/>
              </a:path>
            </a:pathLst>
          </a:custGeom>
          <a:solidFill>
            <a:srgbClr val="1A1D23"/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27415" y="6484938"/>
            <a:ext cx="27622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50" b="1" dirty="0">
                <a:solidFill>
                  <a:srgbClr val="5E8B7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50-1000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067103" y="6865938"/>
            <a:ext cx="2682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Pasos de difusión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típicos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986614" y="6353969"/>
            <a:ext cx="2881313" cy="1023938"/>
          </a:xfrm>
          <a:custGeom>
            <a:avLst/>
            <a:gdLst/>
            <a:ahLst/>
            <a:cxnLst/>
            <a:rect l="l" t="t" r="r" b="b"/>
            <a:pathLst>
              <a:path w="2881313" h="1023938">
                <a:moveTo>
                  <a:pt x="63505" y="0"/>
                </a:moveTo>
                <a:lnTo>
                  <a:pt x="2817808" y="0"/>
                </a:lnTo>
                <a:cubicBezTo>
                  <a:pt x="2852881" y="0"/>
                  <a:pt x="2881313" y="28432"/>
                  <a:pt x="2881313" y="63505"/>
                </a:cubicBezTo>
                <a:lnTo>
                  <a:pt x="2881313" y="960433"/>
                </a:lnTo>
                <a:cubicBezTo>
                  <a:pt x="2881313" y="995506"/>
                  <a:pt x="2852881" y="1023938"/>
                  <a:pt x="2817808" y="1023938"/>
                </a:cubicBezTo>
                <a:lnTo>
                  <a:pt x="63505" y="1023938"/>
                </a:lnTo>
                <a:cubicBezTo>
                  <a:pt x="28432" y="1023938"/>
                  <a:pt x="0" y="995506"/>
                  <a:pt x="0" y="960433"/>
                </a:cubicBezTo>
                <a:lnTo>
                  <a:pt x="0" y="63505"/>
                </a:lnTo>
                <a:cubicBezTo>
                  <a:pt x="0" y="28455"/>
                  <a:pt x="28455" y="0"/>
                  <a:pt x="63505" y="0"/>
                </a:cubicBezTo>
                <a:close/>
              </a:path>
            </a:pathLst>
          </a:custGeom>
          <a:solidFill>
            <a:srgbClr val="1A1D23"/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046146" y="6484938"/>
            <a:ext cx="27622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50" b="1" dirty="0">
                <a:solidFill>
                  <a:srgbClr val="5E8B7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512²-1024²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085833" y="6865938"/>
            <a:ext cx="2682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Resolución de imagen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generada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RESUMEN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El Flujo Completo del Proceso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1469" y="1146969"/>
            <a:ext cx="11549063" cy="2008187"/>
          </a:xfrm>
          <a:custGeom>
            <a:avLst/>
            <a:gdLst/>
            <a:ahLst/>
            <a:cxnLst/>
            <a:rect l="l" t="t" r="r" b="b"/>
            <a:pathLst>
              <a:path w="11549063" h="2008187">
                <a:moveTo>
                  <a:pt x="63499" y="0"/>
                </a:moveTo>
                <a:lnTo>
                  <a:pt x="11485564" y="0"/>
                </a:lnTo>
                <a:cubicBezTo>
                  <a:pt x="11520633" y="0"/>
                  <a:pt x="11549063" y="28429"/>
                  <a:pt x="11549063" y="63499"/>
                </a:cubicBezTo>
                <a:lnTo>
                  <a:pt x="11549063" y="1944689"/>
                </a:lnTo>
                <a:cubicBezTo>
                  <a:pt x="11549062" y="1979758"/>
                  <a:pt x="11520633" y="2008188"/>
                  <a:pt x="11485564" y="2008187"/>
                </a:cubicBezTo>
                <a:lnTo>
                  <a:pt x="63499" y="2008187"/>
                </a:lnTo>
                <a:cubicBezTo>
                  <a:pt x="28429" y="2008187"/>
                  <a:pt x="0" y="1979758"/>
                  <a:pt x="0" y="1944689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4A6D8C">
              <a:alpha val="14902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9750" y="13731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35719"/>
                </a:moveTo>
                <a:cubicBezTo>
                  <a:pt x="0" y="29133"/>
                  <a:pt x="5321" y="23812"/>
                  <a:pt x="11906" y="23812"/>
                </a:cubicBezTo>
                <a:lnTo>
                  <a:pt x="154781" y="23812"/>
                </a:lnTo>
                <a:cubicBezTo>
                  <a:pt x="161367" y="23812"/>
                  <a:pt x="166688" y="29133"/>
                  <a:pt x="166688" y="35719"/>
                </a:cubicBezTo>
                <a:cubicBezTo>
                  <a:pt x="166688" y="42304"/>
                  <a:pt x="161367" y="47625"/>
                  <a:pt x="154781" y="47625"/>
                </a:cubicBezTo>
                <a:lnTo>
                  <a:pt x="11906" y="47625"/>
                </a:lnTo>
                <a:cubicBezTo>
                  <a:pt x="5321" y="47625"/>
                  <a:pt x="0" y="42304"/>
                  <a:pt x="0" y="35719"/>
                </a:cubicBezTo>
                <a:close/>
                <a:moveTo>
                  <a:pt x="23812" y="95250"/>
                </a:moveTo>
                <a:cubicBezTo>
                  <a:pt x="23812" y="88664"/>
                  <a:pt x="29133" y="83344"/>
                  <a:pt x="35719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35719" y="107156"/>
                </a:lnTo>
                <a:cubicBezTo>
                  <a:pt x="29133" y="107156"/>
                  <a:pt x="23812" y="101836"/>
                  <a:pt x="23812" y="95250"/>
                </a:cubicBezTo>
                <a:close/>
                <a:moveTo>
                  <a:pt x="166688" y="154781"/>
                </a:moveTo>
                <a:cubicBezTo>
                  <a:pt x="166688" y="161367"/>
                  <a:pt x="161367" y="166688"/>
                  <a:pt x="154781" y="166688"/>
                </a:cubicBezTo>
                <a:lnTo>
                  <a:pt x="11906" y="166688"/>
                </a:lnTo>
                <a:cubicBezTo>
                  <a:pt x="5321" y="166688"/>
                  <a:pt x="0" y="161367"/>
                  <a:pt x="0" y="154781"/>
                </a:cubicBezTo>
                <a:cubicBezTo>
                  <a:pt x="0" y="148196"/>
                  <a:pt x="5321" y="142875"/>
                  <a:pt x="11906" y="142875"/>
                </a:cubicBezTo>
                <a:lnTo>
                  <a:pt x="154781" y="142875"/>
                </a:lnTo>
                <a:cubicBezTo>
                  <a:pt x="161367" y="142875"/>
                  <a:pt x="166688" y="148196"/>
                  <a:pt x="166688" y="15478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" name="Text 4"/>
          <p:cNvSpPr/>
          <p:nvPr/>
        </p:nvSpPr>
        <p:spPr>
          <a:xfrm>
            <a:off x="754063" y="1341438"/>
            <a:ext cx="11017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Para Texto (Proceso Autoregresivo)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29146" y="1785938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0"/>
                </a:moveTo>
                <a:lnTo>
                  <a:pt x="317500" y="0"/>
                </a:lnTo>
                <a:cubicBezTo>
                  <a:pt x="492733" y="0"/>
                  <a:pt x="635000" y="142267"/>
                  <a:pt x="635000" y="317500"/>
                </a:cubicBezTo>
                <a:lnTo>
                  <a:pt x="635000" y="317500"/>
                </a:lnTo>
                <a:cubicBezTo>
                  <a:pt x="635000" y="492733"/>
                  <a:pt x="492733" y="635000"/>
                  <a:pt x="317500" y="635000"/>
                </a:cubicBezTo>
                <a:lnTo>
                  <a:pt x="317500" y="635000"/>
                </a:lnTo>
                <a:cubicBezTo>
                  <a:pt x="142267" y="635000"/>
                  <a:pt x="0" y="492733"/>
                  <a:pt x="0" y="317500"/>
                </a:cubicBezTo>
                <a:lnTo>
                  <a:pt x="0" y="317500"/>
                </a:lnTo>
                <a:cubicBezTo>
                  <a:pt x="0" y="142267"/>
                  <a:pt x="142267" y="0"/>
                  <a:pt x="3175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Shape 6"/>
          <p:cNvSpPr/>
          <p:nvPr/>
        </p:nvSpPr>
        <p:spPr>
          <a:xfrm>
            <a:off x="1214686" y="1984375"/>
            <a:ext cx="267891" cy="238125"/>
          </a:xfrm>
          <a:custGeom>
            <a:avLst/>
            <a:gdLst/>
            <a:ahLst/>
            <a:cxnLst/>
            <a:rect l="l" t="t" r="r" b="b"/>
            <a:pathLst>
              <a:path w="267891" h="238125">
                <a:moveTo>
                  <a:pt x="29766" y="29766"/>
                </a:moveTo>
                <a:cubicBezTo>
                  <a:pt x="13348" y="29766"/>
                  <a:pt x="0" y="43114"/>
                  <a:pt x="0" y="59531"/>
                </a:cubicBezTo>
                <a:lnTo>
                  <a:pt x="0" y="178594"/>
                </a:lnTo>
                <a:cubicBezTo>
                  <a:pt x="0" y="195011"/>
                  <a:pt x="13348" y="208359"/>
                  <a:pt x="29766" y="208359"/>
                </a:cubicBezTo>
                <a:lnTo>
                  <a:pt x="238125" y="208359"/>
                </a:lnTo>
                <a:cubicBezTo>
                  <a:pt x="254543" y="208359"/>
                  <a:pt x="267891" y="195011"/>
                  <a:pt x="267891" y="178594"/>
                </a:cubicBezTo>
                <a:lnTo>
                  <a:pt x="267891" y="59531"/>
                </a:lnTo>
                <a:cubicBezTo>
                  <a:pt x="267891" y="43114"/>
                  <a:pt x="254543" y="29766"/>
                  <a:pt x="238125" y="29766"/>
                </a:cubicBezTo>
                <a:lnTo>
                  <a:pt x="29766" y="29766"/>
                </a:lnTo>
                <a:close/>
                <a:moveTo>
                  <a:pt x="37207" y="59531"/>
                </a:moveTo>
                <a:lnTo>
                  <a:pt x="52090" y="59531"/>
                </a:lnTo>
                <a:cubicBezTo>
                  <a:pt x="56183" y="59531"/>
                  <a:pt x="59531" y="62880"/>
                  <a:pt x="59531" y="66973"/>
                </a:cubicBezTo>
                <a:lnTo>
                  <a:pt x="59531" y="81855"/>
                </a:lnTo>
                <a:cubicBezTo>
                  <a:pt x="59531" y="85948"/>
                  <a:pt x="56183" y="89297"/>
                  <a:pt x="52090" y="89297"/>
                </a:cubicBezTo>
                <a:lnTo>
                  <a:pt x="37207" y="89297"/>
                </a:lnTo>
                <a:cubicBezTo>
                  <a:pt x="33114" y="89297"/>
                  <a:pt x="29766" y="85948"/>
                  <a:pt x="29766" y="81855"/>
                </a:cubicBezTo>
                <a:lnTo>
                  <a:pt x="29766" y="66973"/>
                </a:lnTo>
                <a:cubicBezTo>
                  <a:pt x="29766" y="62880"/>
                  <a:pt x="33114" y="59531"/>
                  <a:pt x="37207" y="59531"/>
                </a:cubicBezTo>
                <a:close/>
                <a:moveTo>
                  <a:pt x="29766" y="111621"/>
                </a:moveTo>
                <a:cubicBezTo>
                  <a:pt x="29766" y="107528"/>
                  <a:pt x="33114" y="104180"/>
                  <a:pt x="37207" y="104180"/>
                </a:cubicBezTo>
                <a:lnTo>
                  <a:pt x="52090" y="104180"/>
                </a:lnTo>
                <a:cubicBezTo>
                  <a:pt x="56183" y="104180"/>
                  <a:pt x="59531" y="107528"/>
                  <a:pt x="59531" y="111621"/>
                </a:cubicBezTo>
                <a:lnTo>
                  <a:pt x="59531" y="126504"/>
                </a:lnTo>
                <a:cubicBezTo>
                  <a:pt x="59531" y="130597"/>
                  <a:pt x="56183" y="133945"/>
                  <a:pt x="52090" y="133945"/>
                </a:cubicBezTo>
                <a:lnTo>
                  <a:pt x="37207" y="133945"/>
                </a:lnTo>
                <a:cubicBezTo>
                  <a:pt x="33114" y="133945"/>
                  <a:pt x="29766" y="130597"/>
                  <a:pt x="29766" y="126504"/>
                </a:cubicBezTo>
                <a:lnTo>
                  <a:pt x="29766" y="111621"/>
                </a:lnTo>
                <a:close/>
                <a:moveTo>
                  <a:pt x="81855" y="59531"/>
                </a:moveTo>
                <a:lnTo>
                  <a:pt x="96738" y="59531"/>
                </a:lnTo>
                <a:cubicBezTo>
                  <a:pt x="100831" y="59531"/>
                  <a:pt x="104180" y="62880"/>
                  <a:pt x="104180" y="66973"/>
                </a:cubicBezTo>
                <a:lnTo>
                  <a:pt x="104180" y="81855"/>
                </a:lnTo>
                <a:cubicBezTo>
                  <a:pt x="104180" y="85948"/>
                  <a:pt x="100831" y="89297"/>
                  <a:pt x="96738" y="89297"/>
                </a:cubicBezTo>
                <a:lnTo>
                  <a:pt x="81855" y="89297"/>
                </a:lnTo>
                <a:cubicBezTo>
                  <a:pt x="77763" y="89297"/>
                  <a:pt x="74414" y="85948"/>
                  <a:pt x="74414" y="81855"/>
                </a:cubicBezTo>
                <a:lnTo>
                  <a:pt x="74414" y="66973"/>
                </a:lnTo>
                <a:cubicBezTo>
                  <a:pt x="74414" y="62880"/>
                  <a:pt x="77763" y="59531"/>
                  <a:pt x="81855" y="59531"/>
                </a:cubicBezTo>
                <a:close/>
                <a:moveTo>
                  <a:pt x="74414" y="111621"/>
                </a:moveTo>
                <a:cubicBezTo>
                  <a:pt x="74414" y="107528"/>
                  <a:pt x="77763" y="104180"/>
                  <a:pt x="81855" y="104180"/>
                </a:cubicBezTo>
                <a:lnTo>
                  <a:pt x="96738" y="104180"/>
                </a:lnTo>
                <a:cubicBezTo>
                  <a:pt x="100831" y="104180"/>
                  <a:pt x="104180" y="107528"/>
                  <a:pt x="104180" y="111621"/>
                </a:cubicBezTo>
                <a:lnTo>
                  <a:pt x="104180" y="126504"/>
                </a:lnTo>
                <a:cubicBezTo>
                  <a:pt x="104180" y="130597"/>
                  <a:pt x="100831" y="133945"/>
                  <a:pt x="96738" y="133945"/>
                </a:cubicBezTo>
                <a:lnTo>
                  <a:pt x="81855" y="133945"/>
                </a:lnTo>
                <a:cubicBezTo>
                  <a:pt x="77763" y="133945"/>
                  <a:pt x="74414" y="130597"/>
                  <a:pt x="74414" y="126504"/>
                </a:cubicBezTo>
                <a:lnTo>
                  <a:pt x="74414" y="111621"/>
                </a:lnTo>
                <a:close/>
                <a:moveTo>
                  <a:pt x="81855" y="148828"/>
                </a:moveTo>
                <a:lnTo>
                  <a:pt x="186035" y="148828"/>
                </a:lnTo>
                <a:cubicBezTo>
                  <a:pt x="190128" y="148828"/>
                  <a:pt x="193477" y="152177"/>
                  <a:pt x="193477" y="156270"/>
                </a:cubicBezTo>
                <a:lnTo>
                  <a:pt x="193477" y="171152"/>
                </a:lnTo>
                <a:cubicBezTo>
                  <a:pt x="193477" y="175245"/>
                  <a:pt x="190128" y="178594"/>
                  <a:pt x="186035" y="178594"/>
                </a:cubicBezTo>
                <a:lnTo>
                  <a:pt x="81855" y="178594"/>
                </a:lnTo>
                <a:cubicBezTo>
                  <a:pt x="77763" y="178594"/>
                  <a:pt x="74414" y="175245"/>
                  <a:pt x="74414" y="171152"/>
                </a:cubicBezTo>
                <a:lnTo>
                  <a:pt x="74414" y="156270"/>
                </a:lnTo>
                <a:cubicBezTo>
                  <a:pt x="74414" y="152177"/>
                  <a:pt x="77763" y="148828"/>
                  <a:pt x="81855" y="148828"/>
                </a:cubicBezTo>
                <a:close/>
                <a:moveTo>
                  <a:pt x="119062" y="66973"/>
                </a:moveTo>
                <a:cubicBezTo>
                  <a:pt x="119062" y="62880"/>
                  <a:pt x="122411" y="59531"/>
                  <a:pt x="126504" y="59531"/>
                </a:cubicBezTo>
                <a:lnTo>
                  <a:pt x="141387" y="59531"/>
                </a:lnTo>
                <a:cubicBezTo>
                  <a:pt x="145479" y="59531"/>
                  <a:pt x="148828" y="62880"/>
                  <a:pt x="148828" y="66973"/>
                </a:cubicBezTo>
                <a:lnTo>
                  <a:pt x="148828" y="81855"/>
                </a:lnTo>
                <a:cubicBezTo>
                  <a:pt x="148828" y="85948"/>
                  <a:pt x="145479" y="89297"/>
                  <a:pt x="141387" y="89297"/>
                </a:cubicBezTo>
                <a:lnTo>
                  <a:pt x="126504" y="89297"/>
                </a:lnTo>
                <a:cubicBezTo>
                  <a:pt x="122411" y="89297"/>
                  <a:pt x="119062" y="85948"/>
                  <a:pt x="119062" y="81855"/>
                </a:cubicBezTo>
                <a:lnTo>
                  <a:pt x="119062" y="66973"/>
                </a:lnTo>
                <a:close/>
                <a:moveTo>
                  <a:pt x="126504" y="104180"/>
                </a:moveTo>
                <a:lnTo>
                  <a:pt x="141387" y="104180"/>
                </a:lnTo>
                <a:cubicBezTo>
                  <a:pt x="145479" y="104180"/>
                  <a:pt x="148828" y="107528"/>
                  <a:pt x="148828" y="111621"/>
                </a:cubicBezTo>
                <a:lnTo>
                  <a:pt x="148828" y="126504"/>
                </a:lnTo>
                <a:cubicBezTo>
                  <a:pt x="148828" y="130597"/>
                  <a:pt x="145479" y="133945"/>
                  <a:pt x="141387" y="133945"/>
                </a:cubicBezTo>
                <a:lnTo>
                  <a:pt x="126504" y="133945"/>
                </a:lnTo>
                <a:cubicBezTo>
                  <a:pt x="122411" y="133945"/>
                  <a:pt x="119062" y="130597"/>
                  <a:pt x="119062" y="126504"/>
                </a:cubicBezTo>
                <a:lnTo>
                  <a:pt x="119062" y="111621"/>
                </a:lnTo>
                <a:cubicBezTo>
                  <a:pt x="119062" y="107528"/>
                  <a:pt x="122411" y="104180"/>
                  <a:pt x="126504" y="104180"/>
                </a:cubicBezTo>
                <a:close/>
                <a:moveTo>
                  <a:pt x="163711" y="66973"/>
                </a:moveTo>
                <a:cubicBezTo>
                  <a:pt x="163711" y="62880"/>
                  <a:pt x="167060" y="59531"/>
                  <a:pt x="171152" y="59531"/>
                </a:cubicBezTo>
                <a:lnTo>
                  <a:pt x="186035" y="59531"/>
                </a:lnTo>
                <a:cubicBezTo>
                  <a:pt x="190128" y="59531"/>
                  <a:pt x="193477" y="62880"/>
                  <a:pt x="193477" y="66973"/>
                </a:cubicBezTo>
                <a:lnTo>
                  <a:pt x="193477" y="81855"/>
                </a:lnTo>
                <a:cubicBezTo>
                  <a:pt x="193477" y="85948"/>
                  <a:pt x="190128" y="89297"/>
                  <a:pt x="186035" y="89297"/>
                </a:cubicBezTo>
                <a:lnTo>
                  <a:pt x="171152" y="89297"/>
                </a:lnTo>
                <a:cubicBezTo>
                  <a:pt x="167060" y="89297"/>
                  <a:pt x="163711" y="85948"/>
                  <a:pt x="163711" y="81855"/>
                </a:cubicBezTo>
                <a:lnTo>
                  <a:pt x="163711" y="66973"/>
                </a:lnTo>
                <a:close/>
                <a:moveTo>
                  <a:pt x="171152" y="104180"/>
                </a:moveTo>
                <a:lnTo>
                  <a:pt x="186035" y="104180"/>
                </a:lnTo>
                <a:cubicBezTo>
                  <a:pt x="190128" y="104180"/>
                  <a:pt x="193477" y="107528"/>
                  <a:pt x="193477" y="111621"/>
                </a:cubicBezTo>
                <a:lnTo>
                  <a:pt x="193477" y="126504"/>
                </a:lnTo>
                <a:cubicBezTo>
                  <a:pt x="193477" y="130597"/>
                  <a:pt x="190128" y="133945"/>
                  <a:pt x="186035" y="133945"/>
                </a:cubicBezTo>
                <a:lnTo>
                  <a:pt x="171152" y="133945"/>
                </a:lnTo>
                <a:cubicBezTo>
                  <a:pt x="167060" y="133945"/>
                  <a:pt x="163711" y="130597"/>
                  <a:pt x="163711" y="126504"/>
                </a:cubicBezTo>
                <a:lnTo>
                  <a:pt x="163711" y="111621"/>
                </a:lnTo>
                <a:cubicBezTo>
                  <a:pt x="163711" y="107528"/>
                  <a:pt x="167060" y="104180"/>
                  <a:pt x="171152" y="104180"/>
                </a:cubicBezTo>
                <a:close/>
                <a:moveTo>
                  <a:pt x="208359" y="66973"/>
                </a:moveTo>
                <a:cubicBezTo>
                  <a:pt x="208359" y="62880"/>
                  <a:pt x="211708" y="59531"/>
                  <a:pt x="215801" y="59531"/>
                </a:cubicBezTo>
                <a:lnTo>
                  <a:pt x="230684" y="59531"/>
                </a:lnTo>
                <a:cubicBezTo>
                  <a:pt x="234776" y="59531"/>
                  <a:pt x="238125" y="62880"/>
                  <a:pt x="238125" y="66973"/>
                </a:cubicBezTo>
                <a:lnTo>
                  <a:pt x="238125" y="81855"/>
                </a:lnTo>
                <a:cubicBezTo>
                  <a:pt x="238125" y="85948"/>
                  <a:pt x="234776" y="89297"/>
                  <a:pt x="230684" y="89297"/>
                </a:cubicBezTo>
                <a:lnTo>
                  <a:pt x="215801" y="89297"/>
                </a:lnTo>
                <a:cubicBezTo>
                  <a:pt x="211708" y="89297"/>
                  <a:pt x="208359" y="85948"/>
                  <a:pt x="208359" y="81855"/>
                </a:cubicBezTo>
                <a:lnTo>
                  <a:pt x="208359" y="66973"/>
                </a:lnTo>
                <a:close/>
                <a:moveTo>
                  <a:pt x="215801" y="104180"/>
                </a:moveTo>
                <a:lnTo>
                  <a:pt x="230684" y="104180"/>
                </a:lnTo>
                <a:cubicBezTo>
                  <a:pt x="234776" y="104180"/>
                  <a:pt x="238125" y="107528"/>
                  <a:pt x="238125" y="111621"/>
                </a:cubicBezTo>
                <a:lnTo>
                  <a:pt x="238125" y="126504"/>
                </a:lnTo>
                <a:cubicBezTo>
                  <a:pt x="238125" y="130597"/>
                  <a:pt x="234776" y="133945"/>
                  <a:pt x="230684" y="133945"/>
                </a:cubicBezTo>
                <a:lnTo>
                  <a:pt x="215801" y="133945"/>
                </a:lnTo>
                <a:cubicBezTo>
                  <a:pt x="211708" y="133945"/>
                  <a:pt x="208359" y="130597"/>
                  <a:pt x="208359" y="126504"/>
                </a:cubicBezTo>
                <a:lnTo>
                  <a:pt x="208359" y="111621"/>
                </a:lnTo>
                <a:cubicBezTo>
                  <a:pt x="208359" y="107528"/>
                  <a:pt x="211708" y="104180"/>
                  <a:pt x="215801" y="104180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9" name="Text 7"/>
          <p:cNvSpPr/>
          <p:nvPr/>
        </p:nvSpPr>
        <p:spPr>
          <a:xfrm>
            <a:off x="480219" y="2516188"/>
            <a:ext cx="1730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1. Prompt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187" y="2770188"/>
            <a:ext cx="1722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Entrada del usuario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01292" y="22780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2" name="Shape 10"/>
          <p:cNvSpPr/>
          <p:nvPr/>
        </p:nvSpPr>
        <p:spPr>
          <a:xfrm>
            <a:off x="2928938" y="1785938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0"/>
                </a:moveTo>
                <a:lnTo>
                  <a:pt x="317500" y="0"/>
                </a:lnTo>
                <a:cubicBezTo>
                  <a:pt x="492733" y="0"/>
                  <a:pt x="635000" y="142267"/>
                  <a:pt x="635000" y="317500"/>
                </a:cubicBezTo>
                <a:lnTo>
                  <a:pt x="635000" y="317500"/>
                </a:lnTo>
                <a:cubicBezTo>
                  <a:pt x="635000" y="492733"/>
                  <a:pt x="492733" y="635000"/>
                  <a:pt x="317500" y="635000"/>
                </a:cubicBezTo>
                <a:lnTo>
                  <a:pt x="317500" y="635000"/>
                </a:lnTo>
                <a:cubicBezTo>
                  <a:pt x="142267" y="635000"/>
                  <a:pt x="0" y="492733"/>
                  <a:pt x="0" y="317500"/>
                </a:cubicBezTo>
                <a:lnTo>
                  <a:pt x="0" y="317500"/>
                </a:lnTo>
                <a:cubicBezTo>
                  <a:pt x="0" y="142267"/>
                  <a:pt x="142267" y="0"/>
                  <a:pt x="3175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3" name="Shape 11"/>
          <p:cNvSpPr/>
          <p:nvPr/>
        </p:nvSpPr>
        <p:spPr>
          <a:xfrm>
            <a:off x="3129359" y="1984375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89297" y="119062"/>
                </a:moveTo>
                <a:lnTo>
                  <a:pt x="70926" y="137433"/>
                </a:lnTo>
                <a:cubicBezTo>
                  <a:pt x="65066" y="135155"/>
                  <a:pt x="58741" y="133945"/>
                  <a:pt x="52090" y="133945"/>
                </a:cubicBezTo>
                <a:cubicBezTo>
                  <a:pt x="23301" y="133945"/>
                  <a:pt x="0" y="157246"/>
                  <a:pt x="0" y="186035"/>
                </a:cubicBezTo>
                <a:cubicBezTo>
                  <a:pt x="0" y="214824"/>
                  <a:pt x="23301" y="238125"/>
                  <a:pt x="52090" y="238125"/>
                </a:cubicBezTo>
                <a:cubicBezTo>
                  <a:pt x="80879" y="238125"/>
                  <a:pt x="104180" y="214824"/>
                  <a:pt x="104180" y="186035"/>
                </a:cubicBezTo>
                <a:cubicBezTo>
                  <a:pt x="104180" y="179384"/>
                  <a:pt x="102924" y="173059"/>
                  <a:pt x="100692" y="167199"/>
                </a:cubicBezTo>
                <a:lnTo>
                  <a:pt x="232172" y="35719"/>
                </a:lnTo>
                <a:cubicBezTo>
                  <a:pt x="235474" y="32417"/>
                  <a:pt x="235474" y="27115"/>
                  <a:pt x="232172" y="23812"/>
                </a:cubicBezTo>
                <a:cubicBezTo>
                  <a:pt x="219010" y="10651"/>
                  <a:pt x="197709" y="10651"/>
                  <a:pt x="184547" y="23812"/>
                </a:cubicBezTo>
                <a:lnTo>
                  <a:pt x="119062" y="89297"/>
                </a:lnTo>
                <a:lnTo>
                  <a:pt x="100692" y="70926"/>
                </a:lnTo>
                <a:cubicBezTo>
                  <a:pt x="102970" y="65066"/>
                  <a:pt x="104180" y="58741"/>
                  <a:pt x="104180" y="52090"/>
                </a:cubicBezTo>
                <a:cubicBezTo>
                  <a:pt x="104180" y="23301"/>
                  <a:pt x="80879" y="0"/>
                  <a:pt x="52090" y="0"/>
                </a:cubicBezTo>
                <a:cubicBezTo>
                  <a:pt x="23301" y="0"/>
                  <a:pt x="0" y="23301"/>
                  <a:pt x="0" y="52090"/>
                </a:cubicBezTo>
                <a:cubicBezTo>
                  <a:pt x="0" y="80879"/>
                  <a:pt x="23301" y="104180"/>
                  <a:pt x="52090" y="104180"/>
                </a:cubicBezTo>
                <a:cubicBezTo>
                  <a:pt x="58741" y="104180"/>
                  <a:pt x="65066" y="102924"/>
                  <a:pt x="70926" y="100692"/>
                </a:cubicBezTo>
                <a:lnTo>
                  <a:pt x="89297" y="119062"/>
                </a:lnTo>
                <a:close/>
                <a:moveTo>
                  <a:pt x="134829" y="164595"/>
                </a:moveTo>
                <a:lnTo>
                  <a:pt x="184547" y="214313"/>
                </a:lnTo>
                <a:cubicBezTo>
                  <a:pt x="197709" y="227474"/>
                  <a:pt x="219010" y="227474"/>
                  <a:pt x="232172" y="214313"/>
                </a:cubicBezTo>
                <a:cubicBezTo>
                  <a:pt x="235474" y="211010"/>
                  <a:pt x="235474" y="205708"/>
                  <a:pt x="232172" y="202406"/>
                </a:cubicBezTo>
                <a:lnTo>
                  <a:pt x="164595" y="134829"/>
                </a:lnTo>
                <a:lnTo>
                  <a:pt x="134829" y="164595"/>
                </a:lnTo>
                <a:close/>
                <a:moveTo>
                  <a:pt x="29766" y="52090"/>
                </a:moveTo>
                <a:cubicBezTo>
                  <a:pt x="29766" y="39769"/>
                  <a:pt x="39769" y="29766"/>
                  <a:pt x="52090" y="29766"/>
                </a:cubicBezTo>
                <a:cubicBezTo>
                  <a:pt x="64411" y="29766"/>
                  <a:pt x="74414" y="39769"/>
                  <a:pt x="74414" y="52090"/>
                </a:cubicBezTo>
                <a:cubicBezTo>
                  <a:pt x="74414" y="64411"/>
                  <a:pt x="64411" y="74414"/>
                  <a:pt x="52090" y="74414"/>
                </a:cubicBezTo>
                <a:cubicBezTo>
                  <a:pt x="39769" y="74414"/>
                  <a:pt x="29766" y="64411"/>
                  <a:pt x="29766" y="52090"/>
                </a:cubicBezTo>
                <a:close/>
                <a:moveTo>
                  <a:pt x="52090" y="163711"/>
                </a:moveTo>
                <a:cubicBezTo>
                  <a:pt x="64411" y="163711"/>
                  <a:pt x="74414" y="173714"/>
                  <a:pt x="74414" y="186035"/>
                </a:cubicBezTo>
                <a:cubicBezTo>
                  <a:pt x="74414" y="198356"/>
                  <a:pt x="64411" y="208359"/>
                  <a:pt x="52090" y="208359"/>
                </a:cubicBezTo>
                <a:cubicBezTo>
                  <a:pt x="39769" y="208359"/>
                  <a:pt x="29766" y="198356"/>
                  <a:pt x="29766" y="186035"/>
                </a:cubicBezTo>
                <a:cubicBezTo>
                  <a:pt x="29766" y="173714"/>
                  <a:pt x="39769" y="163711"/>
                  <a:pt x="52090" y="163711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14" name="Text 12"/>
          <p:cNvSpPr/>
          <p:nvPr/>
        </p:nvSpPr>
        <p:spPr>
          <a:xfrm>
            <a:off x="2379886" y="2516188"/>
            <a:ext cx="1730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2. Tokenización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383854" y="2770188"/>
            <a:ext cx="1722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Cortar en trozos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01083" y="22780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7" name="Shape 15"/>
          <p:cNvSpPr/>
          <p:nvPr/>
        </p:nvSpPr>
        <p:spPr>
          <a:xfrm>
            <a:off x="4828604" y="1785938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0"/>
                </a:moveTo>
                <a:lnTo>
                  <a:pt x="317500" y="0"/>
                </a:lnTo>
                <a:cubicBezTo>
                  <a:pt x="492733" y="0"/>
                  <a:pt x="635000" y="142267"/>
                  <a:pt x="635000" y="317500"/>
                </a:cubicBezTo>
                <a:lnTo>
                  <a:pt x="635000" y="317500"/>
                </a:lnTo>
                <a:cubicBezTo>
                  <a:pt x="635000" y="492733"/>
                  <a:pt x="492733" y="635000"/>
                  <a:pt x="317500" y="635000"/>
                </a:cubicBezTo>
                <a:lnTo>
                  <a:pt x="317500" y="635000"/>
                </a:lnTo>
                <a:cubicBezTo>
                  <a:pt x="142267" y="635000"/>
                  <a:pt x="0" y="492733"/>
                  <a:pt x="0" y="317500"/>
                </a:cubicBezTo>
                <a:lnTo>
                  <a:pt x="0" y="317500"/>
                </a:lnTo>
                <a:cubicBezTo>
                  <a:pt x="0" y="142267"/>
                  <a:pt x="142267" y="0"/>
                  <a:pt x="3175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026" y="1984375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30649" y="106273"/>
                </a:moveTo>
                <a:cubicBezTo>
                  <a:pt x="36835" y="63019"/>
                  <a:pt x="74089" y="29766"/>
                  <a:pt x="119062" y="29766"/>
                </a:cubicBezTo>
                <a:cubicBezTo>
                  <a:pt x="143712" y="29766"/>
                  <a:pt x="166036" y="39765"/>
                  <a:pt x="182221" y="55904"/>
                </a:cubicBezTo>
                <a:cubicBezTo>
                  <a:pt x="182314" y="55997"/>
                  <a:pt x="182407" y="56090"/>
                  <a:pt x="182500" y="56183"/>
                </a:cubicBezTo>
                <a:lnTo>
                  <a:pt x="186035" y="59531"/>
                </a:lnTo>
                <a:lnTo>
                  <a:pt x="163757" y="59531"/>
                </a:lnTo>
                <a:cubicBezTo>
                  <a:pt x="155525" y="59531"/>
                  <a:pt x="148875" y="66182"/>
                  <a:pt x="148875" y="74414"/>
                </a:cubicBezTo>
                <a:cubicBezTo>
                  <a:pt x="148875" y="82646"/>
                  <a:pt x="155525" y="89297"/>
                  <a:pt x="163757" y="89297"/>
                </a:cubicBezTo>
                <a:lnTo>
                  <a:pt x="223289" y="89297"/>
                </a:lnTo>
                <a:cubicBezTo>
                  <a:pt x="231521" y="89297"/>
                  <a:pt x="238172" y="82646"/>
                  <a:pt x="238172" y="74414"/>
                </a:cubicBezTo>
                <a:lnTo>
                  <a:pt x="238172" y="14883"/>
                </a:lnTo>
                <a:cubicBezTo>
                  <a:pt x="238172" y="6651"/>
                  <a:pt x="231521" y="0"/>
                  <a:pt x="223289" y="0"/>
                </a:cubicBezTo>
                <a:cubicBezTo>
                  <a:pt x="215057" y="0"/>
                  <a:pt x="208406" y="6651"/>
                  <a:pt x="208406" y="14883"/>
                </a:cubicBezTo>
                <a:lnTo>
                  <a:pt x="208406" y="39719"/>
                </a:lnTo>
                <a:lnTo>
                  <a:pt x="203150" y="34742"/>
                </a:lnTo>
                <a:cubicBezTo>
                  <a:pt x="181617" y="13302"/>
                  <a:pt x="151851" y="0"/>
                  <a:pt x="119062" y="0"/>
                </a:cubicBezTo>
                <a:cubicBezTo>
                  <a:pt x="59066" y="0"/>
                  <a:pt x="9441" y="44369"/>
                  <a:pt x="1209" y="102087"/>
                </a:cubicBezTo>
                <a:cubicBezTo>
                  <a:pt x="47" y="110226"/>
                  <a:pt x="5674" y="117760"/>
                  <a:pt x="13813" y="118923"/>
                </a:cubicBezTo>
                <a:cubicBezTo>
                  <a:pt x="21952" y="120086"/>
                  <a:pt x="29487" y="114412"/>
                  <a:pt x="30649" y="106319"/>
                </a:cubicBezTo>
                <a:close/>
                <a:moveTo>
                  <a:pt x="236916" y="136038"/>
                </a:moveTo>
                <a:cubicBezTo>
                  <a:pt x="238078" y="127899"/>
                  <a:pt x="232404" y="120365"/>
                  <a:pt x="224312" y="119202"/>
                </a:cubicBezTo>
                <a:cubicBezTo>
                  <a:pt x="216219" y="118039"/>
                  <a:pt x="208638" y="123713"/>
                  <a:pt x="207476" y="131806"/>
                </a:cubicBezTo>
                <a:cubicBezTo>
                  <a:pt x="201290" y="175059"/>
                  <a:pt x="164036" y="208313"/>
                  <a:pt x="119062" y="208313"/>
                </a:cubicBezTo>
                <a:cubicBezTo>
                  <a:pt x="94413" y="208313"/>
                  <a:pt x="72089" y="198313"/>
                  <a:pt x="55904" y="182175"/>
                </a:cubicBezTo>
                <a:cubicBezTo>
                  <a:pt x="55811" y="182082"/>
                  <a:pt x="55718" y="181989"/>
                  <a:pt x="55625" y="181896"/>
                </a:cubicBezTo>
                <a:lnTo>
                  <a:pt x="52090" y="178547"/>
                </a:lnTo>
                <a:lnTo>
                  <a:pt x="74368" y="178547"/>
                </a:lnTo>
                <a:cubicBezTo>
                  <a:pt x="82600" y="178547"/>
                  <a:pt x="89250" y="171896"/>
                  <a:pt x="89250" y="163664"/>
                </a:cubicBezTo>
                <a:cubicBezTo>
                  <a:pt x="89250" y="155432"/>
                  <a:pt x="82600" y="148782"/>
                  <a:pt x="74368" y="148782"/>
                </a:cubicBezTo>
                <a:lnTo>
                  <a:pt x="14883" y="148828"/>
                </a:lnTo>
                <a:cubicBezTo>
                  <a:pt x="10930" y="148828"/>
                  <a:pt x="7116" y="150409"/>
                  <a:pt x="4325" y="153246"/>
                </a:cubicBezTo>
                <a:cubicBezTo>
                  <a:pt x="1535" y="156083"/>
                  <a:pt x="-47" y="159851"/>
                  <a:pt x="0" y="163850"/>
                </a:cubicBezTo>
                <a:lnTo>
                  <a:pt x="465" y="222917"/>
                </a:lnTo>
                <a:cubicBezTo>
                  <a:pt x="512" y="231149"/>
                  <a:pt x="7255" y="237753"/>
                  <a:pt x="15487" y="237660"/>
                </a:cubicBezTo>
                <a:cubicBezTo>
                  <a:pt x="23719" y="237567"/>
                  <a:pt x="30324" y="230870"/>
                  <a:pt x="30231" y="222638"/>
                </a:cubicBezTo>
                <a:lnTo>
                  <a:pt x="30045" y="198686"/>
                </a:lnTo>
                <a:lnTo>
                  <a:pt x="35021" y="203383"/>
                </a:lnTo>
                <a:cubicBezTo>
                  <a:pt x="56555" y="224823"/>
                  <a:pt x="86274" y="238125"/>
                  <a:pt x="119062" y="238125"/>
                </a:cubicBezTo>
                <a:cubicBezTo>
                  <a:pt x="179059" y="238125"/>
                  <a:pt x="228684" y="193756"/>
                  <a:pt x="236916" y="136038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19" name="Text 17"/>
          <p:cNvSpPr/>
          <p:nvPr/>
        </p:nvSpPr>
        <p:spPr>
          <a:xfrm>
            <a:off x="4279677" y="2516188"/>
            <a:ext cx="1730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3. Embeddings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283646" y="2770188"/>
            <a:ext cx="1722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Coordenadas de significado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00750" y="22780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2" name="Shape 20"/>
          <p:cNvSpPr/>
          <p:nvPr/>
        </p:nvSpPr>
        <p:spPr>
          <a:xfrm>
            <a:off x="6728396" y="1785938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0"/>
                </a:moveTo>
                <a:lnTo>
                  <a:pt x="317500" y="0"/>
                </a:lnTo>
                <a:cubicBezTo>
                  <a:pt x="492733" y="0"/>
                  <a:pt x="635000" y="142267"/>
                  <a:pt x="635000" y="317500"/>
                </a:cubicBezTo>
                <a:lnTo>
                  <a:pt x="635000" y="317500"/>
                </a:lnTo>
                <a:cubicBezTo>
                  <a:pt x="635000" y="492733"/>
                  <a:pt x="492733" y="635000"/>
                  <a:pt x="317500" y="635000"/>
                </a:cubicBezTo>
                <a:lnTo>
                  <a:pt x="317500" y="635000"/>
                </a:lnTo>
                <a:cubicBezTo>
                  <a:pt x="142267" y="635000"/>
                  <a:pt x="0" y="492733"/>
                  <a:pt x="0" y="317500"/>
                </a:cubicBezTo>
                <a:lnTo>
                  <a:pt x="0" y="317500"/>
                </a:lnTo>
                <a:cubicBezTo>
                  <a:pt x="0" y="142267"/>
                  <a:pt x="142267" y="0"/>
                  <a:pt x="3175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3" name="Shape 21"/>
          <p:cNvSpPr/>
          <p:nvPr/>
        </p:nvSpPr>
        <p:spPr>
          <a:xfrm>
            <a:off x="6899052" y="1984375"/>
            <a:ext cx="297656" cy="238125"/>
          </a:xfrm>
          <a:custGeom>
            <a:avLst/>
            <a:gdLst/>
            <a:ahLst/>
            <a:cxnLst/>
            <a:rect l="l" t="t" r="r" b="b"/>
            <a:pathLst>
              <a:path w="297656" h="238125">
                <a:moveTo>
                  <a:pt x="193430" y="97901"/>
                </a:moveTo>
                <a:cubicBezTo>
                  <a:pt x="199104" y="96366"/>
                  <a:pt x="205057" y="99064"/>
                  <a:pt x="207615" y="104319"/>
                </a:cubicBezTo>
                <a:lnTo>
                  <a:pt x="216266" y="121807"/>
                </a:lnTo>
                <a:cubicBezTo>
                  <a:pt x="221056" y="122458"/>
                  <a:pt x="225754" y="123760"/>
                  <a:pt x="230172" y="125574"/>
                </a:cubicBezTo>
                <a:lnTo>
                  <a:pt x="246450" y="114737"/>
                </a:lnTo>
                <a:cubicBezTo>
                  <a:pt x="251333" y="111482"/>
                  <a:pt x="257798" y="112133"/>
                  <a:pt x="261937" y="116272"/>
                </a:cubicBezTo>
                <a:lnTo>
                  <a:pt x="270867" y="125202"/>
                </a:lnTo>
                <a:cubicBezTo>
                  <a:pt x="275006" y="129341"/>
                  <a:pt x="275658" y="135852"/>
                  <a:pt x="272402" y="140689"/>
                </a:cubicBezTo>
                <a:lnTo>
                  <a:pt x="261565" y="156921"/>
                </a:lnTo>
                <a:cubicBezTo>
                  <a:pt x="262449" y="159107"/>
                  <a:pt x="263240" y="161385"/>
                  <a:pt x="263891" y="163757"/>
                </a:cubicBezTo>
                <a:cubicBezTo>
                  <a:pt x="264542" y="166129"/>
                  <a:pt x="264961" y="168455"/>
                  <a:pt x="265286" y="170827"/>
                </a:cubicBezTo>
                <a:lnTo>
                  <a:pt x="282820" y="179477"/>
                </a:lnTo>
                <a:cubicBezTo>
                  <a:pt x="288075" y="182082"/>
                  <a:pt x="290773" y="188035"/>
                  <a:pt x="289238" y="193663"/>
                </a:cubicBezTo>
                <a:lnTo>
                  <a:pt x="285983" y="205848"/>
                </a:lnTo>
                <a:cubicBezTo>
                  <a:pt x="284448" y="211475"/>
                  <a:pt x="279192" y="215289"/>
                  <a:pt x="273332" y="214917"/>
                </a:cubicBezTo>
                <a:lnTo>
                  <a:pt x="253798" y="213661"/>
                </a:lnTo>
                <a:cubicBezTo>
                  <a:pt x="250868" y="217429"/>
                  <a:pt x="247473" y="220917"/>
                  <a:pt x="243613" y="223893"/>
                </a:cubicBezTo>
                <a:lnTo>
                  <a:pt x="244869" y="243380"/>
                </a:lnTo>
                <a:cubicBezTo>
                  <a:pt x="245241" y="249241"/>
                  <a:pt x="241427" y="254543"/>
                  <a:pt x="235800" y="256031"/>
                </a:cubicBezTo>
                <a:lnTo>
                  <a:pt x="223614" y="259286"/>
                </a:lnTo>
                <a:cubicBezTo>
                  <a:pt x="217940" y="260821"/>
                  <a:pt x="212034" y="258124"/>
                  <a:pt x="209429" y="252868"/>
                </a:cubicBezTo>
                <a:lnTo>
                  <a:pt x="200778" y="235381"/>
                </a:lnTo>
                <a:cubicBezTo>
                  <a:pt x="195988" y="234730"/>
                  <a:pt x="191291" y="233428"/>
                  <a:pt x="186872" y="231614"/>
                </a:cubicBezTo>
                <a:lnTo>
                  <a:pt x="170594" y="242450"/>
                </a:lnTo>
                <a:cubicBezTo>
                  <a:pt x="165711" y="245706"/>
                  <a:pt x="159246" y="245055"/>
                  <a:pt x="155107" y="240916"/>
                </a:cubicBezTo>
                <a:lnTo>
                  <a:pt x="146177" y="231986"/>
                </a:lnTo>
                <a:cubicBezTo>
                  <a:pt x="142038" y="227847"/>
                  <a:pt x="141387" y="221382"/>
                  <a:pt x="144642" y="216498"/>
                </a:cubicBezTo>
                <a:lnTo>
                  <a:pt x="155479" y="200220"/>
                </a:lnTo>
                <a:cubicBezTo>
                  <a:pt x="154595" y="198034"/>
                  <a:pt x="153805" y="195755"/>
                  <a:pt x="153153" y="193384"/>
                </a:cubicBezTo>
                <a:cubicBezTo>
                  <a:pt x="152502" y="191012"/>
                  <a:pt x="152084" y="188640"/>
                  <a:pt x="151758" y="186314"/>
                </a:cubicBezTo>
                <a:lnTo>
                  <a:pt x="134224" y="177664"/>
                </a:lnTo>
                <a:cubicBezTo>
                  <a:pt x="128969" y="175059"/>
                  <a:pt x="126318" y="169106"/>
                  <a:pt x="127806" y="163478"/>
                </a:cubicBezTo>
                <a:lnTo>
                  <a:pt x="131062" y="151293"/>
                </a:lnTo>
                <a:cubicBezTo>
                  <a:pt x="132597" y="145666"/>
                  <a:pt x="137852" y="141852"/>
                  <a:pt x="143712" y="142224"/>
                </a:cubicBezTo>
                <a:lnTo>
                  <a:pt x="163199" y="143480"/>
                </a:lnTo>
                <a:cubicBezTo>
                  <a:pt x="166129" y="139712"/>
                  <a:pt x="169525" y="136224"/>
                  <a:pt x="173385" y="133248"/>
                </a:cubicBezTo>
                <a:lnTo>
                  <a:pt x="172129" y="113807"/>
                </a:lnTo>
                <a:cubicBezTo>
                  <a:pt x="171757" y="107947"/>
                  <a:pt x="175571" y="102645"/>
                  <a:pt x="181198" y="101157"/>
                </a:cubicBezTo>
                <a:lnTo>
                  <a:pt x="193384" y="97901"/>
                </a:lnTo>
                <a:close/>
                <a:moveTo>
                  <a:pt x="208545" y="158130"/>
                </a:moveTo>
                <a:cubicBezTo>
                  <a:pt x="197251" y="158143"/>
                  <a:pt x="188092" y="167323"/>
                  <a:pt x="188105" y="178617"/>
                </a:cubicBezTo>
                <a:cubicBezTo>
                  <a:pt x="188118" y="189911"/>
                  <a:pt x="197298" y="199070"/>
                  <a:pt x="208592" y="199058"/>
                </a:cubicBezTo>
                <a:cubicBezTo>
                  <a:pt x="219886" y="199045"/>
                  <a:pt x="229045" y="189865"/>
                  <a:pt x="229033" y="178570"/>
                </a:cubicBezTo>
                <a:cubicBezTo>
                  <a:pt x="229020" y="167276"/>
                  <a:pt x="219840" y="158117"/>
                  <a:pt x="208545" y="158130"/>
                </a:cubicBezTo>
                <a:close/>
                <a:moveTo>
                  <a:pt x="104598" y="-21161"/>
                </a:moveTo>
                <a:lnTo>
                  <a:pt x="116784" y="-17906"/>
                </a:lnTo>
                <a:cubicBezTo>
                  <a:pt x="122411" y="-16371"/>
                  <a:pt x="126225" y="-11069"/>
                  <a:pt x="125853" y="-5255"/>
                </a:cubicBezTo>
                <a:lnTo>
                  <a:pt x="124597" y="14185"/>
                </a:lnTo>
                <a:cubicBezTo>
                  <a:pt x="128457" y="17162"/>
                  <a:pt x="131852" y="20603"/>
                  <a:pt x="134782" y="24417"/>
                </a:cubicBezTo>
                <a:lnTo>
                  <a:pt x="154316" y="23161"/>
                </a:lnTo>
                <a:cubicBezTo>
                  <a:pt x="160130" y="22789"/>
                  <a:pt x="165432" y="26603"/>
                  <a:pt x="166967" y="32231"/>
                </a:cubicBezTo>
                <a:lnTo>
                  <a:pt x="170222" y="44416"/>
                </a:lnTo>
                <a:cubicBezTo>
                  <a:pt x="171710" y="50043"/>
                  <a:pt x="169059" y="55997"/>
                  <a:pt x="163804" y="58601"/>
                </a:cubicBezTo>
                <a:lnTo>
                  <a:pt x="146270" y="67252"/>
                </a:lnTo>
                <a:cubicBezTo>
                  <a:pt x="145945" y="69624"/>
                  <a:pt x="145479" y="71996"/>
                  <a:pt x="144875" y="74321"/>
                </a:cubicBezTo>
                <a:cubicBezTo>
                  <a:pt x="144270" y="76646"/>
                  <a:pt x="143433" y="78972"/>
                  <a:pt x="142549" y="81158"/>
                </a:cubicBezTo>
                <a:lnTo>
                  <a:pt x="153386" y="97436"/>
                </a:lnTo>
                <a:cubicBezTo>
                  <a:pt x="156642" y="102319"/>
                  <a:pt x="155990" y="108784"/>
                  <a:pt x="151851" y="112923"/>
                </a:cubicBezTo>
                <a:lnTo>
                  <a:pt x="142922" y="121853"/>
                </a:lnTo>
                <a:cubicBezTo>
                  <a:pt x="138782" y="125992"/>
                  <a:pt x="132318" y="126643"/>
                  <a:pt x="127434" y="123388"/>
                </a:cubicBezTo>
                <a:lnTo>
                  <a:pt x="111156" y="112551"/>
                </a:lnTo>
                <a:cubicBezTo>
                  <a:pt x="106738" y="114365"/>
                  <a:pt x="102040" y="115667"/>
                  <a:pt x="97250" y="116318"/>
                </a:cubicBezTo>
                <a:lnTo>
                  <a:pt x="88599" y="133806"/>
                </a:lnTo>
                <a:cubicBezTo>
                  <a:pt x="85995" y="139061"/>
                  <a:pt x="80042" y="141712"/>
                  <a:pt x="74414" y="140224"/>
                </a:cubicBezTo>
                <a:lnTo>
                  <a:pt x="62229" y="136968"/>
                </a:lnTo>
                <a:cubicBezTo>
                  <a:pt x="56555" y="135434"/>
                  <a:pt x="52787" y="130132"/>
                  <a:pt x="53160" y="124318"/>
                </a:cubicBezTo>
                <a:lnTo>
                  <a:pt x="54415" y="104831"/>
                </a:lnTo>
                <a:cubicBezTo>
                  <a:pt x="50555" y="101854"/>
                  <a:pt x="47160" y="98413"/>
                  <a:pt x="44230" y="94599"/>
                </a:cubicBezTo>
                <a:lnTo>
                  <a:pt x="24696" y="95855"/>
                </a:lnTo>
                <a:cubicBezTo>
                  <a:pt x="18883" y="96227"/>
                  <a:pt x="13581" y="92413"/>
                  <a:pt x="12046" y="86785"/>
                </a:cubicBezTo>
                <a:lnTo>
                  <a:pt x="8790" y="74600"/>
                </a:lnTo>
                <a:cubicBezTo>
                  <a:pt x="7302" y="68973"/>
                  <a:pt x="9953" y="63019"/>
                  <a:pt x="15208" y="60415"/>
                </a:cubicBezTo>
                <a:lnTo>
                  <a:pt x="32742" y="51764"/>
                </a:lnTo>
                <a:cubicBezTo>
                  <a:pt x="33068" y="49392"/>
                  <a:pt x="33533" y="47067"/>
                  <a:pt x="34137" y="44695"/>
                </a:cubicBezTo>
                <a:cubicBezTo>
                  <a:pt x="34789" y="42323"/>
                  <a:pt x="35533" y="40044"/>
                  <a:pt x="36463" y="37858"/>
                </a:cubicBezTo>
                <a:lnTo>
                  <a:pt x="25626" y="21627"/>
                </a:lnTo>
                <a:cubicBezTo>
                  <a:pt x="22371" y="16743"/>
                  <a:pt x="23022" y="10278"/>
                  <a:pt x="27161" y="6139"/>
                </a:cubicBezTo>
                <a:lnTo>
                  <a:pt x="36091" y="-2791"/>
                </a:lnTo>
                <a:cubicBezTo>
                  <a:pt x="40230" y="-6930"/>
                  <a:pt x="46695" y="-7581"/>
                  <a:pt x="51578" y="-4325"/>
                </a:cubicBezTo>
                <a:lnTo>
                  <a:pt x="67856" y="6511"/>
                </a:lnTo>
                <a:cubicBezTo>
                  <a:pt x="72275" y="4697"/>
                  <a:pt x="76972" y="3395"/>
                  <a:pt x="81762" y="2744"/>
                </a:cubicBezTo>
                <a:lnTo>
                  <a:pt x="90413" y="-14743"/>
                </a:lnTo>
                <a:cubicBezTo>
                  <a:pt x="93018" y="-19999"/>
                  <a:pt x="98924" y="-22650"/>
                  <a:pt x="104598" y="-21161"/>
                </a:cubicBezTo>
                <a:close/>
                <a:moveTo>
                  <a:pt x="89483" y="39067"/>
                </a:moveTo>
                <a:cubicBezTo>
                  <a:pt x="78189" y="39067"/>
                  <a:pt x="69019" y="48237"/>
                  <a:pt x="69019" y="59531"/>
                </a:cubicBezTo>
                <a:cubicBezTo>
                  <a:pt x="69019" y="70826"/>
                  <a:pt x="78189" y="79995"/>
                  <a:pt x="89483" y="79995"/>
                </a:cubicBezTo>
                <a:cubicBezTo>
                  <a:pt x="100777" y="79995"/>
                  <a:pt x="109947" y="70826"/>
                  <a:pt x="109947" y="59531"/>
                </a:cubicBezTo>
                <a:cubicBezTo>
                  <a:pt x="109947" y="48237"/>
                  <a:pt x="100777" y="39067"/>
                  <a:pt x="89483" y="39067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24" name="Text 22"/>
          <p:cNvSpPr/>
          <p:nvPr/>
        </p:nvSpPr>
        <p:spPr>
          <a:xfrm>
            <a:off x="6179344" y="2516188"/>
            <a:ext cx="1730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4. Transformers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83313" y="2770188"/>
            <a:ext cx="1722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Atención: mirar todo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900541" y="22780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7" name="Shape 25"/>
          <p:cNvSpPr/>
          <p:nvPr/>
        </p:nvSpPr>
        <p:spPr>
          <a:xfrm>
            <a:off x="8628063" y="1785938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0"/>
                </a:moveTo>
                <a:lnTo>
                  <a:pt x="317500" y="0"/>
                </a:lnTo>
                <a:cubicBezTo>
                  <a:pt x="492733" y="0"/>
                  <a:pt x="635000" y="142267"/>
                  <a:pt x="635000" y="317500"/>
                </a:cubicBezTo>
                <a:lnTo>
                  <a:pt x="635000" y="317500"/>
                </a:lnTo>
                <a:cubicBezTo>
                  <a:pt x="635000" y="492733"/>
                  <a:pt x="492733" y="635000"/>
                  <a:pt x="317500" y="635000"/>
                </a:cubicBezTo>
                <a:lnTo>
                  <a:pt x="317500" y="635000"/>
                </a:lnTo>
                <a:cubicBezTo>
                  <a:pt x="142267" y="635000"/>
                  <a:pt x="0" y="492733"/>
                  <a:pt x="0" y="317500"/>
                </a:cubicBezTo>
                <a:lnTo>
                  <a:pt x="0" y="317500"/>
                </a:lnTo>
                <a:cubicBezTo>
                  <a:pt x="0" y="142267"/>
                  <a:pt x="142267" y="0"/>
                  <a:pt x="3175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8" name="Shape 26"/>
          <p:cNvSpPr/>
          <p:nvPr/>
        </p:nvSpPr>
        <p:spPr>
          <a:xfrm>
            <a:off x="8828484" y="1984375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26963" y="89297"/>
                </a:moveTo>
                <a:lnTo>
                  <a:pt x="159990" y="89297"/>
                </a:lnTo>
                <a:cubicBezTo>
                  <a:pt x="155479" y="89297"/>
                  <a:pt x="151386" y="86599"/>
                  <a:pt x="149665" y="82414"/>
                </a:cubicBezTo>
                <a:cubicBezTo>
                  <a:pt x="147944" y="78228"/>
                  <a:pt x="148875" y="73437"/>
                  <a:pt x="152084" y="70228"/>
                </a:cubicBezTo>
                <a:lnTo>
                  <a:pt x="173803" y="48509"/>
                </a:lnTo>
                <a:cubicBezTo>
                  <a:pt x="138782" y="21255"/>
                  <a:pt x="88088" y="23719"/>
                  <a:pt x="55904" y="55904"/>
                </a:cubicBezTo>
                <a:cubicBezTo>
                  <a:pt x="21022" y="90785"/>
                  <a:pt x="21022" y="147293"/>
                  <a:pt x="55904" y="182175"/>
                </a:cubicBezTo>
                <a:cubicBezTo>
                  <a:pt x="90785" y="217057"/>
                  <a:pt x="147293" y="217057"/>
                  <a:pt x="182175" y="182175"/>
                </a:cubicBezTo>
                <a:cubicBezTo>
                  <a:pt x="185989" y="178361"/>
                  <a:pt x="189384" y="174315"/>
                  <a:pt x="192360" y="170036"/>
                </a:cubicBezTo>
                <a:cubicBezTo>
                  <a:pt x="197058" y="163292"/>
                  <a:pt x="206359" y="161665"/>
                  <a:pt x="213103" y="166362"/>
                </a:cubicBezTo>
                <a:cubicBezTo>
                  <a:pt x="219847" y="171059"/>
                  <a:pt x="221475" y="180361"/>
                  <a:pt x="216777" y="187105"/>
                </a:cubicBezTo>
                <a:cubicBezTo>
                  <a:pt x="212824" y="192779"/>
                  <a:pt x="208313" y="198174"/>
                  <a:pt x="203243" y="203243"/>
                </a:cubicBezTo>
                <a:cubicBezTo>
                  <a:pt x="156735" y="249752"/>
                  <a:pt x="81344" y="249752"/>
                  <a:pt x="34882" y="203243"/>
                </a:cubicBezTo>
                <a:cubicBezTo>
                  <a:pt x="-11581" y="156735"/>
                  <a:pt x="-11627" y="81390"/>
                  <a:pt x="34882" y="34882"/>
                </a:cubicBezTo>
                <a:cubicBezTo>
                  <a:pt x="78739" y="-8976"/>
                  <a:pt x="148224" y="-11441"/>
                  <a:pt x="195011" y="27347"/>
                </a:cubicBezTo>
                <a:lnTo>
                  <a:pt x="219056" y="3256"/>
                </a:lnTo>
                <a:cubicBezTo>
                  <a:pt x="222266" y="47"/>
                  <a:pt x="227056" y="-884"/>
                  <a:pt x="231242" y="837"/>
                </a:cubicBezTo>
                <a:cubicBezTo>
                  <a:pt x="235427" y="2558"/>
                  <a:pt x="238125" y="6651"/>
                  <a:pt x="238125" y="11162"/>
                </a:cubicBezTo>
                <a:lnTo>
                  <a:pt x="238125" y="78135"/>
                </a:lnTo>
                <a:cubicBezTo>
                  <a:pt x="238125" y="84320"/>
                  <a:pt x="233149" y="89297"/>
                  <a:pt x="226963" y="89297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29" name="Text 27"/>
          <p:cNvSpPr/>
          <p:nvPr/>
        </p:nvSpPr>
        <p:spPr>
          <a:xfrm>
            <a:off x="8079135" y="2516188"/>
            <a:ext cx="1730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5. Predicción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083104" y="2770188"/>
            <a:ext cx="1722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Una pieza cada vez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800208" y="22780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2" name="Shape 30"/>
          <p:cNvSpPr/>
          <p:nvPr/>
        </p:nvSpPr>
        <p:spPr>
          <a:xfrm>
            <a:off x="10527729" y="1785938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0"/>
                </a:moveTo>
                <a:lnTo>
                  <a:pt x="317500" y="0"/>
                </a:lnTo>
                <a:cubicBezTo>
                  <a:pt x="492733" y="0"/>
                  <a:pt x="635000" y="142267"/>
                  <a:pt x="635000" y="317500"/>
                </a:cubicBezTo>
                <a:lnTo>
                  <a:pt x="635000" y="317500"/>
                </a:lnTo>
                <a:cubicBezTo>
                  <a:pt x="635000" y="492733"/>
                  <a:pt x="492733" y="635000"/>
                  <a:pt x="317500" y="635000"/>
                </a:cubicBezTo>
                <a:lnTo>
                  <a:pt x="317500" y="635000"/>
                </a:lnTo>
                <a:cubicBezTo>
                  <a:pt x="142267" y="635000"/>
                  <a:pt x="0" y="492733"/>
                  <a:pt x="0" y="317500"/>
                </a:cubicBezTo>
                <a:lnTo>
                  <a:pt x="0" y="317500"/>
                </a:lnTo>
                <a:cubicBezTo>
                  <a:pt x="0" y="142267"/>
                  <a:pt x="142267" y="0"/>
                  <a:pt x="3175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3" name="Shape 31"/>
          <p:cNvSpPr/>
          <p:nvPr/>
        </p:nvSpPr>
        <p:spPr>
          <a:xfrm>
            <a:off x="10757917" y="1984375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0" y="29766"/>
                </a:moveTo>
                <a:cubicBezTo>
                  <a:pt x="0" y="13348"/>
                  <a:pt x="13348" y="0"/>
                  <a:pt x="29766" y="0"/>
                </a:cubicBezTo>
                <a:lnTo>
                  <a:pt x="99296" y="0"/>
                </a:lnTo>
                <a:cubicBezTo>
                  <a:pt x="107203" y="0"/>
                  <a:pt x="114784" y="3116"/>
                  <a:pt x="120365" y="8697"/>
                </a:cubicBezTo>
                <a:lnTo>
                  <a:pt x="169897" y="58276"/>
                </a:lnTo>
                <a:cubicBezTo>
                  <a:pt x="175478" y="63857"/>
                  <a:pt x="178594" y="71438"/>
                  <a:pt x="178594" y="79344"/>
                </a:cubicBezTo>
                <a:lnTo>
                  <a:pt x="178594" y="208359"/>
                </a:lnTo>
                <a:cubicBezTo>
                  <a:pt x="178594" y="224777"/>
                  <a:pt x="165246" y="238125"/>
                  <a:pt x="148828" y="238125"/>
                </a:cubicBezTo>
                <a:lnTo>
                  <a:pt x="29766" y="238125"/>
                </a:lnTo>
                <a:cubicBezTo>
                  <a:pt x="13348" y="238125"/>
                  <a:pt x="0" y="224777"/>
                  <a:pt x="0" y="208359"/>
                </a:cubicBezTo>
                <a:lnTo>
                  <a:pt x="0" y="29766"/>
                </a:lnTo>
                <a:close/>
                <a:moveTo>
                  <a:pt x="96738" y="27208"/>
                </a:moveTo>
                <a:lnTo>
                  <a:pt x="96738" y="70693"/>
                </a:lnTo>
                <a:cubicBezTo>
                  <a:pt x="96738" y="76879"/>
                  <a:pt x="101715" y="81855"/>
                  <a:pt x="107900" y="81855"/>
                </a:cubicBezTo>
                <a:lnTo>
                  <a:pt x="151386" y="81855"/>
                </a:lnTo>
                <a:lnTo>
                  <a:pt x="96738" y="27208"/>
                </a:lnTo>
                <a:close/>
                <a:moveTo>
                  <a:pt x="55811" y="119062"/>
                </a:moveTo>
                <a:cubicBezTo>
                  <a:pt x="49625" y="119062"/>
                  <a:pt x="44648" y="124039"/>
                  <a:pt x="44648" y="130225"/>
                </a:cubicBezTo>
                <a:cubicBezTo>
                  <a:pt x="44648" y="136410"/>
                  <a:pt x="49625" y="141387"/>
                  <a:pt x="55811" y="141387"/>
                </a:cubicBezTo>
                <a:lnTo>
                  <a:pt x="122783" y="141387"/>
                </a:lnTo>
                <a:cubicBezTo>
                  <a:pt x="128969" y="141387"/>
                  <a:pt x="133945" y="136410"/>
                  <a:pt x="133945" y="130225"/>
                </a:cubicBezTo>
                <a:cubicBezTo>
                  <a:pt x="133945" y="124039"/>
                  <a:pt x="128969" y="119062"/>
                  <a:pt x="122783" y="119062"/>
                </a:cubicBezTo>
                <a:lnTo>
                  <a:pt x="55811" y="119062"/>
                </a:lnTo>
                <a:close/>
                <a:moveTo>
                  <a:pt x="55811" y="163711"/>
                </a:moveTo>
                <a:cubicBezTo>
                  <a:pt x="49625" y="163711"/>
                  <a:pt x="44648" y="168687"/>
                  <a:pt x="44648" y="174873"/>
                </a:cubicBezTo>
                <a:cubicBezTo>
                  <a:pt x="44648" y="181059"/>
                  <a:pt x="49625" y="186035"/>
                  <a:pt x="55811" y="186035"/>
                </a:cubicBezTo>
                <a:lnTo>
                  <a:pt x="122783" y="186035"/>
                </a:lnTo>
                <a:cubicBezTo>
                  <a:pt x="128969" y="186035"/>
                  <a:pt x="133945" y="181059"/>
                  <a:pt x="133945" y="174873"/>
                </a:cubicBezTo>
                <a:cubicBezTo>
                  <a:pt x="133945" y="168687"/>
                  <a:pt x="128969" y="163711"/>
                  <a:pt x="122783" y="163711"/>
                </a:cubicBezTo>
                <a:lnTo>
                  <a:pt x="55811" y="163711"/>
                </a:ln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34" name="Text 32"/>
          <p:cNvSpPr/>
          <p:nvPr/>
        </p:nvSpPr>
        <p:spPr>
          <a:xfrm>
            <a:off x="9978802" y="2516188"/>
            <a:ext cx="1730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6. Salida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982771" y="2770188"/>
            <a:ext cx="1722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Texto / Imagen / Voz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1469" y="3321844"/>
            <a:ext cx="11549063" cy="2135188"/>
          </a:xfrm>
          <a:custGeom>
            <a:avLst/>
            <a:gdLst/>
            <a:ahLst/>
            <a:cxnLst/>
            <a:rect l="l" t="t" r="r" b="b"/>
            <a:pathLst>
              <a:path w="11549063" h="2135188">
                <a:moveTo>
                  <a:pt x="63500" y="0"/>
                </a:moveTo>
                <a:lnTo>
                  <a:pt x="11485562" y="0"/>
                </a:lnTo>
                <a:cubicBezTo>
                  <a:pt x="11520632" y="0"/>
                  <a:pt x="11549063" y="28430"/>
                  <a:pt x="11549063" y="63500"/>
                </a:cubicBezTo>
                <a:lnTo>
                  <a:pt x="11549063" y="2071687"/>
                </a:lnTo>
                <a:cubicBezTo>
                  <a:pt x="11549063" y="2106757"/>
                  <a:pt x="11520632" y="2135188"/>
                  <a:pt x="11485562" y="2135188"/>
                </a:cubicBezTo>
                <a:lnTo>
                  <a:pt x="63500" y="2135188"/>
                </a:lnTo>
                <a:cubicBezTo>
                  <a:pt x="28430" y="2135188"/>
                  <a:pt x="0" y="2106757"/>
                  <a:pt x="0" y="2071687"/>
                </a:cubicBezTo>
                <a:lnTo>
                  <a:pt x="0" y="63500"/>
                </a:lnTo>
                <a:cubicBezTo>
                  <a:pt x="0" y="28454"/>
                  <a:pt x="28454" y="0"/>
                  <a:pt x="63500" y="0"/>
                </a:cubicBezTo>
                <a:close/>
              </a:path>
            </a:pathLst>
          </a:custGeom>
          <a:solidFill>
            <a:srgbClr val="4A6D8C">
              <a:alpha val="14902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1656" y="354806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47625" y="41672"/>
                </a:moveTo>
                <a:cubicBezTo>
                  <a:pt x="57482" y="41672"/>
                  <a:pt x="65484" y="49674"/>
                  <a:pt x="65484" y="59531"/>
                </a:cubicBezTo>
                <a:cubicBezTo>
                  <a:pt x="65484" y="69388"/>
                  <a:pt x="57482" y="77391"/>
                  <a:pt x="47625" y="77391"/>
                </a:cubicBezTo>
                <a:cubicBezTo>
                  <a:pt x="37768" y="77391"/>
                  <a:pt x="29766" y="69388"/>
                  <a:pt x="29766" y="59531"/>
                </a:cubicBezTo>
                <a:cubicBezTo>
                  <a:pt x="29766" y="49674"/>
                  <a:pt x="37768" y="41672"/>
                  <a:pt x="47625" y="41672"/>
                </a:cubicBezTo>
                <a:close/>
                <a:moveTo>
                  <a:pt x="101203" y="83344"/>
                </a:moveTo>
                <a:cubicBezTo>
                  <a:pt x="104329" y="83344"/>
                  <a:pt x="107193" y="84981"/>
                  <a:pt x="108831" y="87623"/>
                </a:cubicBezTo>
                <a:lnTo>
                  <a:pt x="141573" y="141201"/>
                </a:lnTo>
                <a:cubicBezTo>
                  <a:pt x="143247" y="143954"/>
                  <a:pt x="143321" y="147414"/>
                  <a:pt x="141759" y="150242"/>
                </a:cubicBezTo>
                <a:cubicBezTo>
                  <a:pt x="140196" y="153070"/>
                  <a:pt x="137182" y="154781"/>
                  <a:pt x="133945" y="154781"/>
                </a:cubicBezTo>
                <a:lnTo>
                  <a:pt x="32742" y="154781"/>
                </a:lnTo>
                <a:cubicBezTo>
                  <a:pt x="29431" y="154781"/>
                  <a:pt x="26343" y="152921"/>
                  <a:pt x="24817" y="149982"/>
                </a:cubicBezTo>
                <a:cubicBezTo>
                  <a:pt x="23292" y="147042"/>
                  <a:pt x="23515" y="143470"/>
                  <a:pt x="25412" y="140754"/>
                </a:cubicBezTo>
                <a:lnTo>
                  <a:pt x="46248" y="110989"/>
                </a:lnTo>
                <a:cubicBezTo>
                  <a:pt x="47923" y="108607"/>
                  <a:pt x="50639" y="107193"/>
                  <a:pt x="53578" y="107193"/>
                </a:cubicBezTo>
                <a:cubicBezTo>
                  <a:pt x="56517" y="107193"/>
                  <a:pt x="59234" y="108607"/>
                  <a:pt x="60908" y="110989"/>
                </a:cubicBezTo>
                <a:lnTo>
                  <a:pt x="70731" y="125053"/>
                </a:lnTo>
                <a:lnTo>
                  <a:pt x="93576" y="87660"/>
                </a:lnTo>
                <a:cubicBezTo>
                  <a:pt x="95213" y="85018"/>
                  <a:pt x="98078" y="83381"/>
                  <a:pt x="101203" y="8338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8" name="Text 36"/>
          <p:cNvSpPr/>
          <p:nvPr/>
        </p:nvSpPr>
        <p:spPr>
          <a:xfrm>
            <a:off x="754063" y="3516313"/>
            <a:ext cx="11017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Para Imágenes (Proceso de Difusión)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190255" y="396081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8D93A6"/>
          </a:solidFill>
          <a:ln/>
        </p:spPr>
      </p:sp>
      <p:sp>
        <p:nvSpPr>
          <p:cNvPr id="40" name="Shape 38"/>
          <p:cNvSpPr/>
          <p:nvPr/>
        </p:nvSpPr>
        <p:spPr>
          <a:xfrm>
            <a:off x="3428380" y="419893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60846" y="0"/>
                </a:moveTo>
                <a:cubicBezTo>
                  <a:pt x="160846" y="-9878"/>
                  <a:pt x="152865" y="-17859"/>
                  <a:pt x="142987" y="-17859"/>
                </a:cubicBezTo>
                <a:cubicBezTo>
                  <a:pt x="133108" y="-17859"/>
                  <a:pt x="125127" y="-9878"/>
                  <a:pt x="125127" y="0"/>
                </a:cubicBezTo>
                <a:lnTo>
                  <a:pt x="125127" y="34658"/>
                </a:lnTo>
                <a:lnTo>
                  <a:pt x="116756" y="26287"/>
                </a:lnTo>
                <a:cubicBezTo>
                  <a:pt x="111509" y="21041"/>
                  <a:pt x="103026" y="21041"/>
                  <a:pt x="97836" y="26287"/>
                </a:cubicBezTo>
                <a:cubicBezTo>
                  <a:pt x="92646" y="31533"/>
                  <a:pt x="92590" y="40016"/>
                  <a:pt x="97836" y="45207"/>
                </a:cubicBezTo>
                <a:lnTo>
                  <a:pt x="125183" y="72554"/>
                </a:lnTo>
                <a:lnTo>
                  <a:pt x="125183" y="111956"/>
                </a:lnTo>
                <a:lnTo>
                  <a:pt x="91027" y="92255"/>
                </a:lnTo>
                <a:lnTo>
                  <a:pt x="81037" y="54918"/>
                </a:lnTo>
                <a:cubicBezTo>
                  <a:pt x="79139" y="47774"/>
                  <a:pt x="71772" y="43532"/>
                  <a:pt x="64629" y="45430"/>
                </a:cubicBezTo>
                <a:cubicBezTo>
                  <a:pt x="57485" y="47327"/>
                  <a:pt x="53187" y="54694"/>
                  <a:pt x="55085" y="61838"/>
                </a:cubicBezTo>
                <a:lnTo>
                  <a:pt x="58155" y="73279"/>
                </a:lnTo>
                <a:lnTo>
                  <a:pt x="28184" y="55978"/>
                </a:lnTo>
                <a:cubicBezTo>
                  <a:pt x="19645" y="51067"/>
                  <a:pt x="8706" y="53969"/>
                  <a:pt x="3795" y="62508"/>
                </a:cubicBezTo>
                <a:cubicBezTo>
                  <a:pt x="-1116" y="71047"/>
                  <a:pt x="1786" y="81986"/>
                  <a:pt x="10325" y="86897"/>
                </a:cubicBezTo>
                <a:lnTo>
                  <a:pt x="40295" y="104198"/>
                </a:lnTo>
                <a:lnTo>
                  <a:pt x="28854" y="107268"/>
                </a:lnTo>
                <a:cubicBezTo>
                  <a:pt x="21710" y="109165"/>
                  <a:pt x="17469" y="116532"/>
                  <a:pt x="19366" y="123676"/>
                </a:cubicBezTo>
                <a:cubicBezTo>
                  <a:pt x="21264" y="130820"/>
                  <a:pt x="28631" y="135062"/>
                  <a:pt x="35775" y="133164"/>
                </a:cubicBezTo>
                <a:lnTo>
                  <a:pt x="73112" y="123174"/>
                </a:lnTo>
                <a:lnTo>
                  <a:pt x="107268" y="142875"/>
                </a:lnTo>
                <a:lnTo>
                  <a:pt x="73112" y="162576"/>
                </a:lnTo>
                <a:lnTo>
                  <a:pt x="35775" y="152586"/>
                </a:lnTo>
                <a:cubicBezTo>
                  <a:pt x="28631" y="150688"/>
                  <a:pt x="21264" y="154930"/>
                  <a:pt x="19366" y="162074"/>
                </a:cubicBezTo>
                <a:cubicBezTo>
                  <a:pt x="17469" y="169218"/>
                  <a:pt x="21710" y="176585"/>
                  <a:pt x="28854" y="178482"/>
                </a:cubicBezTo>
                <a:lnTo>
                  <a:pt x="40295" y="181552"/>
                </a:lnTo>
                <a:lnTo>
                  <a:pt x="10325" y="198853"/>
                </a:lnTo>
                <a:cubicBezTo>
                  <a:pt x="1786" y="203764"/>
                  <a:pt x="-1116" y="214703"/>
                  <a:pt x="3795" y="223242"/>
                </a:cubicBezTo>
                <a:cubicBezTo>
                  <a:pt x="8706" y="231781"/>
                  <a:pt x="19645" y="234739"/>
                  <a:pt x="28184" y="229772"/>
                </a:cubicBezTo>
                <a:lnTo>
                  <a:pt x="58155" y="212471"/>
                </a:lnTo>
                <a:lnTo>
                  <a:pt x="55085" y="223912"/>
                </a:lnTo>
                <a:cubicBezTo>
                  <a:pt x="53187" y="231056"/>
                  <a:pt x="57429" y="238423"/>
                  <a:pt x="64573" y="240320"/>
                </a:cubicBezTo>
                <a:cubicBezTo>
                  <a:pt x="71717" y="242218"/>
                  <a:pt x="79084" y="237976"/>
                  <a:pt x="80981" y="230832"/>
                </a:cubicBezTo>
                <a:lnTo>
                  <a:pt x="90971" y="193495"/>
                </a:lnTo>
                <a:lnTo>
                  <a:pt x="125127" y="173794"/>
                </a:lnTo>
                <a:lnTo>
                  <a:pt x="125127" y="213196"/>
                </a:lnTo>
                <a:lnTo>
                  <a:pt x="97780" y="240543"/>
                </a:lnTo>
                <a:cubicBezTo>
                  <a:pt x="92534" y="245790"/>
                  <a:pt x="92534" y="254273"/>
                  <a:pt x="97780" y="259463"/>
                </a:cubicBezTo>
                <a:cubicBezTo>
                  <a:pt x="103026" y="264654"/>
                  <a:pt x="111509" y="264709"/>
                  <a:pt x="116700" y="259463"/>
                </a:cubicBezTo>
                <a:lnTo>
                  <a:pt x="125071" y="251092"/>
                </a:lnTo>
                <a:lnTo>
                  <a:pt x="125071" y="285750"/>
                </a:lnTo>
                <a:cubicBezTo>
                  <a:pt x="125071" y="295628"/>
                  <a:pt x="133052" y="303609"/>
                  <a:pt x="142931" y="303609"/>
                </a:cubicBezTo>
                <a:cubicBezTo>
                  <a:pt x="152809" y="303609"/>
                  <a:pt x="160790" y="295628"/>
                  <a:pt x="160790" y="285750"/>
                </a:cubicBezTo>
                <a:lnTo>
                  <a:pt x="160790" y="251092"/>
                </a:lnTo>
                <a:lnTo>
                  <a:pt x="169162" y="259463"/>
                </a:lnTo>
                <a:cubicBezTo>
                  <a:pt x="174408" y="264709"/>
                  <a:pt x="182891" y="264709"/>
                  <a:pt x="188082" y="259463"/>
                </a:cubicBezTo>
                <a:cubicBezTo>
                  <a:pt x="193272" y="254217"/>
                  <a:pt x="193328" y="245734"/>
                  <a:pt x="188082" y="240543"/>
                </a:cubicBezTo>
                <a:lnTo>
                  <a:pt x="160734" y="213196"/>
                </a:lnTo>
                <a:lnTo>
                  <a:pt x="160734" y="173794"/>
                </a:lnTo>
                <a:lnTo>
                  <a:pt x="194890" y="193495"/>
                </a:lnTo>
                <a:lnTo>
                  <a:pt x="204881" y="230832"/>
                </a:lnTo>
                <a:cubicBezTo>
                  <a:pt x="206778" y="237976"/>
                  <a:pt x="214145" y="242218"/>
                  <a:pt x="221289" y="240320"/>
                </a:cubicBezTo>
                <a:cubicBezTo>
                  <a:pt x="228433" y="238423"/>
                  <a:pt x="232674" y="231056"/>
                  <a:pt x="230777" y="223912"/>
                </a:cubicBezTo>
                <a:lnTo>
                  <a:pt x="227707" y="212471"/>
                </a:lnTo>
                <a:lnTo>
                  <a:pt x="257677" y="229772"/>
                </a:lnTo>
                <a:cubicBezTo>
                  <a:pt x="266216" y="234683"/>
                  <a:pt x="277155" y="231781"/>
                  <a:pt x="282067" y="223242"/>
                </a:cubicBezTo>
                <a:cubicBezTo>
                  <a:pt x="286978" y="214703"/>
                  <a:pt x="284076" y="203764"/>
                  <a:pt x="275537" y="198853"/>
                </a:cubicBezTo>
                <a:lnTo>
                  <a:pt x="245566" y="181552"/>
                </a:lnTo>
                <a:lnTo>
                  <a:pt x="257008" y="178482"/>
                </a:lnTo>
                <a:cubicBezTo>
                  <a:pt x="264151" y="176585"/>
                  <a:pt x="268393" y="169218"/>
                  <a:pt x="266495" y="162074"/>
                </a:cubicBezTo>
                <a:cubicBezTo>
                  <a:pt x="264598" y="154930"/>
                  <a:pt x="257231" y="150688"/>
                  <a:pt x="250087" y="152586"/>
                </a:cubicBezTo>
                <a:lnTo>
                  <a:pt x="212750" y="162576"/>
                </a:lnTo>
                <a:lnTo>
                  <a:pt x="178594" y="142875"/>
                </a:lnTo>
                <a:lnTo>
                  <a:pt x="212750" y="123174"/>
                </a:lnTo>
                <a:lnTo>
                  <a:pt x="250087" y="133164"/>
                </a:lnTo>
                <a:cubicBezTo>
                  <a:pt x="257231" y="135062"/>
                  <a:pt x="264598" y="130820"/>
                  <a:pt x="266495" y="123676"/>
                </a:cubicBezTo>
                <a:cubicBezTo>
                  <a:pt x="268393" y="116532"/>
                  <a:pt x="264151" y="109165"/>
                  <a:pt x="257008" y="107268"/>
                </a:cubicBezTo>
                <a:lnTo>
                  <a:pt x="245566" y="104198"/>
                </a:lnTo>
                <a:lnTo>
                  <a:pt x="275537" y="86897"/>
                </a:lnTo>
                <a:cubicBezTo>
                  <a:pt x="284076" y="81986"/>
                  <a:pt x="287034" y="71047"/>
                  <a:pt x="282067" y="62508"/>
                </a:cubicBezTo>
                <a:cubicBezTo>
                  <a:pt x="277099" y="53969"/>
                  <a:pt x="266216" y="51067"/>
                  <a:pt x="257677" y="55978"/>
                </a:cubicBezTo>
                <a:lnTo>
                  <a:pt x="227707" y="73279"/>
                </a:lnTo>
                <a:lnTo>
                  <a:pt x="230777" y="61838"/>
                </a:lnTo>
                <a:cubicBezTo>
                  <a:pt x="232674" y="54694"/>
                  <a:pt x="228433" y="47327"/>
                  <a:pt x="221289" y="45430"/>
                </a:cubicBezTo>
                <a:cubicBezTo>
                  <a:pt x="214145" y="43532"/>
                  <a:pt x="206778" y="47774"/>
                  <a:pt x="204881" y="54918"/>
                </a:cubicBezTo>
                <a:lnTo>
                  <a:pt x="194890" y="92255"/>
                </a:lnTo>
                <a:lnTo>
                  <a:pt x="160734" y="111956"/>
                </a:lnTo>
                <a:lnTo>
                  <a:pt x="160734" y="72554"/>
                </a:lnTo>
                <a:lnTo>
                  <a:pt x="188082" y="45207"/>
                </a:lnTo>
                <a:cubicBezTo>
                  <a:pt x="193328" y="39960"/>
                  <a:pt x="193328" y="31477"/>
                  <a:pt x="188082" y="26287"/>
                </a:cubicBezTo>
                <a:cubicBezTo>
                  <a:pt x="182835" y="21096"/>
                  <a:pt x="174352" y="21041"/>
                  <a:pt x="169162" y="26287"/>
                </a:cubicBezTo>
                <a:lnTo>
                  <a:pt x="160790" y="34658"/>
                </a:lnTo>
                <a:lnTo>
                  <a:pt x="160790" y="0"/>
                </a:ln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41" name="Text 39"/>
          <p:cNvSpPr/>
          <p:nvPr/>
        </p:nvSpPr>
        <p:spPr>
          <a:xfrm>
            <a:off x="2960688" y="4818063"/>
            <a:ext cx="1222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Ruido Puro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2968625" y="5072063"/>
            <a:ext cx="120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Gaussiano aleatorio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716239" y="4365625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3753" y="129573"/>
                </a:moveTo>
                <a:cubicBezTo>
                  <a:pt x="239567" y="123760"/>
                  <a:pt x="239567" y="114319"/>
                  <a:pt x="233753" y="108505"/>
                </a:cubicBezTo>
                <a:lnTo>
                  <a:pt x="159339" y="34091"/>
                </a:lnTo>
                <a:cubicBezTo>
                  <a:pt x="153526" y="28277"/>
                  <a:pt x="144084" y="28277"/>
                  <a:pt x="138271" y="34091"/>
                </a:cubicBezTo>
                <a:cubicBezTo>
                  <a:pt x="132457" y="39905"/>
                  <a:pt x="132457" y="49346"/>
                  <a:pt x="138271" y="55159"/>
                </a:cubicBezTo>
                <a:lnTo>
                  <a:pt x="187291" y="104180"/>
                </a:lnTo>
                <a:lnTo>
                  <a:pt x="14883" y="104180"/>
                </a:lnTo>
                <a:cubicBezTo>
                  <a:pt x="6651" y="104180"/>
                  <a:pt x="0" y="110830"/>
                  <a:pt x="0" y="119062"/>
                </a:cubicBezTo>
                <a:cubicBezTo>
                  <a:pt x="0" y="127295"/>
                  <a:pt x="6651" y="133945"/>
                  <a:pt x="14883" y="133945"/>
                </a:cubicBezTo>
                <a:lnTo>
                  <a:pt x="187291" y="133945"/>
                </a:lnTo>
                <a:lnTo>
                  <a:pt x="138271" y="182966"/>
                </a:lnTo>
                <a:cubicBezTo>
                  <a:pt x="132457" y="188779"/>
                  <a:pt x="132457" y="198220"/>
                  <a:pt x="138271" y="204034"/>
                </a:cubicBezTo>
                <a:cubicBezTo>
                  <a:pt x="144084" y="209848"/>
                  <a:pt x="153526" y="209848"/>
                  <a:pt x="159339" y="204034"/>
                </a:cubicBezTo>
                <a:lnTo>
                  <a:pt x="233753" y="12962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4" name="Text 42"/>
          <p:cNvSpPr/>
          <p:nvPr/>
        </p:nvSpPr>
        <p:spPr>
          <a:xfrm>
            <a:off x="4364509" y="4667250"/>
            <a:ext cx="93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50-1000 pasos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699001" y="396081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6" name="Shape 44"/>
          <p:cNvSpPr/>
          <p:nvPr/>
        </p:nvSpPr>
        <p:spPr>
          <a:xfrm>
            <a:off x="5919267" y="4198938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99622" y="232172"/>
                </a:moveTo>
                <a:lnTo>
                  <a:pt x="168269" y="232172"/>
                </a:lnTo>
                <a:lnTo>
                  <a:pt x="204713" y="195728"/>
                </a:lnTo>
                <a:lnTo>
                  <a:pt x="107882" y="98896"/>
                </a:lnTo>
                <a:lnTo>
                  <a:pt x="37170" y="169608"/>
                </a:lnTo>
                <a:lnTo>
                  <a:pt x="99678" y="232116"/>
                </a:lnTo>
                <a:close/>
                <a:moveTo>
                  <a:pt x="125016" y="267891"/>
                </a:moveTo>
                <a:lnTo>
                  <a:pt x="99622" y="267891"/>
                </a:lnTo>
                <a:cubicBezTo>
                  <a:pt x="90134" y="267891"/>
                  <a:pt x="81037" y="264151"/>
                  <a:pt x="74340" y="257454"/>
                </a:cubicBezTo>
                <a:lnTo>
                  <a:pt x="9488" y="192546"/>
                </a:lnTo>
                <a:cubicBezTo>
                  <a:pt x="3404" y="186463"/>
                  <a:pt x="0" y="178259"/>
                  <a:pt x="0" y="169664"/>
                </a:cubicBezTo>
                <a:cubicBezTo>
                  <a:pt x="0" y="161069"/>
                  <a:pt x="3404" y="152865"/>
                  <a:pt x="9488" y="146782"/>
                </a:cubicBezTo>
                <a:lnTo>
                  <a:pt x="146782" y="9488"/>
                </a:lnTo>
                <a:cubicBezTo>
                  <a:pt x="152865" y="3404"/>
                  <a:pt x="161069" y="0"/>
                  <a:pt x="169664" y="0"/>
                </a:cubicBezTo>
                <a:cubicBezTo>
                  <a:pt x="178259" y="0"/>
                  <a:pt x="186463" y="3404"/>
                  <a:pt x="192546" y="9488"/>
                </a:cubicBezTo>
                <a:lnTo>
                  <a:pt x="294122" y="111063"/>
                </a:lnTo>
                <a:cubicBezTo>
                  <a:pt x="300205" y="117146"/>
                  <a:pt x="303609" y="125350"/>
                  <a:pt x="303609" y="133945"/>
                </a:cubicBezTo>
                <a:cubicBezTo>
                  <a:pt x="303609" y="142540"/>
                  <a:pt x="300205" y="150744"/>
                  <a:pt x="294122" y="156828"/>
                </a:cubicBezTo>
                <a:lnTo>
                  <a:pt x="218777" y="232172"/>
                </a:lnTo>
                <a:lnTo>
                  <a:pt x="285750" y="232172"/>
                </a:lnTo>
                <a:cubicBezTo>
                  <a:pt x="295628" y="232172"/>
                  <a:pt x="303609" y="240153"/>
                  <a:pt x="303609" y="250031"/>
                </a:cubicBezTo>
                <a:cubicBezTo>
                  <a:pt x="303609" y="259910"/>
                  <a:pt x="295628" y="267891"/>
                  <a:pt x="285750" y="267891"/>
                </a:cubicBezTo>
                <a:lnTo>
                  <a:pt x="125016" y="267891"/>
                </a:ln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47" name="Text 45"/>
          <p:cNvSpPr/>
          <p:nvPr/>
        </p:nvSpPr>
        <p:spPr>
          <a:xfrm>
            <a:off x="5484688" y="4818063"/>
            <a:ext cx="1190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Quitar Ruido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492626" y="5072063"/>
            <a:ext cx="117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Guiado por prompt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082482" y="4365625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3753" y="129573"/>
                </a:moveTo>
                <a:cubicBezTo>
                  <a:pt x="239567" y="123760"/>
                  <a:pt x="239567" y="114319"/>
                  <a:pt x="233753" y="108505"/>
                </a:cubicBezTo>
                <a:lnTo>
                  <a:pt x="159339" y="34091"/>
                </a:lnTo>
                <a:cubicBezTo>
                  <a:pt x="153526" y="28277"/>
                  <a:pt x="144084" y="28277"/>
                  <a:pt x="138271" y="34091"/>
                </a:cubicBezTo>
                <a:cubicBezTo>
                  <a:pt x="132457" y="39905"/>
                  <a:pt x="132457" y="49346"/>
                  <a:pt x="138271" y="55159"/>
                </a:cubicBezTo>
                <a:lnTo>
                  <a:pt x="187291" y="104180"/>
                </a:lnTo>
                <a:lnTo>
                  <a:pt x="14883" y="104180"/>
                </a:lnTo>
                <a:cubicBezTo>
                  <a:pt x="6651" y="104180"/>
                  <a:pt x="0" y="110830"/>
                  <a:pt x="0" y="119062"/>
                </a:cubicBezTo>
                <a:cubicBezTo>
                  <a:pt x="0" y="127295"/>
                  <a:pt x="6651" y="133945"/>
                  <a:pt x="14883" y="133945"/>
                </a:cubicBezTo>
                <a:lnTo>
                  <a:pt x="187291" y="133945"/>
                </a:lnTo>
                <a:lnTo>
                  <a:pt x="138271" y="182966"/>
                </a:lnTo>
                <a:cubicBezTo>
                  <a:pt x="132457" y="188779"/>
                  <a:pt x="132457" y="198220"/>
                  <a:pt x="138271" y="204034"/>
                </a:cubicBezTo>
                <a:cubicBezTo>
                  <a:pt x="144084" y="209848"/>
                  <a:pt x="153526" y="209848"/>
                  <a:pt x="159339" y="204034"/>
                </a:cubicBezTo>
                <a:lnTo>
                  <a:pt x="233753" y="12962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0" name="Text 48"/>
          <p:cNvSpPr/>
          <p:nvPr/>
        </p:nvSpPr>
        <p:spPr>
          <a:xfrm>
            <a:off x="6857876" y="4667250"/>
            <a:ext cx="68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Progresivo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096498" y="396081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2" name="Shape 50"/>
          <p:cNvSpPr/>
          <p:nvPr/>
        </p:nvSpPr>
        <p:spPr>
          <a:xfrm>
            <a:off x="8352482" y="4198938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14313" y="267891"/>
                </a:lnTo>
                <a:cubicBezTo>
                  <a:pt x="234014" y="267891"/>
                  <a:pt x="250031" y="251873"/>
                  <a:pt x="250031" y="232172"/>
                </a:cubicBezTo>
                <a:lnTo>
                  <a:pt x="250031" y="53578"/>
                </a:lnTo>
                <a:cubicBezTo>
                  <a:pt x="250031" y="33877"/>
                  <a:pt x="234014" y="17859"/>
                  <a:pt x="214313" y="17859"/>
                </a:cubicBezTo>
                <a:lnTo>
                  <a:pt x="35719" y="17859"/>
                </a:lnTo>
                <a:close/>
                <a:moveTo>
                  <a:pt x="71438" y="62508"/>
                </a:moveTo>
                <a:cubicBezTo>
                  <a:pt x="86223" y="62508"/>
                  <a:pt x="98227" y="74512"/>
                  <a:pt x="98227" y="89297"/>
                </a:cubicBezTo>
                <a:cubicBezTo>
                  <a:pt x="98227" y="104082"/>
                  <a:pt x="86223" y="116086"/>
                  <a:pt x="71438" y="116086"/>
                </a:cubicBezTo>
                <a:cubicBezTo>
                  <a:pt x="56652" y="116086"/>
                  <a:pt x="44648" y="104082"/>
                  <a:pt x="44648" y="89297"/>
                </a:cubicBezTo>
                <a:cubicBezTo>
                  <a:pt x="44648" y="74512"/>
                  <a:pt x="56652" y="62508"/>
                  <a:pt x="71438" y="62508"/>
                </a:cubicBezTo>
                <a:close/>
                <a:moveTo>
                  <a:pt x="151805" y="125016"/>
                </a:moveTo>
                <a:cubicBezTo>
                  <a:pt x="156493" y="125016"/>
                  <a:pt x="160790" y="127471"/>
                  <a:pt x="163246" y="131434"/>
                </a:cubicBezTo>
                <a:lnTo>
                  <a:pt x="212359" y="211801"/>
                </a:lnTo>
                <a:cubicBezTo>
                  <a:pt x="214871" y="215931"/>
                  <a:pt x="214982" y="221121"/>
                  <a:pt x="212638" y="225363"/>
                </a:cubicBezTo>
                <a:cubicBezTo>
                  <a:pt x="210294" y="229605"/>
                  <a:pt x="205773" y="232172"/>
                  <a:pt x="200918" y="232172"/>
                </a:cubicBezTo>
                <a:lnTo>
                  <a:pt x="49113" y="232172"/>
                </a:lnTo>
                <a:cubicBezTo>
                  <a:pt x="44146" y="232172"/>
                  <a:pt x="39514" y="229381"/>
                  <a:pt x="37226" y="224972"/>
                </a:cubicBezTo>
                <a:cubicBezTo>
                  <a:pt x="34937" y="220563"/>
                  <a:pt x="35272" y="215205"/>
                  <a:pt x="38119" y="211131"/>
                </a:cubicBezTo>
                <a:lnTo>
                  <a:pt x="69373" y="166483"/>
                </a:lnTo>
                <a:cubicBezTo>
                  <a:pt x="71884" y="162911"/>
                  <a:pt x="75958" y="160790"/>
                  <a:pt x="80367" y="160790"/>
                </a:cubicBezTo>
                <a:cubicBezTo>
                  <a:pt x="84776" y="160790"/>
                  <a:pt x="88850" y="162911"/>
                  <a:pt x="91362" y="166483"/>
                </a:cubicBezTo>
                <a:lnTo>
                  <a:pt x="106096" y="187579"/>
                </a:lnTo>
                <a:lnTo>
                  <a:pt x="140364" y="131490"/>
                </a:lnTo>
                <a:cubicBezTo>
                  <a:pt x="142819" y="127527"/>
                  <a:pt x="147117" y="125071"/>
                  <a:pt x="151805" y="125071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53" name="Text 51"/>
          <p:cNvSpPr/>
          <p:nvPr/>
        </p:nvSpPr>
        <p:spPr>
          <a:xfrm>
            <a:off x="7723932" y="4818063"/>
            <a:ext cx="150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Imagen Coherente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731869" y="5072063"/>
            <a:ext cx="149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Detallada y alineada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21469" y="5623719"/>
            <a:ext cx="3738563" cy="1325563"/>
          </a:xfrm>
          <a:custGeom>
            <a:avLst/>
            <a:gdLst/>
            <a:ahLst/>
            <a:cxnLst/>
            <a:rect l="l" t="t" r="r" b="b"/>
            <a:pathLst>
              <a:path w="3738563" h="1325563">
                <a:moveTo>
                  <a:pt x="63494" y="0"/>
                </a:moveTo>
                <a:lnTo>
                  <a:pt x="3675068" y="0"/>
                </a:lnTo>
                <a:cubicBezTo>
                  <a:pt x="3710135" y="0"/>
                  <a:pt x="3738563" y="28427"/>
                  <a:pt x="3738563" y="63494"/>
                </a:cubicBezTo>
                <a:lnTo>
                  <a:pt x="3738563" y="1262068"/>
                </a:lnTo>
                <a:cubicBezTo>
                  <a:pt x="3738563" y="1297135"/>
                  <a:pt x="3710135" y="1325563"/>
                  <a:pt x="3675068" y="1325563"/>
                </a:cubicBezTo>
                <a:lnTo>
                  <a:pt x="63494" y="1325563"/>
                </a:lnTo>
                <a:cubicBezTo>
                  <a:pt x="28427" y="1325563"/>
                  <a:pt x="0" y="1297135"/>
                  <a:pt x="0" y="1262068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073672" y="5786438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55811" y="26045"/>
                </a:moveTo>
                <a:cubicBezTo>
                  <a:pt x="55811" y="11674"/>
                  <a:pt x="67484" y="0"/>
                  <a:pt x="81855" y="0"/>
                </a:cubicBezTo>
                <a:lnTo>
                  <a:pt x="93018" y="0"/>
                </a:lnTo>
                <a:cubicBezTo>
                  <a:pt x="101250" y="0"/>
                  <a:pt x="107900" y="6651"/>
                  <a:pt x="107900" y="14883"/>
                </a:cubicBezTo>
                <a:lnTo>
                  <a:pt x="107900" y="223242"/>
                </a:lnTo>
                <a:cubicBezTo>
                  <a:pt x="107900" y="231474"/>
                  <a:pt x="101250" y="238125"/>
                  <a:pt x="93018" y="238125"/>
                </a:cubicBezTo>
                <a:lnTo>
                  <a:pt x="78135" y="238125"/>
                </a:lnTo>
                <a:cubicBezTo>
                  <a:pt x="64275" y="238125"/>
                  <a:pt x="52601" y="228637"/>
                  <a:pt x="49299" y="215801"/>
                </a:cubicBezTo>
                <a:cubicBezTo>
                  <a:pt x="48974" y="215801"/>
                  <a:pt x="48695" y="215801"/>
                  <a:pt x="48369" y="215801"/>
                </a:cubicBezTo>
                <a:cubicBezTo>
                  <a:pt x="27812" y="215801"/>
                  <a:pt x="11162" y="199151"/>
                  <a:pt x="11162" y="178594"/>
                </a:cubicBezTo>
                <a:cubicBezTo>
                  <a:pt x="11162" y="170222"/>
                  <a:pt x="13953" y="162502"/>
                  <a:pt x="18604" y="156270"/>
                </a:cubicBezTo>
                <a:cubicBezTo>
                  <a:pt x="9581" y="149479"/>
                  <a:pt x="3721" y="138689"/>
                  <a:pt x="3721" y="126504"/>
                </a:cubicBezTo>
                <a:cubicBezTo>
                  <a:pt x="3721" y="112133"/>
                  <a:pt x="11906" y="99622"/>
                  <a:pt x="23813" y="93436"/>
                </a:cubicBezTo>
                <a:cubicBezTo>
                  <a:pt x="20510" y="87855"/>
                  <a:pt x="18604" y="81344"/>
                  <a:pt x="18604" y="74414"/>
                </a:cubicBezTo>
                <a:cubicBezTo>
                  <a:pt x="18604" y="53857"/>
                  <a:pt x="35254" y="37207"/>
                  <a:pt x="55811" y="37207"/>
                </a:cubicBezTo>
                <a:lnTo>
                  <a:pt x="55811" y="26045"/>
                </a:lnTo>
                <a:close/>
                <a:moveTo>
                  <a:pt x="182314" y="26045"/>
                </a:moveTo>
                <a:lnTo>
                  <a:pt x="182314" y="37207"/>
                </a:lnTo>
                <a:cubicBezTo>
                  <a:pt x="202871" y="37207"/>
                  <a:pt x="219521" y="53857"/>
                  <a:pt x="219521" y="74414"/>
                </a:cubicBezTo>
                <a:cubicBezTo>
                  <a:pt x="219521" y="81390"/>
                  <a:pt x="217615" y="87902"/>
                  <a:pt x="214313" y="93436"/>
                </a:cubicBezTo>
                <a:cubicBezTo>
                  <a:pt x="226265" y="99622"/>
                  <a:pt x="234404" y="112086"/>
                  <a:pt x="234404" y="126504"/>
                </a:cubicBezTo>
                <a:cubicBezTo>
                  <a:pt x="234404" y="138689"/>
                  <a:pt x="228544" y="149479"/>
                  <a:pt x="219521" y="156270"/>
                </a:cubicBezTo>
                <a:cubicBezTo>
                  <a:pt x="224172" y="162502"/>
                  <a:pt x="226963" y="170222"/>
                  <a:pt x="226963" y="178594"/>
                </a:cubicBezTo>
                <a:cubicBezTo>
                  <a:pt x="226963" y="199151"/>
                  <a:pt x="210313" y="215801"/>
                  <a:pt x="189756" y="215801"/>
                </a:cubicBezTo>
                <a:cubicBezTo>
                  <a:pt x="189430" y="215801"/>
                  <a:pt x="189151" y="215801"/>
                  <a:pt x="188826" y="215801"/>
                </a:cubicBezTo>
                <a:cubicBezTo>
                  <a:pt x="185524" y="228637"/>
                  <a:pt x="173850" y="238125"/>
                  <a:pt x="159990" y="238125"/>
                </a:cubicBezTo>
                <a:lnTo>
                  <a:pt x="145107" y="238125"/>
                </a:lnTo>
                <a:cubicBezTo>
                  <a:pt x="136875" y="238125"/>
                  <a:pt x="130225" y="231474"/>
                  <a:pt x="130225" y="223242"/>
                </a:cubicBezTo>
                <a:lnTo>
                  <a:pt x="130225" y="14883"/>
                </a:lnTo>
                <a:cubicBezTo>
                  <a:pt x="130225" y="6651"/>
                  <a:pt x="136875" y="0"/>
                  <a:pt x="145107" y="0"/>
                </a:cubicBezTo>
                <a:lnTo>
                  <a:pt x="156270" y="0"/>
                </a:lnTo>
                <a:cubicBezTo>
                  <a:pt x="170641" y="0"/>
                  <a:pt x="182314" y="11674"/>
                  <a:pt x="182314" y="2604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7" name="Text 55"/>
          <p:cNvSpPr/>
          <p:nvPr/>
        </p:nvSpPr>
        <p:spPr>
          <a:xfrm>
            <a:off x="448469" y="6119813"/>
            <a:ext cx="3484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No Es Magia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52438" y="6405563"/>
            <a:ext cx="347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 matemática, estadística y patrones masivos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226719" y="5623719"/>
            <a:ext cx="3738563" cy="1325563"/>
          </a:xfrm>
          <a:custGeom>
            <a:avLst/>
            <a:gdLst/>
            <a:ahLst/>
            <a:cxnLst/>
            <a:rect l="l" t="t" r="r" b="b"/>
            <a:pathLst>
              <a:path w="3738563" h="1325563">
                <a:moveTo>
                  <a:pt x="63494" y="0"/>
                </a:moveTo>
                <a:lnTo>
                  <a:pt x="3675068" y="0"/>
                </a:lnTo>
                <a:cubicBezTo>
                  <a:pt x="3710135" y="0"/>
                  <a:pt x="3738563" y="28427"/>
                  <a:pt x="3738563" y="63494"/>
                </a:cubicBezTo>
                <a:lnTo>
                  <a:pt x="3738563" y="1262068"/>
                </a:lnTo>
                <a:cubicBezTo>
                  <a:pt x="3738563" y="1297135"/>
                  <a:pt x="3710135" y="1325563"/>
                  <a:pt x="3675068" y="1325563"/>
                </a:cubicBezTo>
                <a:lnTo>
                  <a:pt x="63494" y="1325563"/>
                </a:lnTo>
                <a:cubicBezTo>
                  <a:pt x="28427" y="1325563"/>
                  <a:pt x="0" y="1297135"/>
                  <a:pt x="0" y="1262068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978922" y="5786438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08133" y="2418"/>
                </a:moveTo>
                <a:cubicBezTo>
                  <a:pt x="115063" y="-791"/>
                  <a:pt x="123062" y="-791"/>
                  <a:pt x="129992" y="2418"/>
                </a:cubicBezTo>
                <a:lnTo>
                  <a:pt x="231660" y="49392"/>
                </a:lnTo>
                <a:cubicBezTo>
                  <a:pt x="235614" y="51206"/>
                  <a:pt x="238125" y="55159"/>
                  <a:pt x="238125" y="59531"/>
                </a:cubicBezTo>
                <a:cubicBezTo>
                  <a:pt x="238125" y="63903"/>
                  <a:pt x="235614" y="67856"/>
                  <a:pt x="231660" y="69670"/>
                </a:cubicBezTo>
                <a:lnTo>
                  <a:pt x="129992" y="116644"/>
                </a:lnTo>
                <a:cubicBezTo>
                  <a:pt x="123062" y="119853"/>
                  <a:pt x="115063" y="119853"/>
                  <a:pt x="108133" y="116644"/>
                </a:cubicBezTo>
                <a:lnTo>
                  <a:pt x="6465" y="69670"/>
                </a:lnTo>
                <a:cubicBezTo>
                  <a:pt x="2511" y="67810"/>
                  <a:pt x="0" y="63857"/>
                  <a:pt x="0" y="59531"/>
                </a:cubicBezTo>
                <a:cubicBezTo>
                  <a:pt x="0" y="55206"/>
                  <a:pt x="2511" y="51206"/>
                  <a:pt x="6465" y="49392"/>
                </a:cubicBezTo>
                <a:lnTo>
                  <a:pt x="108133" y="2418"/>
                </a:lnTo>
                <a:close/>
                <a:moveTo>
                  <a:pt x="22371" y="101575"/>
                </a:moveTo>
                <a:lnTo>
                  <a:pt x="98785" y="136875"/>
                </a:lnTo>
                <a:cubicBezTo>
                  <a:pt x="111668" y="142828"/>
                  <a:pt x="126504" y="142828"/>
                  <a:pt x="139387" y="136875"/>
                </a:cubicBezTo>
                <a:lnTo>
                  <a:pt x="215801" y="101575"/>
                </a:lnTo>
                <a:lnTo>
                  <a:pt x="231660" y="108924"/>
                </a:lnTo>
                <a:cubicBezTo>
                  <a:pt x="235614" y="110737"/>
                  <a:pt x="238125" y="114691"/>
                  <a:pt x="238125" y="119062"/>
                </a:cubicBezTo>
                <a:cubicBezTo>
                  <a:pt x="238125" y="123434"/>
                  <a:pt x="235614" y="127388"/>
                  <a:pt x="231660" y="129201"/>
                </a:cubicBezTo>
                <a:lnTo>
                  <a:pt x="129992" y="176175"/>
                </a:lnTo>
                <a:cubicBezTo>
                  <a:pt x="123062" y="179384"/>
                  <a:pt x="115063" y="179384"/>
                  <a:pt x="108133" y="176175"/>
                </a:cubicBezTo>
                <a:lnTo>
                  <a:pt x="6465" y="129201"/>
                </a:lnTo>
                <a:cubicBezTo>
                  <a:pt x="2511" y="127341"/>
                  <a:pt x="0" y="123388"/>
                  <a:pt x="0" y="119062"/>
                </a:cubicBezTo>
                <a:cubicBezTo>
                  <a:pt x="0" y="114737"/>
                  <a:pt x="2511" y="110737"/>
                  <a:pt x="6465" y="108924"/>
                </a:cubicBezTo>
                <a:lnTo>
                  <a:pt x="22324" y="101575"/>
                </a:lnTo>
                <a:close/>
                <a:moveTo>
                  <a:pt x="6465" y="168455"/>
                </a:moveTo>
                <a:lnTo>
                  <a:pt x="22324" y="161106"/>
                </a:lnTo>
                <a:lnTo>
                  <a:pt x="98738" y="196407"/>
                </a:lnTo>
                <a:cubicBezTo>
                  <a:pt x="111621" y="202360"/>
                  <a:pt x="126457" y="202360"/>
                  <a:pt x="139340" y="196407"/>
                </a:cubicBezTo>
                <a:lnTo>
                  <a:pt x="215754" y="161106"/>
                </a:lnTo>
                <a:lnTo>
                  <a:pt x="231614" y="168455"/>
                </a:lnTo>
                <a:cubicBezTo>
                  <a:pt x="235567" y="170269"/>
                  <a:pt x="238078" y="174222"/>
                  <a:pt x="238078" y="178594"/>
                </a:cubicBezTo>
                <a:cubicBezTo>
                  <a:pt x="238078" y="182966"/>
                  <a:pt x="235567" y="186919"/>
                  <a:pt x="231614" y="188733"/>
                </a:cubicBezTo>
                <a:lnTo>
                  <a:pt x="129946" y="235707"/>
                </a:lnTo>
                <a:cubicBezTo>
                  <a:pt x="123016" y="238916"/>
                  <a:pt x="115016" y="238916"/>
                  <a:pt x="108086" y="235707"/>
                </a:cubicBezTo>
                <a:lnTo>
                  <a:pt x="6465" y="188733"/>
                </a:lnTo>
                <a:cubicBezTo>
                  <a:pt x="2511" y="186872"/>
                  <a:pt x="0" y="182919"/>
                  <a:pt x="0" y="178594"/>
                </a:cubicBezTo>
                <a:cubicBezTo>
                  <a:pt x="0" y="174268"/>
                  <a:pt x="2511" y="170269"/>
                  <a:pt x="6465" y="16845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1" name="Text 59"/>
          <p:cNvSpPr/>
          <p:nvPr/>
        </p:nvSpPr>
        <p:spPr>
          <a:xfrm>
            <a:off x="4353719" y="6119813"/>
            <a:ext cx="3484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Millones de Parámetros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4357688" y="6405563"/>
            <a:ext cx="347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 7B a 1T+ de parámetros entrenados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131969" y="5623719"/>
            <a:ext cx="3738563" cy="1325563"/>
          </a:xfrm>
          <a:custGeom>
            <a:avLst/>
            <a:gdLst/>
            <a:ahLst/>
            <a:cxnLst/>
            <a:rect l="l" t="t" r="r" b="b"/>
            <a:pathLst>
              <a:path w="3738563" h="1325563">
                <a:moveTo>
                  <a:pt x="63494" y="0"/>
                </a:moveTo>
                <a:lnTo>
                  <a:pt x="3675068" y="0"/>
                </a:lnTo>
                <a:cubicBezTo>
                  <a:pt x="3710135" y="0"/>
                  <a:pt x="3738563" y="28427"/>
                  <a:pt x="3738563" y="63494"/>
                </a:cubicBezTo>
                <a:lnTo>
                  <a:pt x="3738563" y="1262068"/>
                </a:lnTo>
                <a:cubicBezTo>
                  <a:pt x="3738563" y="1297135"/>
                  <a:pt x="3710135" y="1325563"/>
                  <a:pt x="3675068" y="1325563"/>
                </a:cubicBezTo>
                <a:lnTo>
                  <a:pt x="63494" y="1325563"/>
                </a:lnTo>
                <a:cubicBezTo>
                  <a:pt x="28427" y="1325563"/>
                  <a:pt x="0" y="1297135"/>
                  <a:pt x="0" y="1262068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884172" y="5786438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23289" y="89297"/>
                </a:moveTo>
                <a:lnTo>
                  <a:pt x="226963" y="89297"/>
                </a:lnTo>
                <a:cubicBezTo>
                  <a:pt x="233149" y="89297"/>
                  <a:pt x="238125" y="84320"/>
                  <a:pt x="238125" y="78135"/>
                </a:cubicBezTo>
                <a:lnTo>
                  <a:pt x="238125" y="11162"/>
                </a:lnTo>
                <a:cubicBezTo>
                  <a:pt x="238125" y="6651"/>
                  <a:pt x="235427" y="2558"/>
                  <a:pt x="231242" y="837"/>
                </a:cubicBezTo>
                <a:cubicBezTo>
                  <a:pt x="227056" y="-884"/>
                  <a:pt x="222266" y="93"/>
                  <a:pt x="219056" y="3256"/>
                </a:cubicBezTo>
                <a:lnTo>
                  <a:pt x="195011" y="27347"/>
                </a:lnTo>
                <a:cubicBezTo>
                  <a:pt x="174408" y="10278"/>
                  <a:pt x="147898" y="0"/>
                  <a:pt x="119062" y="0"/>
                </a:cubicBezTo>
                <a:cubicBezTo>
                  <a:pt x="59066" y="0"/>
                  <a:pt x="9441" y="44369"/>
                  <a:pt x="1209" y="102087"/>
                </a:cubicBezTo>
                <a:cubicBezTo>
                  <a:pt x="47" y="110226"/>
                  <a:pt x="5674" y="117760"/>
                  <a:pt x="13813" y="118923"/>
                </a:cubicBezTo>
                <a:cubicBezTo>
                  <a:pt x="21952" y="120086"/>
                  <a:pt x="29487" y="114412"/>
                  <a:pt x="30649" y="106319"/>
                </a:cubicBezTo>
                <a:cubicBezTo>
                  <a:pt x="36835" y="63019"/>
                  <a:pt x="74089" y="29766"/>
                  <a:pt x="119062" y="29766"/>
                </a:cubicBezTo>
                <a:cubicBezTo>
                  <a:pt x="139712" y="29766"/>
                  <a:pt x="158688" y="36742"/>
                  <a:pt x="173803" y="48509"/>
                </a:cubicBezTo>
                <a:lnTo>
                  <a:pt x="152084" y="70228"/>
                </a:lnTo>
                <a:cubicBezTo>
                  <a:pt x="148875" y="73437"/>
                  <a:pt x="147944" y="78228"/>
                  <a:pt x="149665" y="82414"/>
                </a:cubicBezTo>
                <a:cubicBezTo>
                  <a:pt x="151386" y="86599"/>
                  <a:pt x="155479" y="89297"/>
                  <a:pt x="159990" y="89297"/>
                </a:cubicBezTo>
                <a:lnTo>
                  <a:pt x="223289" y="89297"/>
                </a:lnTo>
                <a:close/>
                <a:moveTo>
                  <a:pt x="236962" y="136038"/>
                </a:moveTo>
                <a:cubicBezTo>
                  <a:pt x="238125" y="127899"/>
                  <a:pt x="232451" y="120365"/>
                  <a:pt x="224358" y="119202"/>
                </a:cubicBezTo>
                <a:cubicBezTo>
                  <a:pt x="216266" y="118039"/>
                  <a:pt x="208685" y="123713"/>
                  <a:pt x="207522" y="131806"/>
                </a:cubicBezTo>
                <a:cubicBezTo>
                  <a:pt x="201337" y="175059"/>
                  <a:pt x="164083" y="208313"/>
                  <a:pt x="119109" y="208313"/>
                </a:cubicBezTo>
                <a:cubicBezTo>
                  <a:pt x="98459" y="208313"/>
                  <a:pt x="79484" y="201337"/>
                  <a:pt x="64368" y="189570"/>
                </a:cubicBezTo>
                <a:lnTo>
                  <a:pt x="86041" y="167897"/>
                </a:lnTo>
                <a:cubicBezTo>
                  <a:pt x="89250" y="164688"/>
                  <a:pt x="90181" y="159897"/>
                  <a:pt x="88460" y="155711"/>
                </a:cubicBezTo>
                <a:cubicBezTo>
                  <a:pt x="86739" y="151526"/>
                  <a:pt x="82646" y="148828"/>
                  <a:pt x="78135" y="148828"/>
                </a:cubicBezTo>
                <a:lnTo>
                  <a:pt x="11162" y="148828"/>
                </a:lnTo>
                <a:cubicBezTo>
                  <a:pt x="4976" y="148828"/>
                  <a:pt x="0" y="153805"/>
                  <a:pt x="0" y="159990"/>
                </a:cubicBezTo>
                <a:lnTo>
                  <a:pt x="0" y="226963"/>
                </a:lnTo>
                <a:cubicBezTo>
                  <a:pt x="0" y="231474"/>
                  <a:pt x="2698" y="235567"/>
                  <a:pt x="6883" y="237288"/>
                </a:cubicBezTo>
                <a:cubicBezTo>
                  <a:pt x="11069" y="239009"/>
                  <a:pt x="15859" y="238032"/>
                  <a:pt x="19069" y="234869"/>
                </a:cubicBezTo>
                <a:lnTo>
                  <a:pt x="43160" y="210778"/>
                </a:lnTo>
                <a:cubicBezTo>
                  <a:pt x="63717" y="227847"/>
                  <a:pt x="90227" y="238125"/>
                  <a:pt x="119062" y="238125"/>
                </a:cubicBezTo>
                <a:cubicBezTo>
                  <a:pt x="179059" y="238125"/>
                  <a:pt x="228684" y="193756"/>
                  <a:pt x="236916" y="13603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5" name="Text 63"/>
          <p:cNvSpPr/>
          <p:nvPr/>
        </p:nvSpPr>
        <p:spPr>
          <a:xfrm>
            <a:off x="8258969" y="6119813"/>
            <a:ext cx="3484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Una Pieza a la Vez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262938" y="6405563"/>
            <a:ext cx="3476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Cada respuesta es el resultado de millones de predicciones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d059bbfa5d1e729da7671e22ecb5e978ccd2ee63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3">
                  <a:alpha val="95000"/>
                </a:srgbClr>
              </a:gs>
              <a:gs pos="50000">
                <a:srgbClr val="1A1D23">
                  <a:alpha val="90000"/>
                </a:srgbClr>
              </a:gs>
              <a:gs pos="100000">
                <a:srgbClr val="4A6D8C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48176" y="45244"/>
            <a:ext cx="895350" cy="895350"/>
          </a:xfrm>
          <a:custGeom>
            <a:avLst/>
            <a:gdLst/>
            <a:ahLst/>
            <a:cxnLst/>
            <a:rect l="l" t="t" r="r" b="b"/>
            <a:pathLst>
              <a:path w="895350" h="895350">
                <a:moveTo>
                  <a:pt x="447675" y="0"/>
                </a:moveTo>
                <a:lnTo>
                  <a:pt x="447675" y="0"/>
                </a:lnTo>
                <a:cubicBezTo>
                  <a:pt x="694754" y="0"/>
                  <a:pt x="895350" y="200596"/>
                  <a:pt x="895350" y="447675"/>
                </a:cubicBezTo>
                <a:lnTo>
                  <a:pt x="895350" y="447675"/>
                </a:lnTo>
                <a:cubicBezTo>
                  <a:pt x="895350" y="694754"/>
                  <a:pt x="694754" y="895350"/>
                  <a:pt x="447675" y="895350"/>
                </a:cubicBezTo>
                <a:lnTo>
                  <a:pt x="447675" y="895350"/>
                </a:lnTo>
                <a:cubicBezTo>
                  <a:pt x="200596" y="895350"/>
                  <a:pt x="0" y="694754"/>
                  <a:pt x="0" y="447675"/>
                </a:cubicBezTo>
                <a:lnTo>
                  <a:pt x="0" y="447675"/>
                </a:lnTo>
                <a:cubicBezTo>
                  <a:pt x="0" y="200596"/>
                  <a:pt x="200596" y="0"/>
                  <a:pt x="447675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25400">
            <a:solidFill>
              <a:srgbClr val="5E8B7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24401" y="264319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61551" y="342900"/>
                </a:moveTo>
                <a:cubicBezTo>
                  <a:pt x="268069" y="322987"/>
                  <a:pt x="281107" y="304949"/>
                  <a:pt x="295841" y="289411"/>
                </a:cubicBezTo>
                <a:cubicBezTo>
                  <a:pt x="325041" y="258693"/>
                  <a:pt x="342900" y="217170"/>
                  <a:pt x="342900" y="171450"/>
                </a:cubicBezTo>
                <a:cubicBezTo>
                  <a:pt x="342900" y="76795"/>
                  <a:pt x="266105" y="0"/>
                  <a:pt x="171450" y="0"/>
                </a:cubicBezTo>
                <a:cubicBezTo>
                  <a:pt x="76795" y="0"/>
                  <a:pt x="0" y="76795"/>
                  <a:pt x="0" y="171450"/>
                </a:cubicBezTo>
                <a:cubicBezTo>
                  <a:pt x="0" y="217170"/>
                  <a:pt x="17859" y="258693"/>
                  <a:pt x="47059" y="289411"/>
                </a:cubicBezTo>
                <a:cubicBezTo>
                  <a:pt x="61793" y="304949"/>
                  <a:pt x="74920" y="322987"/>
                  <a:pt x="81349" y="342900"/>
                </a:cubicBezTo>
                <a:lnTo>
                  <a:pt x="261461" y="342900"/>
                </a:lnTo>
                <a:close/>
                <a:moveTo>
                  <a:pt x="257175" y="385763"/>
                </a:moveTo>
                <a:lnTo>
                  <a:pt x="85725" y="385763"/>
                </a:lnTo>
                <a:lnTo>
                  <a:pt x="85725" y="400050"/>
                </a:lnTo>
                <a:cubicBezTo>
                  <a:pt x="85725" y="439519"/>
                  <a:pt x="117693" y="471488"/>
                  <a:pt x="157163" y="471488"/>
                </a:cubicBezTo>
                <a:lnTo>
                  <a:pt x="185738" y="471488"/>
                </a:lnTo>
                <a:cubicBezTo>
                  <a:pt x="225207" y="471488"/>
                  <a:pt x="257175" y="439519"/>
                  <a:pt x="257175" y="400050"/>
                </a:cubicBezTo>
                <a:lnTo>
                  <a:pt x="257175" y="385763"/>
                </a:lnTo>
                <a:close/>
                <a:moveTo>
                  <a:pt x="164306" y="100013"/>
                </a:moveTo>
                <a:cubicBezTo>
                  <a:pt x="128766" y="100013"/>
                  <a:pt x="100013" y="128766"/>
                  <a:pt x="100013" y="164306"/>
                </a:cubicBezTo>
                <a:cubicBezTo>
                  <a:pt x="100013" y="176183"/>
                  <a:pt x="90458" y="185738"/>
                  <a:pt x="78581" y="185738"/>
                </a:cubicBezTo>
                <a:cubicBezTo>
                  <a:pt x="66705" y="185738"/>
                  <a:pt x="57150" y="176183"/>
                  <a:pt x="57150" y="164306"/>
                </a:cubicBezTo>
                <a:cubicBezTo>
                  <a:pt x="57150" y="105102"/>
                  <a:pt x="105102" y="57150"/>
                  <a:pt x="164306" y="57150"/>
                </a:cubicBezTo>
                <a:cubicBezTo>
                  <a:pt x="176183" y="57150"/>
                  <a:pt x="185738" y="66705"/>
                  <a:pt x="185738" y="78581"/>
                </a:cubicBezTo>
                <a:cubicBezTo>
                  <a:pt x="185738" y="90458"/>
                  <a:pt x="176183" y="100013"/>
                  <a:pt x="164306" y="10001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" name="Text 3"/>
          <p:cNvSpPr/>
          <p:nvPr/>
        </p:nvSpPr>
        <p:spPr>
          <a:xfrm>
            <a:off x="3303836" y="1178719"/>
            <a:ext cx="55816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La Magia Detrás de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la IA Generativa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71650" y="3140869"/>
            <a:ext cx="8648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IA generativa </a:t>
            </a:r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es magia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es 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5E8B7E"/>
                </a:solidFill>
                <a:highlight>
                  <a:srgbClr val="5E8B7E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matemática, estadística y una cantidad masiva de datos 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transformados en patrones que la máquina puede recrear.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81175" y="4112419"/>
            <a:ext cx="86296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Cada respuesta es el resultado de </a:t>
            </a:r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millones de comparaciones y predicciones</a:t>
            </a:r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una pieza a la vez.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237184" y="4807744"/>
            <a:ext cx="1752600" cy="1362075"/>
          </a:xfrm>
          <a:custGeom>
            <a:avLst/>
            <a:gdLst/>
            <a:ahLst/>
            <a:cxnLst/>
            <a:rect l="l" t="t" r="r" b="b"/>
            <a:pathLst>
              <a:path w="1752600" h="1362075">
                <a:moveTo>
                  <a:pt x="76194" y="0"/>
                </a:moveTo>
                <a:lnTo>
                  <a:pt x="1676406" y="0"/>
                </a:lnTo>
                <a:cubicBezTo>
                  <a:pt x="1718487" y="0"/>
                  <a:pt x="1752600" y="34113"/>
                  <a:pt x="1752600" y="76194"/>
                </a:cubicBezTo>
                <a:lnTo>
                  <a:pt x="1752600" y="1285881"/>
                </a:lnTo>
                <a:cubicBezTo>
                  <a:pt x="1752600" y="1327962"/>
                  <a:pt x="1718487" y="1362075"/>
                  <a:pt x="1676406" y="1362075"/>
                </a:cubicBezTo>
                <a:lnTo>
                  <a:pt x="76194" y="1362075"/>
                </a:lnTo>
                <a:cubicBezTo>
                  <a:pt x="34113" y="1362075"/>
                  <a:pt x="0" y="1327962"/>
                  <a:pt x="0" y="1285881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4A6D8C">
              <a:alpha val="14902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972098" y="500300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07156" y="142875"/>
                </a:moveTo>
                <a:lnTo>
                  <a:pt x="85111" y="164920"/>
                </a:lnTo>
                <a:cubicBezTo>
                  <a:pt x="78079" y="162185"/>
                  <a:pt x="70489" y="160734"/>
                  <a:pt x="62508" y="160734"/>
                </a:cubicBezTo>
                <a:cubicBezTo>
                  <a:pt x="27961" y="160734"/>
                  <a:pt x="0" y="188695"/>
                  <a:pt x="0" y="223242"/>
                </a:cubicBezTo>
                <a:cubicBezTo>
                  <a:pt x="0" y="257789"/>
                  <a:pt x="27961" y="285750"/>
                  <a:pt x="62508" y="285750"/>
                </a:cubicBezTo>
                <a:cubicBezTo>
                  <a:pt x="97055" y="285750"/>
                  <a:pt x="125016" y="257789"/>
                  <a:pt x="125016" y="223242"/>
                </a:cubicBezTo>
                <a:cubicBezTo>
                  <a:pt x="125016" y="215261"/>
                  <a:pt x="123509" y="207671"/>
                  <a:pt x="120830" y="200639"/>
                </a:cubicBezTo>
                <a:lnTo>
                  <a:pt x="278606" y="42863"/>
                </a:lnTo>
                <a:cubicBezTo>
                  <a:pt x="282569" y="38900"/>
                  <a:pt x="282569" y="32538"/>
                  <a:pt x="278606" y="28575"/>
                </a:cubicBezTo>
                <a:cubicBezTo>
                  <a:pt x="262812" y="12781"/>
                  <a:pt x="237251" y="12781"/>
                  <a:pt x="221456" y="28575"/>
                </a:cubicBezTo>
                <a:lnTo>
                  <a:pt x="142875" y="107156"/>
                </a:lnTo>
                <a:lnTo>
                  <a:pt x="120830" y="85111"/>
                </a:lnTo>
                <a:cubicBezTo>
                  <a:pt x="123565" y="78079"/>
                  <a:pt x="125016" y="70489"/>
                  <a:pt x="125016" y="62508"/>
                </a:cubicBezTo>
                <a:cubicBezTo>
                  <a:pt x="125016" y="27961"/>
                  <a:pt x="97055" y="0"/>
                  <a:pt x="62508" y="0"/>
                </a:cubicBezTo>
                <a:cubicBezTo>
                  <a:pt x="27961" y="0"/>
                  <a:pt x="0" y="27961"/>
                  <a:pt x="0" y="62508"/>
                </a:cubicBezTo>
                <a:cubicBezTo>
                  <a:pt x="0" y="97055"/>
                  <a:pt x="27961" y="125016"/>
                  <a:pt x="62508" y="125016"/>
                </a:cubicBezTo>
                <a:cubicBezTo>
                  <a:pt x="70489" y="125016"/>
                  <a:pt x="78079" y="123509"/>
                  <a:pt x="85111" y="120830"/>
                </a:cubicBezTo>
                <a:lnTo>
                  <a:pt x="107156" y="142875"/>
                </a:lnTo>
                <a:close/>
                <a:moveTo>
                  <a:pt x="161795" y="197514"/>
                </a:moveTo>
                <a:lnTo>
                  <a:pt x="221456" y="257175"/>
                </a:lnTo>
                <a:cubicBezTo>
                  <a:pt x="237251" y="272969"/>
                  <a:pt x="262812" y="272969"/>
                  <a:pt x="278606" y="257175"/>
                </a:cubicBezTo>
                <a:cubicBezTo>
                  <a:pt x="282569" y="253212"/>
                  <a:pt x="282569" y="246850"/>
                  <a:pt x="278606" y="242888"/>
                </a:cubicBezTo>
                <a:lnTo>
                  <a:pt x="197514" y="161795"/>
                </a:lnTo>
                <a:lnTo>
                  <a:pt x="161795" y="197514"/>
                </a:lnTo>
                <a:close/>
                <a:moveTo>
                  <a:pt x="35719" y="62508"/>
                </a:moveTo>
                <a:cubicBezTo>
                  <a:pt x="35719" y="47723"/>
                  <a:pt x="47723" y="35719"/>
                  <a:pt x="62508" y="35719"/>
                </a:cubicBezTo>
                <a:cubicBezTo>
                  <a:pt x="77293" y="35719"/>
                  <a:pt x="89297" y="47723"/>
                  <a:pt x="89297" y="62508"/>
                </a:cubicBezTo>
                <a:cubicBezTo>
                  <a:pt x="89297" y="77293"/>
                  <a:pt x="77293" y="89297"/>
                  <a:pt x="62508" y="89297"/>
                </a:cubicBezTo>
                <a:cubicBezTo>
                  <a:pt x="47723" y="89297"/>
                  <a:pt x="35719" y="77293"/>
                  <a:pt x="35719" y="62508"/>
                </a:cubicBezTo>
                <a:close/>
                <a:moveTo>
                  <a:pt x="62508" y="196453"/>
                </a:moveTo>
                <a:cubicBezTo>
                  <a:pt x="77293" y="196453"/>
                  <a:pt x="89297" y="208457"/>
                  <a:pt x="89297" y="223242"/>
                </a:cubicBezTo>
                <a:cubicBezTo>
                  <a:pt x="89297" y="238027"/>
                  <a:pt x="77293" y="250031"/>
                  <a:pt x="62508" y="250031"/>
                </a:cubicBezTo>
                <a:cubicBezTo>
                  <a:pt x="47723" y="250031"/>
                  <a:pt x="35719" y="238027"/>
                  <a:pt x="35719" y="223242"/>
                </a:cubicBezTo>
                <a:cubicBezTo>
                  <a:pt x="35719" y="208457"/>
                  <a:pt x="47723" y="196453"/>
                  <a:pt x="62508" y="19645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1" name="Text 8"/>
          <p:cNvSpPr/>
          <p:nvPr/>
        </p:nvSpPr>
        <p:spPr>
          <a:xfrm>
            <a:off x="2389584" y="5403056"/>
            <a:ext cx="144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Tokenización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394347" y="5745956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Texto → Tokens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226123" y="4807744"/>
            <a:ext cx="1752600" cy="1362075"/>
          </a:xfrm>
          <a:custGeom>
            <a:avLst/>
            <a:gdLst/>
            <a:ahLst/>
            <a:cxnLst/>
            <a:rect l="l" t="t" r="r" b="b"/>
            <a:pathLst>
              <a:path w="1752600" h="1362075">
                <a:moveTo>
                  <a:pt x="76194" y="0"/>
                </a:moveTo>
                <a:lnTo>
                  <a:pt x="1676406" y="0"/>
                </a:lnTo>
                <a:cubicBezTo>
                  <a:pt x="1718487" y="0"/>
                  <a:pt x="1752600" y="34113"/>
                  <a:pt x="1752600" y="76194"/>
                </a:cubicBezTo>
                <a:lnTo>
                  <a:pt x="1752600" y="1285881"/>
                </a:lnTo>
                <a:cubicBezTo>
                  <a:pt x="1752600" y="1327962"/>
                  <a:pt x="1718487" y="1362075"/>
                  <a:pt x="1676406" y="1362075"/>
                </a:cubicBezTo>
                <a:lnTo>
                  <a:pt x="76194" y="1362075"/>
                </a:lnTo>
                <a:cubicBezTo>
                  <a:pt x="34113" y="1362075"/>
                  <a:pt x="0" y="1327962"/>
                  <a:pt x="0" y="1285881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4A6D8C">
              <a:alpha val="14902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61037" y="500300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6779" y="127527"/>
                </a:moveTo>
                <a:cubicBezTo>
                  <a:pt x="44202" y="75623"/>
                  <a:pt x="88906" y="35719"/>
                  <a:pt x="142875" y="35719"/>
                </a:cubicBezTo>
                <a:cubicBezTo>
                  <a:pt x="172455" y="35719"/>
                  <a:pt x="199244" y="47718"/>
                  <a:pt x="218666" y="67084"/>
                </a:cubicBezTo>
                <a:cubicBezTo>
                  <a:pt x="218777" y="67196"/>
                  <a:pt x="218889" y="67308"/>
                  <a:pt x="219001" y="67419"/>
                </a:cubicBezTo>
                <a:lnTo>
                  <a:pt x="223242" y="71438"/>
                </a:lnTo>
                <a:lnTo>
                  <a:pt x="196509" y="71438"/>
                </a:lnTo>
                <a:cubicBezTo>
                  <a:pt x="186630" y="71438"/>
                  <a:pt x="178650" y="79418"/>
                  <a:pt x="178650" y="89297"/>
                </a:cubicBezTo>
                <a:cubicBezTo>
                  <a:pt x="178650" y="99175"/>
                  <a:pt x="186630" y="107156"/>
                  <a:pt x="196509" y="107156"/>
                </a:cubicBezTo>
                <a:lnTo>
                  <a:pt x="267946" y="107156"/>
                </a:lnTo>
                <a:cubicBezTo>
                  <a:pt x="277825" y="107156"/>
                  <a:pt x="285806" y="99175"/>
                  <a:pt x="285806" y="89297"/>
                </a:cubicBezTo>
                <a:lnTo>
                  <a:pt x="285806" y="17859"/>
                </a:lnTo>
                <a:cubicBezTo>
                  <a:pt x="285806" y="7981"/>
                  <a:pt x="277825" y="0"/>
                  <a:pt x="267946" y="0"/>
                </a:cubicBezTo>
                <a:cubicBezTo>
                  <a:pt x="258068" y="0"/>
                  <a:pt x="250087" y="7981"/>
                  <a:pt x="250087" y="17859"/>
                </a:cubicBezTo>
                <a:lnTo>
                  <a:pt x="250087" y="47662"/>
                </a:lnTo>
                <a:lnTo>
                  <a:pt x="243780" y="41690"/>
                </a:lnTo>
                <a:cubicBezTo>
                  <a:pt x="217940" y="15962"/>
                  <a:pt x="182221" y="0"/>
                  <a:pt x="142875" y="0"/>
                </a:cubicBezTo>
                <a:cubicBezTo>
                  <a:pt x="70879" y="0"/>
                  <a:pt x="11330" y="53243"/>
                  <a:pt x="1451" y="122504"/>
                </a:cubicBezTo>
                <a:cubicBezTo>
                  <a:pt x="56" y="132271"/>
                  <a:pt x="6809" y="141312"/>
                  <a:pt x="16576" y="142708"/>
                </a:cubicBezTo>
                <a:cubicBezTo>
                  <a:pt x="26343" y="144103"/>
                  <a:pt x="35384" y="137294"/>
                  <a:pt x="36779" y="127583"/>
                </a:cubicBezTo>
                <a:close/>
                <a:moveTo>
                  <a:pt x="284299" y="163246"/>
                </a:moveTo>
                <a:cubicBezTo>
                  <a:pt x="285694" y="153479"/>
                  <a:pt x="278885" y="144438"/>
                  <a:pt x="269174" y="143042"/>
                </a:cubicBezTo>
                <a:cubicBezTo>
                  <a:pt x="259463" y="141647"/>
                  <a:pt x="250366" y="148456"/>
                  <a:pt x="248971" y="158167"/>
                </a:cubicBezTo>
                <a:cubicBezTo>
                  <a:pt x="241548" y="210071"/>
                  <a:pt x="196844" y="249975"/>
                  <a:pt x="142875" y="249975"/>
                </a:cubicBezTo>
                <a:cubicBezTo>
                  <a:pt x="113295" y="249975"/>
                  <a:pt x="86506" y="237976"/>
                  <a:pt x="67084" y="218610"/>
                </a:cubicBezTo>
                <a:cubicBezTo>
                  <a:pt x="66973" y="218498"/>
                  <a:pt x="66861" y="218387"/>
                  <a:pt x="66749" y="218275"/>
                </a:cubicBezTo>
                <a:lnTo>
                  <a:pt x="62508" y="214257"/>
                </a:lnTo>
                <a:lnTo>
                  <a:pt x="89241" y="214257"/>
                </a:lnTo>
                <a:cubicBezTo>
                  <a:pt x="99120" y="214257"/>
                  <a:pt x="107100" y="206276"/>
                  <a:pt x="107100" y="196397"/>
                </a:cubicBezTo>
                <a:cubicBezTo>
                  <a:pt x="107100" y="186519"/>
                  <a:pt x="99120" y="178538"/>
                  <a:pt x="89241" y="178538"/>
                </a:cubicBezTo>
                <a:lnTo>
                  <a:pt x="17859" y="178594"/>
                </a:lnTo>
                <a:cubicBezTo>
                  <a:pt x="13115" y="178594"/>
                  <a:pt x="8539" y="180491"/>
                  <a:pt x="5190" y="183896"/>
                </a:cubicBezTo>
                <a:cubicBezTo>
                  <a:pt x="1842" y="187300"/>
                  <a:pt x="-56" y="191821"/>
                  <a:pt x="0" y="196621"/>
                </a:cubicBezTo>
                <a:lnTo>
                  <a:pt x="558" y="267500"/>
                </a:lnTo>
                <a:cubicBezTo>
                  <a:pt x="614" y="277378"/>
                  <a:pt x="8706" y="285304"/>
                  <a:pt x="18585" y="285192"/>
                </a:cubicBezTo>
                <a:cubicBezTo>
                  <a:pt x="28463" y="285080"/>
                  <a:pt x="36388" y="277044"/>
                  <a:pt x="36277" y="267165"/>
                </a:cubicBezTo>
                <a:lnTo>
                  <a:pt x="36054" y="238423"/>
                </a:lnTo>
                <a:lnTo>
                  <a:pt x="42025" y="244060"/>
                </a:lnTo>
                <a:cubicBezTo>
                  <a:pt x="67866" y="269788"/>
                  <a:pt x="103529" y="285750"/>
                  <a:pt x="142875" y="285750"/>
                </a:cubicBezTo>
                <a:cubicBezTo>
                  <a:pt x="214871" y="285750"/>
                  <a:pt x="274420" y="232507"/>
                  <a:pt x="284299" y="16324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5" name="Text 12"/>
          <p:cNvSpPr/>
          <p:nvPr/>
        </p:nvSpPr>
        <p:spPr>
          <a:xfrm>
            <a:off x="4378523" y="5403056"/>
            <a:ext cx="144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Embeddings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383286" y="5745956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Tokens → Vectores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215063" y="4807744"/>
            <a:ext cx="1752600" cy="1362075"/>
          </a:xfrm>
          <a:custGeom>
            <a:avLst/>
            <a:gdLst/>
            <a:ahLst/>
            <a:cxnLst/>
            <a:rect l="l" t="t" r="r" b="b"/>
            <a:pathLst>
              <a:path w="1752600" h="1362075">
                <a:moveTo>
                  <a:pt x="76194" y="0"/>
                </a:moveTo>
                <a:lnTo>
                  <a:pt x="1676406" y="0"/>
                </a:lnTo>
                <a:cubicBezTo>
                  <a:pt x="1718487" y="0"/>
                  <a:pt x="1752600" y="34113"/>
                  <a:pt x="1752600" y="76194"/>
                </a:cubicBezTo>
                <a:lnTo>
                  <a:pt x="1752600" y="1285881"/>
                </a:lnTo>
                <a:cubicBezTo>
                  <a:pt x="1752600" y="1327962"/>
                  <a:pt x="1718487" y="1362075"/>
                  <a:pt x="1676406" y="1362075"/>
                </a:cubicBezTo>
                <a:lnTo>
                  <a:pt x="76194" y="1362075"/>
                </a:lnTo>
                <a:cubicBezTo>
                  <a:pt x="34113" y="1362075"/>
                  <a:pt x="0" y="1327962"/>
                  <a:pt x="0" y="1285881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4A6D8C">
              <a:alpha val="14902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914257" y="5003006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32116" y="117481"/>
                </a:moveTo>
                <a:cubicBezTo>
                  <a:pt x="238925" y="115639"/>
                  <a:pt x="246069" y="118876"/>
                  <a:pt x="249138" y="125183"/>
                </a:cubicBezTo>
                <a:lnTo>
                  <a:pt x="259519" y="146168"/>
                </a:lnTo>
                <a:cubicBezTo>
                  <a:pt x="265268" y="146949"/>
                  <a:pt x="270904" y="148512"/>
                  <a:pt x="276206" y="150688"/>
                </a:cubicBezTo>
                <a:lnTo>
                  <a:pt x="295740" y="137685"/>
                </a:lnTo>
                <a:cubicBezTo>
                  <a:pt x="301600" y="133778"/>
                  <a:pt x="309358" y="134559"/>
                  <a:pt x="314325" y="139526"/>
                </a:cubicBezTo>
                <a:lnTo>
                  <a:pt x="325041" y="150242"/>
                </a:lnTo>
                <a:cubicBezTo>
                  <a:pt x="330008" y="155209"/>
                  <a:pt x="330789" y="163023"/>
                  <a:pt x="326882" y="168827"/>
                </a:cubicBezTo>
                <a:lnTo>
                  <a:pt x="313879" y="188305"/>
                </a:lnTo>
                <a:cubicBezTo>
                  <a:pt x="314939" y="190928"/>
                  <a:pt x="315888" y="193663"/>
                  <a:pt x="316669" y="196509"/>
                </a:cubicBezTo>
                <a:cubicBezTo>
                  <a:pt x="317450" y="199355"/>
                  <a:pt x="317953" y="202146"/>
                  <a:pt x="318343" y="204992"/>
                </a:cubicBezTo>
                <a:lnTo>
                  <a:pt x="339384" y="215373"/>
                </a:lnTo>
                <a:cubicBezTo>
                  <a:pt x="345691" y="218498"/>
                  <a:pt x="348928" y="225642"/>
                  <a:pt x="347086" y="232395"/>
                </a:cubicBezTo>
                <a:lnTo>
                  <a:pt x="343179" y="247017"/>
                </a:lnTo>
                <a:cubicBezTo>
                  <a:pt x="341337" y="253771"/>
                  <a:pt x="335031" y="258347"/>
                  <a:pt x="327999" y="257901"/>
                </a:cubicBezTo>
                <a:lnTo>
                  <a:pt x="304558" y="256394"/>
                </a:lnTo>
                <a:cubicBezTo>
                  <a:pt x="301042" y="260914"/>
                  <a:pt x="296968" y="265100"/>
                  <a:pt x="292336" y="268672"/>
                </a:cubicBezTo>
                <a:lnTo>
                  <a:pt x="293843" y="292057"/>
                </a:lnTo>
                <a:cubicBezTo>
                  <a:pt x="294289" y="299089"/>
                  <a:pt x="289713" y="305451"/>
                  <a:pt x="282959" y="307237"/>
                </a:cubicBezTo>
                <a:lnTo>
                  <a:pt x="268337" y="311144"/>
                </a:lnTo>
                <a:cubicBezTo>
                  <a:pt x="261528" y="312986"/>
                  <a:pt x="254440" y="309749"/>
                  <a:pt x="251315" y="303442"/>
                </a:cubicBezTo>
                <a:lnTo>
                  <a:pt x="240934" y="282457"/>
                </a:lnTo>
                <a:cubicBezTo>
                  <a:pt x="235186" y="281676"/>
                  <a:pt x="229549" y="280113"/>
                  <a:pt x="224247" y="277937"/>
                </a:cubicBezTo>
                <a:lnTo>
                  <a:pt x="204713" y="290940"/>
                </a:lnTo>
                <a:cubicBezTo>
                  <a:pt x="198853" y="294847"/>
                  <a:pt x="191095" y="294066"/>
                  <a:pt x="186128" y="289099"/>
                </a:cubicBezTo>
                <a:lnTo>
                  <a:pt x="175413" y="278383"/>
                </a:lnTo>
                <a:cubicBezTo>
                  <a:pt x="170445" y="273416"/>
                  <a:pt x="169664" y="265658"/>
                  <a:pt x="173571" y="259798"/>
                </a:cubicBezTo>
                <a:lnTo>
                  <a:pt x="186575" y="240264"/>
                </a:lnTo>
                <a:cubicBezTo>
                  <a:pt x="185514" y="237641"/>
                  <a:pt x="184565" y="234907"/>
                  <a:pt x="183784" y="232060"/>
                </a:cubicBezTo>
                <a:cubicBezTo>
                  <a:pt x="183003" y="229214"/>
                  <a:pt x="182500" y="226368"/>
                  <a:pt x="182110" y="223577"/>
                </a:cubicBezTo>
                <a:lnTo>
                  <a:pt x="161069" y="213196"/>
                </a:lnTo>
                <a:cubicBezTo>
                  <a:pt x="154763" y="210071"/>
                  <a:pt x="151581" y="202927"/>
                  <a:pt x="153367" y="196174"/>
                </a:cubicBezTo>
                <a:lnTo>
                  <a:pt x="157274" y="181552"/>
                </a:lnTo>
                <a:cubicBezTo>
                  <a:pt x="159116" y="174799"/>
                  <a:pt x="165422" y="170222"/>
                  <a:pt x="172455" y="170669"/>
                </a:cubicBezTo>
                <a:lnTo>
                  <a:pt x="195839" y="172176"/>
                </a:lnTo>
                <a:cubicBezTo>
                  <a:pt x="199355" y="167655"/>
                  <a:pt x="203429" y="163469"/>
                  <a:pt x="208062" y="159897"/>
                </a:cubicBezTo>
                <a:lnTo>
                  <a:pt x="206555" y="136568"/>
                </a:lnTo>
                <a:cubicBezTo>
                  <a:pt x="206108" y="129536"/>
                  <a:pt x="210685" y="123174"/>
                  <a:pt x="217438" y="121388"/>
                </a:cubicBezTo>
                <a:lnTo>
                  <a:pt x="232060" y="117481"/>
                </a:lnTo>
                <a:close/>
                <a:moveTo>
                  <a:pt x="250254" y="189756"/>
                </a:moveTo>
                <a:cubicBezTo>
                  <a:pt x="236701" y="189771"/>
                  <a:pt x="225710" y="200787"/>
                  <a:pt x="225726" y="214340"/>
                </a:cubicBezTo>
                <a:cubicBezTo>
                  <a:pt x="225741" y="227894"/>
                  <a:pt x="236757" y="238885"/>
                  <a:pt x="250310" y="238869"/>
                </a:cubicBezTo>
                <a:cubicBezTo>
                  <a:pt x="263863" y="238854"/>
                  <a:pt x="274854" y="227838"/>
                  <a:pt x="274839" y="214285"/>
                </a:cubicBezTo>
                <a:cubicBezTo>
                  <a:pt x="274824" y="200731"/>
                  <a:pt x="263808" y="189740"/>
                  <a:pt x="250254" y="189756"/>
                </a:cubicBezTo>
                <a:close/>
                <a:moveTo>
                  <a:pt x="125518" y="-25394"/>
                </a:moveTo>
                <a:lnTo>
                  <a:pt x="140140" y="-21487"/>
                </a:lnTo>
                <a:cubicBezTo>
                  <a:pt x="146893" y="-19645"/>
                  <a:pt x="151470" y="-13283"/>
                  <a:pt x="151023" y="-6307"/>
                </a:cubicBezTo>
                <a:lnTo>
                  <a:pt x="149516" y="17022"/>
                </a:lnTo>
                <a:cubicBezTo>
                  <a:pt x="154149" y="20594"/>
                  <a:pt x="158223" y="24724"/>
                  <a:pt x="161739" y="29301"/>
                </a:cubicBezTo>
                <a:lnTo>
                  <a:pt x="185179" y="27794"/>
                </a:lnTo>
                <a:cubicBezTo>
                  <a:pt x="192156" y="27347"/>
                  <a:pt x="198518" y="31924"/>
                  <a:pt x="200360" y="38677"/>
                </a:cubicBezTo>
                <a:lnTo>
                  <a:pt x="204267" y="53299"/>
                </a:lnTo>
                <a:cubicBezTo>
                  <a:pt x="206053" y="60052"/>
                  <a:pt x="202871" y="67196"/>
                  <a:pt x="196565" y="70321"/>
                </a:cubicBezTo>
                <a:lnTo>
                  <a:pt x="175524" y="80702"/>
                </a:lnTo>
                <a:cubicBezTo>
                  <a:pt x="175133" y="83548"/>
                  <a:pt x="174575" y="86395"/>
                  <a:pt x="173850" y="89185"/>
                </a:cubicBezTo>
                <a:cubicBezTo>
                  <a:pt x="173124" y="91976"/>
                  <a:pt x="172120" y="94766"/>
                  <a:pt x="171059" y="97389"/>
                </a:cubicBezTo>
                <a:lnTo>
                  <a:pt x="184063" y="116923"/>
                </a:lnTo>
                <a:cubicBezTo>
                  <a:pt x="187970" y="122783"/>
                  <a:pt x="187189" y="130541"/>
                  <a:pt x="182221" y="135508"/>
                </a:cubicBezTo>
                <a:lnTo>
                  <a:pt x="171506" y="146224"/>
                </a:lnTo>
                <a:cubicBezTo>
                  <a:pt x="166539" y="151191"/>
                  <a:pt x="158781" y="151972"/>
                  <a:pt x="152921" y="148065"/>
                </a:cubicBezTo>
                <a:lnTo>
                  <a:pt x="133387" y="135062"/>
                </a:lnTo>
                <a:cubicBezTo>
                  <a:pt x="128085" y="137238"/>
                  <a:pt x="122448" y="138801"/>
                  <a:pt x="116700" y="139582"/>
                </a:cubicBezTo>
                <a:lnTo>
                  <a:pt x="106319" y="160567"/>
                </a:lnTo>
                <a:cubicBezTo>
                  <a:pt x="103194" y="166874"/>
                  <a:pt x="96050" y="170055"/>
                  <a:pt x="89297" y="168269"/>
                </a:cubicBezTo>
                <a:lnTo>
                  <a:pt x="74675" y="164362"/>
                </a:lnTo>
                <a:cubicBezTo>
                  <a:pt x="67866" y="162520"/>
                  <a:pt x="63345" y="156158"/>
                  <a:pt x="63791" y="149182"/>
                </a:cubicBezTo>
                <a:lnTo>
                  <a:pt x="65298" y="125797"/>
                </a:lnTo>
                <a:cubicBezTo>
                  <a:pt x="60666" y="122225"/>
                  <a:pt x="56592" y="118095"/>
                  <a:pt x="53076" y="113519"/>
                </a:cubicBezTo>
                <a:lnTo>
                  <a:pt x="29635" y="115026"/>
                </a:lnTo>
                <a:cubicBezTo>
                  <a:pt x="22659" y="115472"/>
                  <a:pt x="16297" y="110896"/>
                  <a:pt x="14455" y="104142"/>
                </a:cubicBezTo>
                <a:lnTo>
                  <a:pt x="10548" y="89520"/>
                </a:lnTo>
                <a:cubicBezTo>
                  <a:pt x="8762" y="82767"/>
                  <a:pt x="11943" y="75623"/>
                  <a:pt x="18250" y="72498"/>
                </a:cubicBezTo>
                <a:lnTo>
                  <a:pt x="39291" y="62117"/>
                </a:lnTo>
                <a:cubicBezTo>
                  <a:pt x="39681" y="59271"/>
                  <a:pt x="40239" y="56480"/>
                  <a:pt x="40965" y="53634"/>
                </a:cubicBezTo>
                <a:cubicBezTo>
                  <a:pt x="41746" y="50788"/>
                  <a:pt x="42639" y="48053"/>
                  <a:pt x="43755" y="45430"/>
                </a:cubicBezTo>
                <a:lnTo>
                  <a:pt x="30752" y="25952"/>
                </a:lnTo>
                <a:cubicBezTo>
                  <a:pt x="26845" y="20092"/>
                  <a:pt x="27626" y="12334"/>
                  <a:pt x="32593" y="7367"/>
                </a:cubicBezTo>
                <a:lnTo>
                  <a:pt x="43309" y="-3349"/>
                </a:lnTo>
                <a:cubicBezTo>
                  <a:pt x="48276" y="-8316"/>
                  <a:pt x="56034" y="-9097"/>
                  <a:pt x="61894" y="-5190"/>
                </a:cubicBezTo>
                <a:lnTo>
                  <a:pt x="81428" y="7813"/>
                </a:lnTo>
                <a:cubicBezTo>
                  <a:pt x="86730" y="5637"/>
                  <a:pt x="92366" y="4074"/>
                  <a:pt x="98115" y="3293"/>
                </a:cubicBezTo>
                <a:lnTo>
                  <a:pt x="108496" y="-17692"/>
                </a:lnTo>
                <a:cubicBezTo>
                  <a:pt x="111621" y="-23999"/>
                  <a:pt x="118709" y="-27180"/>
                  <a:pt x="125518" y="-25394"/>
                </a:cubicBezTo>
                <a:close/>
                <a:moveTo>
                  <a:pt x="107379" y="46881"/>
                </a:moveTo>
                <a:cubicBezTo>
                  <a:pt x="93826" y="46881"/>
                  <a:pt x="82823" y="57884"/>
                  <a:pt x="82823" y="71438"/>
                </a:cubicBezTo>
                <a:cubicBezTo>
                  <a:pt x="82823" y="84991"/>
                  <a:pt x="93826" y="95994"/>
                  <a:pt x="107379" y="95994"/>
                </a:cubicBezTo>
                <a:cubicBezTo>
                  <a:pt x="120933" y="95994"/>
                  <a:pt x="131936" y="84991"/>
                  <a:pt x="131936" y="71438"/>
                </a:cubicBezTo>
                <a:cubicBezTo>
                  <a:pt x="131936" y="57884"/>
                  <a:pt x="120933" y="46881"/>
                  <a:pt x="107379" y="4688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9" name="Text 16"/>
          <p:cNvSpPr/>
          <p:nvPr/>
        </p:nvSpPr>
        <p:spPr>
          <a:xfrm>
            <a:off x="6367463" y="5403056"/>
            <a:ext cx="144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Transformers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372225" y="5745956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Atención masiva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204002" y="4807744"/>
            <a:ext cx="1752600" cy="1362075"/>
          </a:xfrm>
          <a:custGeom>
            <a:avLst/>
            <a:gdLst/>
            <a:ahLst/>
            <a:cxnLst/>
            <a:rect l="l" t="t" r="r" b="b"/>
            <a:pathLst>
              <a:path w="1752600" h="1362075">
                <a:moveTo>
                  <a:pt x="76194" y="0"/>
                </a:moveTo>
                <a:lnTo>
                  <a:pt x="1676406" y="0"/>
                </a:lnTo>
                <a:cubicBezTo>
                  <a:pt x="1718487" y="0"/>
                  <a:pt x="1752600" y="34113"/>
                  <a:pt x="1752600" y="76194"/>
                </a:cubicBezTo>
                <a:lnTo>
                  <a:pt x="1752600" y="1285881"/>
                </a:lnTo>
                <a:cubicBezTo>
                  <a:pt x="1752600" y="1327962"/>
                  <a:pt x="1718487" y="1362075"/>
                  <a:pt x="1676406" y="1362075"/>
                </a:cubicBezTo>
                <a:lnTo>
                  <a:pt x="76194" y="1362075"/>
                </a:lnTo>
                <a:cubicBezTo>
                  <a:pt x="34113" y="1362075"/>
                  <a:pt x="0" y="1327962"/>
                  <a:pt x="0" y="1285881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4A6D8C">
              <a:alpha val="14902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938915" y="500300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72355" y="107156"/>
                </a:moveTo>
                <a:lnTo>
                  <a:pt x="191988" y="107156"/>
                </a:lnTo>
                <a:cubicBezTo>
                  <a:pt x="186575" y="107156"/>
                  <a:pt x="181663" y="103919"/>
                  <a:pt x="179598" y="98896"/>
                </a:cubicBezTo>
                <a:cubicBezTo>
                  <a:pt x="177533" y="93873"/>
                  <a:pt x="178650" y="88125"/>
                  <a:pt x="182500" y="84274"/>
                </a:cubicBezTo>
                <a:lnTo>
                  <a:pt x="208564" y="58210"/>
                </a:lnTo>
                <a:cubicBezTo>
                  <a:pt x="166539" y="25505"/>
                  <a:pt x="105705" y="28463"/>
                  <a:pt x="67084" y="67084"/>
                </a:cubicBezTo>
                <a:cubicBezTo>
                  <a:pt x="25226" y="108942"/>
                  <a:pt x="25226" y="176752"/>
                  <a:pt x="67084" y="218610"/>
                </a:cubicBezTo>
                <a:cubicBezTo>
                  <a:pt x="108942" y="260468"/>
                  <a:pt x="176752" y="260468"/>
                  <a:pt x="218610" y="218610"/>
                </a:cubicBezTo>
                <a:cubicBezTo>
                  <a:pt x="223186" y="214033"/>
                  <a:pt x="227261" y="209178"/>
                  <a:pt x="230832" y="204043"/>
                </a:cubicBezTo>
                <a:cubicBezTo>
                  <a:pt x="236469" y="195951"/>
                  <a:pt x="247631" y="193997"/>
                  <a:pt x="255724" y="199634"/>
                </a:cubicBezTo>
                <a:cubicBezTo>
                  <a:pt x="263816" y="205271"/>
                  <a:pt x="265770" y="216433"/>
                  <a:pt x="260133" y="224526"/>
                </a:cubicBezTo>
                <a:cubicBezTo>
                  <a:pt x="255389" y="231335"/>
                  <a:pt x="249975" y="237809"/>
                  <a:pt x="243892" y="243892"/>
                </a:cubicBezTo>
                <a:cubicBezTo>
                  <a:pt x="188082" y="299703"/>
                  <a:pt x="97613" y="299703"/>
                  <a:pt x="41858" y="243892"/>
                </a:cubicBezTo>
                <a:cubicBezTo>
                  <a:pt x="-13897" y="188082"/>
                  <a:pt x="-13953" y="97668"/>
                  <a:pt x="41858" y="41858"/>
                </a:cubicBezTo>
                <a:cubicBezTo>
                  <a:pt x="94487" y="-10771"/>
                  <a:pt x="177868" y="-13729"/>
                  <a:pt x="234014" y="32817"/>
                </a:cubicBezTo>
                <a:lnTo>
                  <a:pt x="262868" y="3907"/>
                </a:lnTo>
                <a:cubicBezTo>
                  <a:pt x="266719" y="56"/>
                  <a:pt x="272467" y="-1060"/>
                  <a:pt x="277490" y="1005"/>
                </a:cubicBezTo>
                <a:cubicBezTo>
                  <a:pt x="282513" y="3070"/>
                  <a:pt x="285750" y="7981"/>
                  <a:pt x="285750" y="13395"/>
                </a:cubicBezTo>
                <a:lnTo>
                  <a:pt x="285750" y="93762"/>
                </a:lnTo>
                <a:cubicBezTo>
                  <a:pt x="285750" y="101185"/>
                  <a:pt x="279778" y="107156"/>
                  <a:pt x="272355" y="10715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3" name="Text 20"/>
          <p:cNvSpPr/>
          <p:nvPr/>
        </p:nvSpPr>
        <p:spPr>
          <a:xfrm>
            <a:off x="8356402" y="5403056"/>
            <a:ext cx="144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Generación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361164" y="5745956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Paso a paso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353693" y="6669881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6" name="Text 23"/>
          <p:cNvSpPr/>
          <p:nvPr/>
        </p:nvSpPr>
        <p:spPr>
          <a:xfrm>
            <a:off x="4034730" y="6555581"/>
            <a:ext cx="412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¿Listo para entender la IA a un nivel más profundo?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228707" y="6669881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Cómo Funciona la IA Generativa: Estructura Interna</dc:title>
  <dc:subject>Cómo Funciona la IA Generativa: Estructura Interna</dc:subject>
  <dc:creator>Kimi</dc:creator>
  <cp:lastModifiedBy>Kimi</cp:lastModifiedBy>
  <cp:revision>1</cp:revision>
  <dcterms:created xsi:type="dcterms:W3CDTF">2026-02-20T15:41:08Z</dcterms:created>
  <dcterms:modified xsi:type="dcterms:W3CDTF">2026-02-20T15:41:08Z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{"Label":"Cómo Funciona la IA Generativa: Estructura Interna","ContentProducer":"001191110108MACG2KBH8F10000","ProduceID":"19c7bb1c-3852-85ab-8000-0000ed866f12","ReservedCode1":"","ContentPropagator":"001191110108MACG2KBH8F20000","PropagateID":"19c7bb1c-3852-85ab-8000-0000ed866f12","ReservedCode2":""}</vt:lpwstr>
  </property>
</Properties>
</file>