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cb847d210a66e344b58ddf2f1ec61f18c66d2a5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80" r="18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119188"/>
            <a:ext cx="2219325" cy="390525"/>
          </a:xfrm>
          <a:custGeom>
            <a:avLst/>
            <a:gdLst/>
            <a:ahLst/>
            <a:cxnLst/>
            <a:rect l="l" t="t" r="r" b="b"/>
            <a:pathLst>
              <a:path w="2219325" h="390525">
                <a:moveTo>
                  <a:pt x="76199" y="0"/>
                </a:moveTo>
                <a:lnTo>
                  <a:pt x="2143126" y="0"/>
                </a:lnTo>
                <a:cubicBezTo>
                  <a:pt x="2185209" y="0"/>
                  <a:pt x="2219325" y="34116"/>
                  <a:pt x="2219325" y="76199"/>
                </a:cubicBezTo>
                <a:lnTo>
                  <a:pt x="2219325" y="314326"/>
                </a:lnTo>
                <a:cubicBezTo>
                  <a:pt x="2219325" y="356409"/>
                  <a:pt x="2185209" y="390525"/>
                  <a:pt x="21431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228725"/>
            <a:ext cx="1978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7167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Cambio Clave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la 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7720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Cómo los datos masivos están transformando el desarrollo de la inteligencia artificial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9" name="Text 6"/>
          <p:cNvSpPr/>
          <p:nvPr/>
        </p:nvSpPr>
        <p:spPr>
          <a:xfrm>
            <a:off x="647700" y="62484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Febrero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69132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1" name="Text 8"/>
          <p:cNvSpPr/>
          <p:nvPr/>
        </p:nvSpPr>
        <p:spPr>
          <a:xfrm>
            <a:off x="2107257" y="62484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&amp; AI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52563"/>
            <a:ext cx="5591175" cy="1600200"/>
          </a:xfrm>
          <a:custGeom>
            <a:avLst/>
            <a:gdLst/>
            <a:ahLst/>
            <a:cxnLst/>
            <a:rect l="l" t="t" r="r" b="b"/>
            <a:pathLst>
              <a:path w="5591175" h="1600200">
                <a:moveTo>
                  <a:pt x="114302" y="0"/>
                </a:moveTo>
                <a:lnTo>
                  <a:pt x="5476873" y="0"/>
                </a:lnTo>
                <a:cubicBezTo>
                  <a:pt x="5539958" y="0"/>
                  <a:pt x="5591175" y="51217"/>
                  <a:pt x="5591175" y="114302"/>
                </a:cubicBezTo>
                <a:lnTo>
                  <a:pt x="5591175" y="1485898"/>
                </a:lnTo>
                <a:cubicBezTo>
                  <a:pt x="5591175" y="1548983"/>
                  <a:pt x="5539958" y="1600200"/>
                  <a:pt x="54768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1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7443" y="178117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3025" y="1685925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y su necesidad de aprender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3025" y="2028825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analogía del niño inteligente que necesita millones de ejemplos para desarrollar sus capacidades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5063" y="1452563"/>
            <a:ext cx="5591175" cy="1600200"/>
          </a:xfrm>
          <a:custGeom>
            <a:avLst/>
            <a:gdLst/>
            <a:ahLst/>
            <a:cxnLst/>
            <a:rect l="l" t="t" r="r" b="b"/>
            <a:pathLst>
              <a:path w="5591175" h="1600200">
                <a:moveTo>
                  <a:pt x="114302" y="0"/>
                </a:moveTo>
                <a:lnTo>
                  <a:pt x="5476873" y="0"/>
                </a:lnTo>
                <a:cubicBezTo>
                  <a:pt x="5539958" y="0"/>
                  <a:pt x="5591175" y="51217"/>
                  <a:pt x="5591175" y="114302"/>
                </a:cubicBezTo>
                <a:lnTo>
                  <a:pt x="5591175" y="1485898"/>
                </a:lnTo>
                <a:cubicBezTo>
                  <a:pt x="5591175" y="1548983"/>
                  <a:pt x="5539958" y="1600200"/>
                  <a:pt x="54768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84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40847" y="17811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2325" y="1685925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Relación simbiótica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2325" y="2028825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e IA: una relación bidireccional donde cada uno potencia al otro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287613"/>
            <a:ext cx="5591175" cy="1600200"/>
          </a:xfrm>
          <a:custGeom>
            <a:avLst/>
            <a:gdLst/>
            <a:ahLst/>
            <a:cxnLst/>
            <a:rect l="l" t="t" r="r" b="b"/>
            <a:pathLst>
              <a:path w="5591175" h="1600200">
                <a:moveTo>
                  <a:pt x="114302" y="0"/>
                </a:moveTo>
                <a:lnTo>
                  <a:pt x="5476873" y="0"/>
                </a:lnTo>
                <a:cubicBezTo>
                  <a:pt x="5539958" y="0"/>
                  <a:pt x="5591175" y="51217"/>
                  <a:pt x="5591175" y="114302"/>
                </a:cubicBezTo>
                <a:lnTo>
                  <a:pt x="5591175" y="1485898"/>
                </a:lnTo>
                <a:cubicBezTo>
                  <a:pt x="5591175" y="1548983"/>
                  <a:pt x="5539958" y="1600200"/>
                  <a:pt x="54768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125" y="352097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0357" y="3616226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3025" y="3520976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Big Data?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3025" y="3863876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Definiendo el fenómeno que supera las capacidades de las herramientas tradicionales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3287613"/>
            <a:ext cx="5591175" cy="1600200"/>
          </a:xfrm>
          <a:custGeom>
            <a:avLst/>
            <a:gdLst/>
            <a:ahLst/>
            <a:cxnLst/>
            <a:rect l="l" t="t" r="r" b="b"/>
            <a:pathLst>
              <a:path w="5591175" h="1600200">
                <a:moveTo>
                  <a:pt x="114302" y="0"/>
                </a:moveTo>
                <a:lnTo>
                  <a:pt x="5476873" y="0"/>
                </a:lnTo>
                <a:cubicBezTo>
                  <a:pt x="5539958" y="0"/>
                  <a:pt x="5591175" y="51217"/>
                  <a:pt x="5591175" y="114302"/>
                </a:cubicBezTo>
                <a:lnTo>
                  <a:pt x="5591175" y="1485898"/>
                </a:lnTo>
                <a:cubicBezTo>
                  <a:pt x="5591175" y="1548983"/>
                  <a:pt x="5539958" y="1600200"/>
                  <a:pt x="54768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8425" y="352097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39805" y="3616226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2325" y="3520976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2325" y="3863876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Volumen, Velocidad, Variedad, Veracidad y Valor: el marco conceptual fundamental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5122813"/>
            <a:ext cx="11420475" cy="1352550"/>
          </a:xfrm>
          <a:custGeom>
            <a:avLst/>
            <a:gdLst/>
            <a:ahLst/>
            <a:cxnLst/>
            <a:rect l="l" t="t" r="r" b="b"/>
            <a:pathLst>
              <a:path w="11420475" h="1352550">
                <a:moveTo>
                  <a:pt x="114304" y="0"/>
                </a:moveTo>
                <a:lnTo>
                  <a:pt x="11306171" y="0"/>
                </a:lnTo>
                <a:cubicBezTo>
                  <a:pt x="11369299" y="0"/>
                  <a:pt x="11420475" y="51176"/>
                  <a:pt x="11420475" y="114304"/>
                </a:cubicBezTo>
                <a:lnTo>
                  <a:pt x="11420475" y="1238246"/>
                </a:lnTo>
                <a:cubicBezTo>
                  <a:pt x="11420475" y="1301374"/>
                  <a:pt x="11369299" y="1352550"/>
                  <a:pt x="11306171" y="1352550"/>
                </a:cubicBezTo>
                <a:lnTo>
                  <a:pt x="114304" y="1352550"/>
                </a:lnTo>
                <a:cubicBezTo>
                  <a:pt x="51176" y="1352550"/>
                  <a:pt x="0" y="1301374"/>
                  <a:pt x="0" y="12382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125" y="5356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2291" y="545142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3025" y="5356175"/>
            <a:ext cx="1032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como materia prima esencial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3025" y="5699075"/>
            <a:ext cx="1030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inversión masiva de empresas líderes en tecnología para recolectar, limpiar y procesar datos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619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6286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IA: Un Niño que Necesita Aprender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9488"/>
            <a:ext cx="6096000" cy="1466850"/>
          </a:xfrm>
          <a:custGeom>
            <a:avLst/>
            <a:gdLst/>
            <a:ahLst/>
            <a:cxnLst/>
            <a:rect l="l" t="t" r="r" b="b"/>
            <a:pathLst>
              <a:path w="6096000" h="1466850">
                <a:moveTo>
                  <a:pt x="38100" y="0"/>
                </a:moveTo>
                <a:lnTo>
                  <a:pt x="5981703" y="0"/>
                </a:lnTo>
                <a:cubicBezTo>
                  <a:pt x="6044828" y="0"/>
                  <a:pt x="6096000" y="51172"/>
                  <a:pt x="6096000" y="114297"/>
                </a:cubicBezTo>
                <a:lnTo>
                  <a:pt x="6096000" y="1352553"/>
                </a:lnTo>
                <a:cubicBezTo>
                  <a:pt x="6096000" y="1415678"/>
                  <a:pt x="6044828" y="1466850"/>
                  <a:pt x="5981703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9488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69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8669" y="1703338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35719" y="23812"/>
                </a:moveTo>
                <a:cubicBezTo>
                  <a:pt x="35719" y="10670"/>
                  <a:pt x="46389" y="0"/>
                  <a:pt x="59531" y="0"/>
                </a:cubicBezTo>
                <a:cubicBezTo>
                  <a:pt x="72674" y="0"/>
                  <a:pt x="83344" y="10670"/>
                  <a:pt x="83344" y="23812"/>
                </a:cubicBezTo>
                <a:cubicBezTo>
                  <a:pt x="83344" y="36955"/>
                  <a:pt x="72674" y="47625"/>
                  <a:pt x="59531" y="47625"/>
                </a:cubicBezTo>
                <a:cubicBezTo>
                  <a:pt x="46389" y="47625"/>
                  <a:pt x="35719" y="36955"/>
                  <a:pt x="35719" y="23812"/>
                </a:cubicBezTo>
                <a:close/>
                <a:moveTo>
                  <a:pt x="53578" y="142875"/>
                </a:moveTo>
                <a:lnTo>
                  <a:pt x="53578" y="178594"/>
                </a:lnTo>
                <a:cubicBezTo>
                  <a:pt x="53578" y="185179"/>
                  <a:pt x="48258" y="190500"/>
                  <a:pt x="41672" y="190500"/>
                </a:cubicBezTo>
                <a:cubicBezTo>
                  <a:pt x="35086" y="190500"/>
                  <a:pt x="29766" y="185179"/>
                  <a:pt x="29766" y="178594"/>
                </a:cubicBezTo>
                <a:lnTo>
                  <a:pt x="29766" y="107082"/>
                </a:lnTo>
                <a:lnTo>
                  <a:pt x="21989" y="119435"/>
                </a:lnTo>
                <a:cubicBezTo>
                  <a:pt x="18492" y="125016"/>
                  <a:pt x="11125" y="126653"/>
                  <a:pt x="5581" y="123155"/>
                </a:cubicBezTo>
                <a:cubicBezTo>
                  <a:pt x="37" y="119658"/>
                  <a:pt x="-1674" y="112328"/>
                  <a:pt x="1823" y="106784"/>
                </a:cubicBezTo>
                <a:lnTo>
                  <a:pt x="16669" y="83232"/>
                </a:lnTo>
                <a:cubicBezTo>
                  <a:pt x="25933" y="68461"/>
                  <a:pt x="42118" y="59531"/>
                  <a:pt x="59531" y="59531"/>
                </a:cubicBezTo>
                <a:cubicBezTo>
                  <a:pt x="76944" y="59531"/>
                  <a:pt x="93129" y="68461"/>
                  <a:pt x="102394" y="83195"/>
                </a:cubicBezTo>
                <a:lnTo>
                  <a:pt x="117239" y="106784"/>
                </a:lnTo>
                <a:cubicBezTo>
                  <a:pt x="120737" y="112365"/>
                  <a:pt x="119063" y="119695"/>
                  <a:pt x="113519" y="123192"/>
                </a:cubicBezTo>
                <a:cubicBezTo>
                  <a:pt x="107975" y="126690"/>
                  <a:pt x="100608" y="125016"/>
                  <a:pt x="97110" y="119472"/>
                </a:cubicBezTo>
                <a:lnTo>
                  <a:pt x="89297" y="107082"/>
                </a:lnTo>
                <a:lnTo>
                  <a:pt x="89297" y="178594"/>
                </a:lnTo>
                <a:cubicBezTo>
                  <a:pt x="89297" y="185179"/>
                  <a:pt x="83976" y="190500"/>
                  <a:pt x="77391" y="190500"/>
                </a:cubicBezTo>
                <a:cubicBezTo>
                  <a:pt x="70805" y="190500"/>
                  <a:pt x="65484" y="185179"/>
                  <a:pt x="65484" y="178594"/>
                </a:cubicBezTo>
                <a:lnTo>
                  <a:pt x="65484" y="142875"/>
                </a:lnTo>
                <a:lnTo>
                  <a:pt x="53578" y="14287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569988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analogía perfecta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912888"/>
            <a:ext cx="5162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Imagina que la IA es como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niño muy listo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quiere aprender a hablar, conducir o diagnosticar enfermedades. ¿Qué necesita para volverse realmente bueno?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¡Muchísima práctica y muchísimos ejemplos!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109913"/>
            <a:ext cx="6096000" cy="1714500"/>
          </a:xfrm>
          <a:custGeom>
            <a:avLst/>
            <a:gdLst/>
            <a:ahLst/>
            <a:cxnLst/>
            <a:rect l="l" t="t" r="r" b="b"/>
            <a:pathLst>
              <a:path w="6096000" h="1714500">
                <a:moveTo>
                  <a:pt x="38100" y="0"/>
                </a:moveTo>
                <a:lnTo>
                  <a:pt x="5981694" y="0"/>
                </a:lnTo>
                <a:cubicBezTo>
                  <a:pt x="6044824" y="0"/>
                  <a:pt x="6096000" y="51176"/>
                  <a:pt x="6096000" y="114306"/>
                </a:cubicBezTo>
                <a:lnTo>
                  <a:pt x="6096000" y="1600194"/>
                </a:lnTo>
                <a:cubicBezTo>
                  <a:pt x="6096000" y="1663324"/>
                  <a:pt x="6044824" y="1714500"/>
                  <a:pt x="598169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3109913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3004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950" y="34337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3300413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gran avance (2012-2026)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643313"/>
            <a:ext cx="5162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los últimos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10-15 años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la IA ha avanzado a una velocidad impresionante precisamente porque hemos creado y compartido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cantidades gigantescas de datos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Es como si de repente el niño tuviera acceso a millones de libros, videos y conversaciones.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5092601"/>
            <a:ext cx="6105525" cy="1343025"/>
          </a:xfrm>
          <a:custGeom>
            <a:avLst/>
            <a:gdLst/>
            <a:ahLst/>
            <a:cxnLst/>
            <a:rect l="l" t="t" r="r" b="b"/>
            <a:pathLst>
              <a:path w="6105525" h="1343025">
                <a:moveTo>
                  <a:pt x="114305" y="0"/>
                </a:moveTo>
                <a:lnTo>
                  <a:pt x="5991220" y="0"/>
                </a:lnTo>
                <a:cubicBezTo>
                  <a:pt x="6054307" y="0"/>
                  <a:pt x="6105525" y="51218"/>
                  <a:pt x="6105525" y="114305"/>
                </a:cubicBezTo>
                <a:lnTo>
                  <a:pt x="6105525" y="1228720"/>
                </a:lnTo>
                <a:cubicBezTo>
                  <a:pt x="6105525" y="1291807"/>
                  <a:pt x="6054307" y="1343025"/>
                  <a:pt x="5991220" y="1343025"/>
                </a:cubicBezTo>
                <a:lnTo>
                  <a:pt x="114305" y="1343025"/>
                </a:lnTo>
                <a:cubicBezTo>
                  <a:pt x="51218" y="1343025"/>
                  <a:pt x="0" y="1291807"/>
                  <a:pt x="0" y="122872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838" y="53354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" y="5287863"/>
            <a:ext cx="558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de IA actuales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57450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733425" y="5668863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(OpenAI)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97610" y="57450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0010" y="5668863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(Google)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1025" y="60879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Text 22"/>
          <p:cNvSpPr/>
          <p:nvPr/>
        </p:nvSpPr>
        <p:spPr>
          <a:xfrm>
            <a:off x="733425" y="601176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(Anthropic)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97610" y="60879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0010" y="6011763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(Meta)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09482" y="385763"/>
            <a:ext cx="5000625" cy="6086475"/>
          </a:xfrm>
          <a:custGeom>
            <a:avLst/>
            <a:gdLst/>
            <a:ahLst/>
            <a:cxnLst/>
            <a:rect l="l" t="t" r="r" b="b"/>
            <a:pathLst>
              <a:path w="5000625" h="6086475">
                <a:moveTo>
                  <a:pt x="152419" y="0"/>
                </a:moveTo>
                <a:lnTo>
                  <a:pt x="4848206" y="0"/>
                </a:lnTo>
                <a:cubicBezTo>
                  <a:pt x="4932385" y="0"/>
                  <a:pt x="5000625" y="68240"/>
                  <a:pt x="5000625" y="152419"/>
                </a:cubicBezTo>
                <a:lnTo>
                  <a:pt x="5000625" y="5934056"/>
                </a:lnTo>
                <a:cubicBezTo>
                  <a:pt x="5000625" y="6018235"/>
                  <a:pt x="4932385" y="6086475"/>
                  <a:pt x="4848206" y="6086475"/>
                </a:cubicBezTo>
                <a:lnTo>
                  <a:pt x="152419" y="6086475"/>
                </a:lnTo>
                <a:cubicBezTo>
                  <a:pt x="68240" y="6086475"/>
                  <a:pt x="0" y="6018235"/>
                  <a:pt x="0" y="5934056"/>
                </a:cubicBezTo>
                <a:lnTo>
                  <a:pt x="0" y="152419"/>
                </a:lnTo>
                <a:cubicBezTo>
                  <a:pt x="0" y="68297"/>
                  <a:pt x="68297" y="0"/>
                  <a:pt x="152419" y="0"/>
                </a:cubicBez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50660" y="1112044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107835" y="1340644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7047607" y="2255044"/>
            <a:ext cx="452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Revolución de los Datos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76182" y="2750344"/>
            <a:ext cx="446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acceso masivo a datos ha transformado la IA de concepto teórico a herramienta práctica y poderosa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19045" y="3612356"/>
            <a:ext cx="4381500" cy="609600"/>
          </a:xfrm>
          <a:custGeom>
            <a:avLst/>
            <a:gdLst/>
            <a:ahLst/>
            <a:cxnLst/>
            <a:rect l="l" t="t" r="r" b="b"/>
            <a:pathLst>
              <a:path w="4381500" h="6096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533400"/>
                </a:lnTo>
                <a:cubicBezTo>
                  <a:pt x="4381500" y="575456"/>
                  <a:pt x="4347356" y="609600"/>
                  <a:pt x="43053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271445" y="3802856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disponibles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16332" y="3764756"/>
            <a:ext cx="103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Exabytes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19045" y="4374356"/>
            <a:ext cx="4381500" cy="609600"/>
          </a:xfrm>
          <a:custGeom>
            <a:avLst/>
            <a:gdLst/>
            <a:ahLst/>
            <a:cxnLst/>
            <a:rect l="l" t="t" r="r" b="b"/>
            <a:pathLst>
              <a:path w="4381500" h="6096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533400"/>
                </a:lnTo>
                <a:cubicBezTo>
                  <a:pt x="4381500" y="575456"/>
                  <a:pt x="4347356" y="609600"/>
                  <a:pt x="43053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271445" y="45648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Período de crecimiento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65420" y="4526756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10-15 años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19045" y="5136356"/>
            <a:ext cx="4381500" cy="609600"/>
          </a:xfrm>
          <a:custGeom>
            <a:avLst/>
            <a:gdLst/>
            <a:ahLst/>
            <a:cxnLst/>
            <a:rect l="l" t="t" r="r" b="b"/>
            <a:pathLst>
              <a:path w="4381500" h="609600">
                <a:moveTo>
                  <a:pt x="76200" y="0"/>
                </a:moveTo>
                <a:lnTo>
                  <a:pt x="4305300" y="0"/>
                </a:lnTo>
                <a:cubicBezTo>
                  <a:pt x="4347356" y="0"/>
                  <a:pt x="4381500" y="34144"/>
                  <a:pt x="4381500" y="76200"/>
                </a:cubicBezTo>
                <a:lnTo>
                  <a:pt x="4381500" y="533400"/>
                </a:lnTo>
                <a:cubicBezTo>
                  <a:pt x="4381500" y="575456"/>
                  <a:pt x="4347356" y="609600"/>
                  <a:pt x="43053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271445" y="5326856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en modelos IA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17336" y="5288756"/>
            <a:ext cx="1343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Exponencial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RELACIÓN BIDIRECCIONAL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Relación Simbiótica: Big Data e 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 ayuda a la otra y viceversa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591175" cy="3971925"/>
          </a:xfrm>
          <a:custGeom>
            <a:avLst/>
            <a:gdLst/>
            <a:ahLst/>
            <a:cxnLst/>
            <a:rect l="l" t="t" r="r" b="b"/>
            <a:pathLst>
              <a:path w="5591175" h="3971925">
                <a:moveTo>
                  <a:pt x="114312" y="0"/>
                </a:moveTo>
                <a:lnTo>
                  <a:pt x="5476863" y="0"/>
                </a:lnTo>
                <a:cubicBezTo>
                  <a:pt x="5539996" y="0"/>
                  <a:pt x="5591175" y="51179"/>
                  <a:pt x="5591175" y="114312"/>
                </a:cubicBezTo>
                <a:lnTo>
                  <a:pt x="5591175" y="3857613"/>
                </a:lnTo>
                <a:cubicBezTo>
                  <a:pt x="5591175" y="3920746"/>
                  <a:pt x="5539996" y="3971925"/>
                  <a:pt x="5476863" y="3971925"/>
                </a:cubicBezTo>
                <a:lnTo>
                  <a:pt x="114312" y="3971925"/>
                </a:lnTo>
                <a:cubicBezTo>
                  <a:pt x="51179" y="3971925"/>
                  <a:pt x="0" y="3920746"/>
                  <a:pt x="0" y="385761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76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1525" y="2028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1990725"/>
            <a:ext cx="2124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necesita datos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562225"/>
            <a:ext cx="5200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necesita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enormes cantidades de datos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"entrenarse" y aprender patrones complejos.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" y="37814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2475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225" y="3895725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Reconocer gatos en fotos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43529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2475" y="4505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225" y="4467225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Traducir idiomas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125" y="49244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2475" y="507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225" y="5038725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Generar texto coherente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1643063"/>
            <a:ext cx="5591175" cy="3971925"/>
          </a:xfrm>
          <a:custGeom>
            <a:avLst/>
            <a:gdLst/>
            <a:ahLst/>
            <a:cxnLst/>
            <a:rect l="l" t="t" r="r" b="b"/>
            <a:pathLst>
              <a:path w="5591175" h="3971925">
                <a:moveTo>
                  <a:pt x="114312" y="0"/>
                </a:moveTo>
                <a:lnTo>
                  <a:pt x="5476863" y="0"/>
                </a:lnTo>
                <a:cubicBezTo>
                  <a:pt x="5539996" y="0"/>
                  <a:pt x="5591175" y="51179"/>
                  <a:pt x="5591175" y="114312"/>
                </a:cubicBezTo>
                <a:lnTo>
                  <a:pt x="5591175" y="3857613"/>
                </a:lnTo>
                <a:cubicBezTo>
                  <a:pt x="5591175" y="3920746"/>
                  <a:pt x="5539996" y="3971925"/>
                  <a:pt x="5476863" y="3971925"/>
                </a:cubicBezTo>
                <a:lnTo>
                  <a:pt x="114312" y="3971925"/>
                </a:lnTo>
                <a:cubicBezTo>
                  <a:pt x="51179" y="3971925"/>
                  <a:pt x="0" y="3920746"/>
                  <a:pt x="0" y="385761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 w="12700">
            <a:solidFill>
              <a:srgbClr val="C8A464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8425" y="1876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15113" y="20288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2" name="Text 20"/>
          <p:cNvSpPr/>
          <p:nvPr/>
        </p:nvSpPr>
        <p:spPr>
          <a:xfrm>
            <a:off x="7096125" y="1990725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proporciona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8425" y="2562225"/>
            <a:ext cx="5200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Big Data proporciona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"comida"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(los datos) y las herramientas para guardarlos, moverlos rápido y analizarlos.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8425" y="37814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91300" y="3933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6" name="Text 24"/>
          <p:cNvSpPr/>
          <p:nvPr/>
        </p:nvSpPr>
        <p:spPr>
          <a:xfrm>
            <a:off x="6867525" y="38957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Almacenamiento masivo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8425" y="43529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91300" y="4505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9" name="Text 27"/>
          <p:cNvSpPr/>
          <p:nvPr/>
        </p:nvSpPr>
        <p:spPr>
          <a:xfrm>
            <a:off x="6867525" y="4467225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en tiempo real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8425" y="49244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1775" y="507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32" name="Text 30"/>
          <p:cNvSpPr/>
          <p:nvPr/>
        </p:nvSpPr>
        <p:spPr>
          <a:xfrm>
            <a:off x="6867525" y="50387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avanzado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763" y="5815013"/>
            <a:ext cx="11420475" cy="657225"/>
          </a:xfrm>
          <a:custGeom>
            <a:avLst/>
            <a:gdLst/>
            <a:ahLst/>
            <a:cxnLst/>
            <a:rect l="l" t="t" r="r" b="b"/>
            <a:pathLst>
              <a:path w="11420475" h="6572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542927"/>
                </a:lnTo>
                <a:cubicBezTo>
                  <a:pt x="11420475" y="606010"/>
                  <a:pt x="11369260" y="657225"/>
                  <a:pt x="11306177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5234" y="6029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35" name="Text 33"/>
          <p:cNvSpPr/>
          <p:nvPr/>
        </p:nvSpPr>
        <p:spPr>
          <a:xfrm>
            <a:off x="2754809" y="6010275"/>
            <a:ext cx="721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Big Data, los modelos de IA actuales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simplemente no existirían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la calidad que tienen hoy.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57340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Big Data y Por Qué Importa?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43025"/>
            <a:ext cx="5543550" cy="1714500"/>
          </a:xfrm>
          <a:custGeom>
            <a:avLst/>
            <a:gdLst/>
            <a:ahLst/>
            <a:cxnLst/>
            <a:rect l="l" t="t" r="r" b="b"/>
            <a:pathLst>
              <a:path w="5543550" h="1714500">
                <a:moveTo>
                  <a:pt x="38100" y="0"/>
                </a:moveTo>
                <a:lnTo>
                  <a:pt x="5429244" y="0"/>
                </a:lnTo>
                <a:cubicBezTo>
                  <a:pt x="5492374" y="0"/>
                  <a:pt x="5543550" y="51176"/>
                  <a:pt x="5543550" y="114306"/>
                </a:cubicBezTo>
                <a:lnTo>
                  <a:pt x="5543550" y="1600194"/>
                </a:lnTo>
                <a:cubicBezTo>
                  <a:pt x="5543550" y="1663324"/>
                  <a:pt x="5492374" y="1714500"/>
                  <a:pt x="542924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43025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Text 4"/>
          <p:cNvSpPr/>
          <p:nvPr/>
        </p:nvSpPr>
        <p:spPr>
          <a:xfrm>
            <a:off x="647700" y="1571625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es solo "muchos datos"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" y="1990725"/>
            <a:ext cx="51530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es un nombre que se usa cuando los datos son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 grandes, llegan tan rápido y son tan variados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las herramientas tradicionales ya no pueden manejarlos bien.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245644"/>
            <a:ext cx="5562600" cy="1333500"/>
          </a:xfrm>
          <a:custGeom>
            <a:avLst/>
            <a:gdLst/>
            <a:ahLst/>
            <a:cxnLst/>
            <a:rect l="l" t="t" r="r" b="b"/>
            <a:pathLst>
              <a:path w="5562600" h="1333500">
                <a:moveTo>
                  <a:pt x="114294" y="0"/>
                </a:moveTo>
                <a:lnTo>
                  <a:pt x="5448306" y="0"/>
                </a:lnTo>
                <a:cubicBezTo>
                  <a:pt x="5511386" y="0"/>
                  <a:pt x="5562600" y="51214"/>
                  <a:pt x="5562600" y="114294"/>
                </a:cubicBezTo>
                <a:lnTo>
                  <a:pt x="5562600" y="1219206"/>
                </a:lnTo>
                <a:cubicBezTo>
                  <a:pt x="5562600" y="1282286"/>
                  <a:pt x="5511386" y="1333500"/>
                  <a:pt x="54483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3413" y="35123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847725" y="3474244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tradicionales insuficientes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893344"/>
            <a:ext cx="2476500" cy="457200"/>
          </a:xfrm>
          <a:custGeom>
            <a:avLst/>
            <a:gdLst/>
            <a:ahLst/>
            <a:cxnLst/>
            <a:rect l="l" t="t" r="r" b="b"/>
            <a:pathLst>
              <a:path w="2476500" h="457200">
                <a:moveTo>
                  <a:pt x="76202" y="0"/>
                </a:moveTo>
                <a:lnTo>
                  <a:pt x="2400298" y="0"/>
                </a:lnTo>
                <a:cubicBezTo>
                  <a:pt x="2442383" y="0"/>
                  <a:pt x="2476500" y="34117"/>
                  <a:pt x="2476500" y="76202"/>
                </a:cubicBezTo>
                <a:lnTo>
                  <a:pt x="2476500" y="380998"/>
                </a:lnTo>
                <a:cubicBezTo>
                  <a:pt x="2476500" y="423083"/>
                  <a:pt x="2442383" y="457200"/>
                  <a:pt x="24002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1525" y="402669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61020" y="99231"/>
                </a:moveTo>
                <a:cubicBezTo>
                  <a:pt x="58266" y="95138"/>
                  <a:pt x="52722" y="94022"/>
                  <a:pt x="48630" y="96738"/>
                </a:cubicBezTo>
                <a:cubicBezTo>
                  <a:pt x="44537" y="99454"/>
                  <a:pt x="43421" y="105035"/>
                  <a:pt x="46137" y="109128"/>
                </a:cubicBezTo>
                <a:lnTo>
                  <a:pt x="60722" y="130969"/>
                </a:lnTo>
                <a:lnTo>
                  <a:pt x="46137" y="152809"/>
                </a:lnTo>
                <a:cubicBezTo>
                  <a:pt x="43383" y="156902"/>
                  <a:pt x="44500" y="162446"/>
                  <a:pt x="48630" y="165199"/>
                </a:cubicBezTo>
                <a:cubicBezTo>
                  <a:pt x="52760" y="167953"/>
                  <a:pt x="58266" y="166836"/>
                  <a:pt x="61020" y="162706"/>
                </a:cubicBezTo>
                <a:lnTo>
                  <a:pt x="71438" y="147079"/>
                </a:lnTo>
                <a:lnTo>
                  <a:pt x="81855" y="162706"/>
                </a:lnTo>
                <a:cubicBezTo>
                  <a:pt x="84609" y="166799"/>
                  <a:pt x="90153" y="167915"/>
                  <a:pt x="94245" y="165199"/>
                </a:cubicBezTo>
                <a:cubicBezTo>
                  <a:pt x="98338" y="162483"/>
                  <a:pt x="99454" y="156902"/>
                  <a:pt x="96738" y="152809"/>
                </a:cubicBezTo>
                <a:lnTo>
                  <a:pt x="82153" y="130969"/>
                </a:lnTo>
                <a:lnTo>
                  <a:pt x="96738" y="109128"/>
                </a:lnTo>
                <a:cubicBezTo>
                  <a:pt x="99492" y="105035"/>
                  <a:pt x="98375" y="99492"/>
                  <a:pt x="94245" y="96738"/>
                </a:cubicBezTo>
                <a:cubicBezTo>
                  <a:pt x="90115" y="93985"/>
                  <a:pt x="84609" y="95101"/>
                  <a:pt x="81855" y="99231"/>
                </a:cubicBezTo>
                <a:lnTo>
                  <a:pt x="71438" y="114858"/>
                </a:lnTo>
                <a:lnTo>
                  <a:pt x="61020" y="992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325" y="4007644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38500" y="3893344"/>
            <a:ext cx="2476500" cy="457200"/>
          </a:xfrm>
          <a:custGeom>
            <a:avLst/>
            <a:gdLst/>
            <a:ahLst/>
            <a:cxnLst/>
            <a:rect l="l" t="t" r="r" b="b"/>
            <a:pathLst>
              <a:path w="2476500" h="457200">
                <a:moveTo>
                  <a:pt x="76202" y="0"/>
                </a:moveTo>
                <a:lnTo>
                  <a:pt x="2400298" y="0"/>
                </a:lnTo>
                <a:cubicBezTo>
                  <a:pt x="2442383" y="0"/>
                  <a:pt x="2476500" y="34117"/>
                  <a:pt x="2476500" y="76202"/>
                </a:cubicBezTo>
                <a:lnTo>
                  <a:pt x="2476500" y="380998"/>
                </a:lnTo>
                <a:cubicBezTo>
                  <a:pt x="2476500" y="423083"/>
                  <a:pt x="2442383" y="457200"/>
                  <a:pt x="24002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88519" y="402669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3705225" y="4007644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Bases de datos pequeñas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774406"/>
            <a:ext cx="5553075" cy="1343025"/>
          </a:xfrm>
          <a:custGeom>
            <a:avLst/>
            <a:gdLst/>
            <a:ahLst/>
            <a:cxnLst/>
            <a:rect l="l" t="t" r="r" b="b"/>
            <a:pathLst>
              <a:path w="5553075" h="1343025">
                <a:moveTo>
                  <a:pt x="114305" y="0"/>
                </a:moveTo>
                <a:lnTo>
                  <a:pt x="5438770" y="0"/>
                </a:lnTo>
                <a:cubicBezTo>
                  <a:pt x="5501857" y="0"/>
                  <a:pt x="5553075" y="51218"/>
                  <a:pt x="5553075" y="114305"/>
                </a:cubicBezTo>
                <a:lnTo>
                  <a:pt x="5553075" y="1228720"/>
                </a:lnTo>
                <a:cubicBezTo>
                  <a:pt x="5553075" y="1291807"/>
                  <a:pt x="5501857" y="1343025"/>
                  <a:pt x="5438770" y="1343025"/>
                </a:cubicBezTo>
                <a:lnTo>
                  <a:pt x="114305" y="1343025"/>
                </a:lnTo>
                <a:cubicBezTo>
                  <a:pt x="51218" y="1343025"/>
                  <a:pt x="0" y="1291807"/>
                  <a:pt x="0" y="122872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 w="12700">
            <a:solidFill>
              <a:srgbClr val="C8A464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750" y="504586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9" name="Text 17"/>
          <p:cNvSpPr/>
          <p:nvPr/>
        </p:nvSpPr>
        <p:spPr>
          <a:xfrm>
            <a:off x="857250" y="5007769"/>
            <a:ext cx="494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 fenómeno que requiere nuevos enfoques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125" y="5388769"/>
            <a:ext cx="5162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requiere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nuevas tecnologías, arquitecturas y metodologías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su almacenamiento, procesamiento y análisis efectivo.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3163" y="500063"/>
            <a:ext cx="5553075" cy="4772025"/>
          </a:xfrm>
          <a:custGeom>
            <a:avLst/>
            <a:gdLst/>
            <a:ahLst/>
            <a:cxnLst/>
            <a:rect l="l" t="t" r="r" b="b"/>
            <a:pathLst>
              <a:path w="5553075" h="4772025">
                <a:moveTo>
                  <a:pt x="152418" y="0"/>
                </a:moveTo>
                <a:lnTo>
                  <a:pt x="5400657" y="0"/>
                </a:lnTo>
                <a:cubicBezTo>
                  <a:pt x="5484835" y="0"/>
                  <a:pt x="5553075" y="68240"/>
                  <a:pt x="5553075" y="152418"/>
                </a:cubicBezTo>
                <a:lnTo>
                  <a:pt x="5553075" y="4619607"/>
                </a:lnTo>
                <a:cubicBezTo>
                  <a:pt x="5553075" y="4703785"/>
                  <a:pt x="5484835" y="4772025"/>
                  <a:pt x="5400657" y="4772025"/>
                </a:cubicBezTo>
                <a:lnTo>
                  <a:pt x="152418" y="4772025"/>
                </a:lnTo>
                <a:cubicBezTo>
                  <a:pt x="68240" y="4772025"/>
                  <a:pt x="0" y="4703785"/>
                  <a:pt x="0" y="4619607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48700" y="8096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858250" y="10191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5711" y="3483"/>
                </a:moveTo>
                <a:cubicBezTo>
                  <a:pt x="165690" y="-1139"/>
                  <a:pt x="177210" y="-1139"/>
                  <a:pt x="187189" y="3483"/>
                </a:cubicBezTo>
                <a:lnTo>
                  <a:pt x="333591" y="71125"/>
                </a:lnTo>
                <a:cubicBezTo>
                  <a:pt x="339283" y="73737"/>
                  <a:pt x="342900" y="79430"/>
                  <a:pt x="342900" y="85725"/>
                </a:cubicBezTo>
                <a:cubicBezTo>
                  <a:pt x="342900" y="92020"/>
                  <a:pt x="339283" y="97713"/>
                  <a:pt x="333591" y="100325"/>
                </a:cubicBezTo>
                <a:lnTo>
                  <a:pt x="187189" y="167967"/>
                </a:lnTo>
                <a:cubicBezTo>
                  <a:pt x="177210" y="172589"/>
                  <a:pt x="165690" y="172589"/>
                  <a:pt x="155711" y="167967"/>
                </a:cubicBezTo>
                <a:lnTo>
                  <a:pt x="9309" y="100325"/>
                </a:lnTo>
                <a:cubicBezTo>
                  <a:pt x="3617" y="97646"/>
                  <a:pt x="0" y="91953"/>
                  <a:pt x="0" y="85725"/>
                </a:cubicBezTo>
                <a:cubicBezTo>
                  <a:pt x="0" y="79497"/>
                  <a:pt x="3617" y="73737"/>
                  <a:pt x="9309" y="71125"/>
                </a:cubicBezTo>
                <a:lnTo>
                  <a:pt x="155711" y="3483"/>
                </a:lnTo>
                <a:close/>
                <a:moveTo>
                  <a:pt x="32214" y="146268"/>
                </a:moveTo>
                <a:lnTo>
                  <a:pt x="142250" y="197101"/>
                </a:lnTo>
                <a:cubicBezTo>
                  <a:pt x="160801" y="205673"/>
                  <a:pt x="182166" y="205673"/>
                  <a:pt x="200717" y="197101"/>
                </a:cubicBezTo>
                <a:lnTo>
                  <a:pt x="310753" y="146268"/>
                </a:lnTo>
                <a:lnTo>
                  <a:pt x="333591" y="156850"/>
                </a:lnTo>
                <a:cubicBezTo>
                  <a:pt x="339283" y="159462"/>
                  <a:pt x="342900" y="165155"/>
                  <a:pt x="342900" y="171450"/>
                </a:cubicBezTo>
                <a:cubicBezTo>
                  <a:pt x="342900" y="177745"/>
                  <a:pt x="339283" y="183438"/>
                  <a:pt x="333591" y="186050"/>
                </a:cubicBezTo>
                <a:lnTo>
                  <a:pt x="187189" y="253692"/>
                </a:lnTo>
                <a:cubicBezTo>
                  <a:pt x="177210" y="258314"/>
                  <a:pt x="165690" y="258314"/>
                  <a:pt x="155711" y="253692"/>
                </a:cubicBezTo>
                <a:lnTo>
                  <a:pt x="9309" y="186050"/>
                </a:lnTo>
                <a:cubicBezTo>
                  <a:pt x="3617" y="183371"/>
                  <a:pt x="0" y="177678"/>
                  <a:pt x="0" y="171450"/>
                </a:cubicBezTo>
                <a:cubicBezTo>
                  <a:pt x="0" y="165222"/>
                  <a:pt x="3617" y="159462"/>
                  <a:pt x="9309" y="156850"/>
                </a:cubicBezTo>
                <a:lnTo>
                  <a:pt x="32147" y="146268"/>
                </a:lnTo>
                <a:close/>
                <a:moveTo>
                  <a:pt x="9309" y="242575"/>
                </a:moveTo>
                <a:lnTo>
                  <a:pt x="32147" y="231993"/>
                </a:lnTo>
                <a:lnTo>
                  <a:pt x="142183" y="282826"/>
                </a:lnTo>
                <a:cubicBezTo>
                  <a:pt x="160734" y="291398"/>
                  <a:pt x="182099" y="291398"/>
                  <a:pt x="200650" y="282826"/>
                </a:cubicBezTo>
                <a:lnTo>
                  <a:pt x="310686" y="231993"/>
                </a:lnTo>
                <a:lnTo>
                  <a:pt x="333524" y="242575"/>
                </a:lnTo>
                <a:cubicBezTo>
                  <a:pt x="339217" y="245187"/>
                  <a:pt x="342833" y="250880"/>
                  <a:pt x="342833" y="257175"/>
                </a:cubicBezTo>
                <a:cubicBezTo>
                  <a:pt x="342833" y="263470"/>
                  <a:pt x="339217" y="269163"/>
                  <a:pt x="333524" y="271775"/>
                </a:cubicBezTo>
                <a:lnTo>
                  <a:pt x="187122" y="339417"/>
                </a:lnTo>
                <a:cubicBezTo>
                  <a:pt x="177143" y="344039"/>
                  <a:pt x="165623" y="344039"/>
                  <a:pt x="155644" y="339417"/>
                </a:cubicBezTo>
                <a:lnTo>
                  <a:pt x="9309" y="271775"/>
                </a:lnTo>
                <a:cubicBezTo>
                  <a:pt x="3617" y="269096"/>
                  <a:pt x="0" y="263403"/>
                  <a:pt x="0" y="257175"/>
                </a:cubicBezTo>
                <a:cubicBezTo>
                  <a:pt x="0" y="250947"/>
                  <a:pt x="3617" y="245187"/>
                  <a:pt x="9309" y="24257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Text 22"/>
          <p:cNvSpPr/>
          <p:nvPr/>
        </p:nvSpPr>
        <p:spPr>
          <a:xfrm>
            <a:off x="6505575" y="1724025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 3 Dimensiones Clave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62725" y="2257425"/>
            <a:ext cx="4933950" cy="800100"/>
          </a:xfrm>
          <a:custGeom>
            <a:avLst/>
            <a:gdLst/>
            <a:ahLst/>
            <a:cxnLst/>
            <a:rect l="l" t="t" r="r" b="b"/>
            <a:pathLst>
              <a:path w="4933950" h="800100">
                <a:moveTo>
                  <a:pt x="114302" y="0"/>
                </a:moveTo>
                <a:lnTo>
                  <a:pt x="4819648" y="0"/>
                </a:lnTo>
                <a:cubicBezTo>
                  <a:pt x="4882733" y="0"/>
                  <a:pt x="4933950" y="51217"/>
                  <a:pt x="4933950" y="114302"/>
                </a:cubicBezTo>
                <a:lnTo>
                  <a:pt x="4933950" y="685798"/>
                </a:lnTo>
                <a:cubicBezTo>
                  <a:pt x="4933950" y="748883"/>
                  <a:pt x="4882733" y="800100"/>
                  <a:pt x="48196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715125" y="2428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860381" y="25622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7324725" y="2409825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Tamaño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24725" y="267652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 masivo de información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62725" y="3209925"/>
            <a:ext cx="4933950" cy="800100"/>
          </a:xfrm>
          <a:custGeom>
            <a:avLst/>
            <a:gdLst/>
            <a:ahLst/>
            <a:cxnLst/>
            <a:rect l="l" t="t" r="r" b="b"/>
            <a:pathLst>
              <a:path w="4933950" h="800100">
                <a:moveTo>
                  <a:pt x="114302" y="0"/>
                </a:moveTo>
                <a:lnTo>
                  <a:pt x="4819648" y="0"/>
                </a:lnTo>
                <a:cubicBezTo>
                  <a:pt x="4882733" y="0"/>
                  <a:pt x="4933950" y="51217"/>
                  <a:pt x="4933950" y="114302"/>
                </a:cubicBezTo>
                <a:lnTo>
                  <a:pt x="4933950" y="685798"/>
                </a:lnTo>
                <a:cubicBezTo>
                  <a:pt x="4933950" y="748883"/>
                  <a:pt x="4882733" y="800100"/>
                  <a:pt x="48196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15125" y="3381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48475" y="3514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33" name="Text 31"/>
          <p:cNvSpPr/>
          <p:nvPr/>
        </p:nvSpPr>
        <p:spPr>
          <a:xfrm>
            <a:off x="7324725" y="3362325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24725" y="362902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Generación y procesamiento rápido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62725" y="4162425"/>
            <a:ext cx="4933950" cy="800100"/>
          </a:xfrm>
          <a:custGeom>
            <a:avLst/>
            <a:gdLst/>
            <a:ahLst/>
            <a:cxnLst/>
            <a:rect l="l" t="t" r="r" b="b"/>
            <a:pathLst>
              <a:path w="4933950" h="800100">
                <a:moveTo>
                  <a:pt x="114302" y="0"/>
                </a:moveTo>
                <a:lnTo>
                  <a:pt x="4819648" y="0"/>
                </a:lnTo>
                <a:cubicBezTo>
                  <a:pt x="4882733" y="0"/>
                  <a:pt x="4933950" y="51217"/>
                  <a:pt x="4933950" y="114302"/>
                </a:cubicBezTo>
                <a:lnTo>
                  <a:pt x="4933950" y="685798"/>
                </a:lnTo>
                <a:cubicBezTo>
                  <a:pt x="4933950" y="748883"/>
                  <a:pt x="4882733" y="800100"/>
                  <a:pt x="48196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715125" y="4333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48475" y="4467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8" name="Text 36"/>
          <p:cNvSpPr/>
          <p:nvPr/>
        </p:nvSpPr>
        <p:spPr>
          <a:xfrm>
            <a:off x="7324725" y="4314825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Variedad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24725" y="4581525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Diferentes tipos y formatos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53163" y="5472113"/>
            <a:ext cx="5553075" cy="885825"/>
          </a:xfrm>
          <a:custGeom>
            <a:avLst/>
            <a:gdLst/>
            <a:ahLst/>
            <a:cxnLst/>
            <a:rect l="l" t="t" r="r" b="b"/>
            <a:pathLst>
              <a:path w="5553075" h="885825">
                <a:moveTo>
                  <a:pt x="114298" y="0"/>
                </a:moveTo>
                <a:lnTo>
                  <a:pt x="5438777" y="0"/>
                </a:lnTo>
                <a:cubicBezTo>
                  <a:pt x="5501860" y="0"/>
                  <a:pt x="5553075" y="51215"/>
                  <a:pt x="5553075" y="114298"/>
                </a:cubicBezTo>
                <a:lnTo>
                  <a:pt x="5553075" y="771527"/>
                </a:lnTo>
                <a:cubicBezTo>
                  <a:pt x="5553075" y="834610"/>
                  <a:pt x="5501860" y="885825"/>
                  <a:pt x="54387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3663" y="5800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2" name="Text 40"/>
          <p:cNvSpPr/>
          <p:nvPr/>
        </p:nvSpPr>
        <p:spPr>
          <a:xfrm>
            <a:off x="6777782" y="5667375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expertos usan las famosas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explicar qué hace que un conjunto de datos sea "Big Data".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2.ftcdn.net/4fe38cb1c66e6a779ffb20df0c058c34538f3fe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44" b="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29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MARCO CONCEPTUAL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667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3375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cinco características que definen el Big Data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757363"/>
            <a:ext cx="2152650" cy="3952875"/>
          </a:xfrm>
          <a:custGeom>
            <a:avLst/>
            <a:gdLst/>
            <a:ahLst/>
            <a:cxnLst/>
            <a:rect l="l" t="t" r="r" b="b"/>
            <a:pathLst>
              <a:path w="2152650" h="395287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3838569"/>
                </a:lnTo>
                <a:cubicBezTo>
                  <a:pt x="2152650" y="3901699"/>
                  <a:pt x="2101474" y="3952875"/>
                  <a:pt x="2038344" y="3952875"/>
                </a:cubicBezTo>
                <a:lnTo>
                  <a:pt x="114306" y="3952875"/>
                </a:lnTo>
                <a:cubicBezTo>
                  <a:pt x="51176" y="3952875"/>
                  <a:pt x="0" y="3901699"/>
                  <a:pt x="0" y="3838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3D8F8A">
              <a:alpha val="14902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58180" y="1952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95995" y="2085975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3875" y="2676525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7688" y="3019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925" y="3843338"/>
            <a:ext cx="183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cantidad de datos es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ENORME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1025" y="4976813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0" y="0"/>
                </a:moveTo>
                <a:lnTo>
                  <a:pt x="1762125" y="0"/>
                </a:lnTo>
                <a:lnTo>
                  <a:pt x="1762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47688" y="5133975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Petabytes y exabytes de información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02123" y="1757363"/>
            <a:ext cx="2152650" cy="3952875"/>
          </a:xfrm>
          <a:custGeom>
            <a:avLst/>
            <a:gdLst/>
            <a:ahLst/>
            <a:cxnLst/>
            <a:rect l="l" t="t" r="r" b="b"/>
            <a:pathLst>
              <a:path w="2152650" h="395287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3838569"/>
                </a:lnTo>
                <a:cubicBezTo>
                  <a:pt x="2152650" y="3901699"/>
                  <a:pt x="2101474" y="3952875"/>
                  <a:pt x="2038344" y="3952875"/>
                </a:cubicBezTo>
                <a:lnTo>
                  <a:pt x="114306" y="3952875"/>
                </a:lnTo>
                <a:cubicBezTo>
                  <a:pt x="51176" y="3952875"/>
                  <a:pt x="0" y="3901699"/>
                  <a:pt x="0" y="3838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C8A464">
              <a:alpha val="14902"/>
            </a:srgbClr>
          </a:solidFill>
          <a:ln w="12700">
            <a:solidFill>
              <a:srgbClr val="C8A464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541" y="1952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8A464">
              <a:alpha val="3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612356" y="2085975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40236" y="2676525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64048" y="3019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Velocity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859286" y="3938588"/>
            <a:ext cx="183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datos llegan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rapidísimo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897386" y="5167313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0" y="0"/>
                </a:moveTo>
                <a:lnTo>
                  <a:pt x="1762125" y="0"/>
                </a:lnTo>
                <a:lnTo>
                  <a:pt x="1762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8A464">
              <a:alpha val="3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2864048" y="5324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en tiempo real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18633" y="1757363"/>
            <a:ext cx="2152650" cy="3952875"/>
          </a:xfrm>
          <a:custGeom>
            <a:avLst/>
            <a:gdLst/>
            <a:ahLst/>
            <a:cxnLst/>
            <a:rect l="l" t="t" r="r" b="b"/>
            <a:pathLst>
              <a:path w="2152650" h="395287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3838569"/>
                </a:lnTo>
                <a:cubicBezTo>
                  <a:pt x="2152650" y="3901699"/>
                  <a:pt x="2101474" y="3952875"/>
                  <a:pt x="2038344" y="3952875"/>
                </a:cubicBezTo>
                <a:lnTo>
                  <a:pt x="114306" y="3952875"/>
                </a:lnTo>
                <a:cubicBezTo>
                  <a:pt x="51176" y="3952875"/>
                  <a:pt x="0" y="3901699"/>
                  <a:pt x="0" y="3838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3D8F8A">
              <a:alpha val="14902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91051" y="1952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928866" y="2085975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56746" y="2676525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Variedad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80558" y="3019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Variety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75796" y="3938588"/>
            <a:ext cx="183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todo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tipo y formato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213896" y="5167313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0" y="0"/>
                </a:moveTo>
                <a:lnTo>
                  <a:pt x="1762125" y="0"/>
                </a:lnTo>
                <a:lnTo>
                  <a:pt x="1762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180558" y="5324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Texto, imágenes, audio, video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35143" y="1757363"/>
            <a:ext cx="2152650" cy="3952875"/>
          </a:xfrm>
          <a:custGeom>
            <a:avLst/>
            <a:gdLst/>
            <a:ahLst/>
            <a:cxnLst/>
            <a:rect l="l" t="t" r="r" b="b"/>
            <a:pathLst>
              <a:path w="2152650" h="395287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3838569"/>
                </a:lnTo>
                <a:cubicBezTo>
                  <a:pt x="2152650" y="3901699"/>
                  <a:pt x="2101474" y="3952875"/>
                  <a:pt x="2038344" y="3952875"/>
                </a:cubicBezTo>
                <a:lnTo>
                  <a:pt x="114306" y="3952875"/>
                </a:lnTo>
                <a:cubicBezTo>
                  <a:pt x="51176" y="3952875"/>
                  <a:pt x="0" y="3901699"/>
                  <a:pt x="0" y="3838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C8A464">
              <a:alpha val="14902"/>
            </a:srgbClr>
          </a:solidFill>
          <a:ln w="12700">
            <a:solidFill>
              <a:srgbClr val="C8A464">
                <a:alpha val="4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07561" y="1952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8A464">
              <a:alpha val="3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245376" y="2085975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73255" y="2676525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Veracidad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97068" y="3019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Veracity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92305" y="4062412"/>
            <a:ext cx="1838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¿Son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confiables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los datos?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530405" y="5167313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0" y="0"/>
                </a:moveTo>
                <a:lnTo>
                  <a:pt x="1762125" y="0"/>
                </a:lnTo>
                <a:lnTo>
                  <a:pt x="1762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8A464">
              <a:alpha val="3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497068" y="5324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Calidad, sesgos, errores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651653" y="1757363"/>
            <a:ext cx="2152650" cy="3952875"/>
          </a:xfrm>
          <a:custGeom>
            <a:avLst/>
            <a:gdLst/>
            <a:ahLst/>
            <a:cxnLst/>
            <a:rect l="l" t="t" r="r" b="b"/>
            <a:pathLst>
              <a:path w="2152650" h="3952875">
                <a:moveTo>
                  <a:pt x="114306" y="0"/>
                </a:moveTo>
                <a:lnTo>
                  <a:pt x="2038344" y="0"/>
                </a:lnTo>
                <a:cubicBezTo>
                  <a:pt x="2101474" y="0"/>
                  <a:pt x="2152650" y="51176"/>
                  <a:pt x="2152650" y="114306"/>
                </a:cubicBezTo>
                <a:lnTo>
                  <a:pt x="2152650" y="3838569"/>
                </a:lnTo>
                <a:cubicBezTo>
                  <a:pt x="2152650" y="3901699"/>
                  <a:pt x="2101474" y="3952875"/>
                  <a:pt x="2038344" y="3952875"/>
                </a:cubicBezTo>
                <a:lnTo>
                  <a:pt x="114306" y="3952875"/>
                </a:lnTo>
                <a:cubicBezTo>
                  <a:pt x="51176" y="3952875"/>
                  <a:pt x="0" y="3901699"/>
                  <a:pt x="0" y="38385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3D8F8A">
              <a:alpha val="14902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424071" y="1952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10561886" y="2085975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789765" y="2676525"/>
            <a:ext cx="1876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813578" y="301942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808815" y="3938588"/>
            <a:ext cx="183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información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útil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podemos sacar?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846915" y="5167313"/>
            <a:ext cx="1762125" cy="9525"/>
          </a:xfrm>
          <a:custGeom>
            <a:avLst/>
            <a:gdLst/>
            <a:ahLst/>
            <a:cxnLst/>
            <a:rect l="l" t="t" r="r" b="b"/>
            <a:pathLst>
              <a:path w="1762125" h="9525">
                <a:moveTo>
                  <a:pt x="0" y="0"/>
                </a:moveTo>
                <a:lnTo>
                  <a:pt x="1762125" y="0"/>
                </a:lnTo>
                <a:lnTo>
                  <a:pt x="1762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813578" y="53244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accionables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114300" y="0"/>
                </a:moveTo>
                <a:lnTo>
                  <a:pt x="11306175" y="0"/>
                </a:lnTo>
                <a:cubicBezTo>
                  <a:pt x="11369301" y="0"/>
                  <a:pt x="11420475" y="51174"/>
                  <a:pt x="11420475" y="114300"/>
                </a:cubicBezTo>
                <a:lnTo>
                  <a:pt x="11420475" y="447675"/>
                </a:lnTo>
                <a:cubicBezTo>
                  <a:pt x="11420475" y="510801"/>
                  <a:pt x="11369301" y="561975"/>
                  <a:pt x="11306175" y="561975"/>
                </a:cubicBezTo>
                <a:lnTo>
                  <a:pt x="114300" y="561975"/>
                </a:lnTo>
                <a:cubicBezTo>
                  <a:pt x="51174" y="561975"/>
                  <a:pt x="0" y="510801"/>
                  <a:pt x="0" y="4476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33589" y="6115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6"/>
          <p:cNvSpPr/>
          <p:nvPr/>
        </p:nvSpPr>
        <p:spPr>
          <a:xfrm>
            <a:off x="7524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5V hacen que los datos sean un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desafío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... ¡y también una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 oportunidad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64620" y="433410"/>
            <a:ext cx="29208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6819" y="452253"/>
            <a:ext cx="165826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spc="59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6878" y="829131"/>
            <a:ext cx="6849756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Volumen: La Cantidad ENORME de Datos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722" y="1394448"/>
            <a:ext cx="6661317" cy="1488668"/>
          </a:xfrm>
          <a:custGeom>
            <a:avLst/>
            <a:gdLst/>
            <a:ahLst/>
            <a:cxnLst/>
            <a:rect l="l" t="t" r="r" b="b"/>
            <a:pathLst>
              <a:path w="6661317" h="1488668">
                <a:moveTo>
                  <a:pt x="37688" y="0"/>
                </a:moveTo>
                <a:lnTo>
                  <a:pt x="6548253" y="0"/>
                </a:lnTo>
                <a:cubicBezTo>
                  <a:pt x="6610696" y="0"/>
                  <a:pt x="6661317" y="50621"/>
                  <a:pt x="6661317" y="113064"/>
                </a:cubicBezTo>
                <a:lnTo>
                  <a:pt x="6661317" y="1375603"/>
                </a:lnTo>
                <a:cubicBezTo>
                  <a:pt x="6661317" y="1438047"/>
                  <a:pt x="6610696" y="1488668"/>
                  <a:pt x="6548253" y="1488668"/>
                </a:cubicBezTo>
                <a:lnTo>
                  <a:pt x="37688" y="1488668"/>
                </a:lnTo>
                <a:cubicBezTo>
                  <a:pt x="16873" y="1488668"/>
                  <a:pt x="0" y="1471794"/>
                  <a:pt x="0" y="1450980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95722" y="1394448"/>
            <a:ext cx="37688" cy="1488668"/>
          </a:xfrm>
          <a:custGeom>
            <a:avLst/>
            <a:gdLst/>
            <a:ahLst/>
            <a:cxnLst/>
            <a:rect l="l" t="t" r="r" b="b"/>
            <a:pathLst>
              <a:path w="37688" h="1488668">
                <a:moveTo>
                  <a:pt x="37688" y="0"/>
                </a:moveTo>
                <a:lnTo>
                  <a:pt x="37688" y="0"/>
                </a:lnTo>
                <a:lnTo>
                  <a:pt x="37688" y="1488668"/>
                </a:lnTo>
                <a:lnTo>
                  <a:pt x="37688" y="1488668"/>
                </a:lnTo>
                <a:cubicBezTo>
                  <a:pt x="16873" y="1488668"/>
                  <a:pt x="0" y="1471794"/>
                  <a:pt x="0" y="1450980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Shape 6"/>
          <p:cNvSpPr/>
          <p:nvPr/>
        </p:nvSpPr>
        <p:spPr>
          <a:xfrm>
            <a:off x="638337" y="1620575"/>
            <a:ext cx="164884" cy="188439"/>
          </a:xfrm>
          <a:custGeom>
            <a:avLst/>
            <a:gdLst/>
            <a:ahLst/>
            <a:cxnLst/>
            <a:rect l="l" t="t" r="r" b="b"/>
            <a:pathLst>
              <a:path w="164884" h="188439">
                <a:moveTo>
                  <a:pt x="61832" y="11777"/>
                </a:moveTo>
                <a:lnTo>
                  <a:pt x="8833" y="11777"/>
                </a:lnTo>
                <a:cubicBezTo>
                  <a:pt x="3938" y="11777"/>
                  <a:pt x="0" y="15716"/>
                  <a:pt x="0" y="20611"/>
                </a:cubicBezTo>
                <a:lnTo>
                  <a:pt x="0" y="73609"/>
                </a:lnTo>
                <a:cubicBezTo>
                  <a:pt x="0" y="77179"/>
                  <a:pt x="2135" y="80418"/>
                  <a:pt x="5447" y="81780"/>
                </a:cubicBezTo>
                <a:cubicBezTo>
                  <a:pt x="8759" y="83141"/>
                  <a:pt x="12550" y="82368"/>
                  <a:pt x="15090" y="79866"/>
                </a:cubicBezTo>
                <a:lnTo>
                  <a:pt x="29812" y="65144"/>
                </a:lnTo>
                <a:lnTo>
                  <a:pt x="58887" y="94219"/>
                </a:lnTo>
                <a:lnTo>
                  <a:pt x="29812" y="123295"/>
                </a:lnTo>
                <a:lnTo>
                  <a:pt x="15090" y="108573"/>
                </a:lnTo>
                <a:cubicBezTo>
                  <a:pt x="12550" y="106034"/>
                  <a:pt x="8759" y="105298"/>
                  <a:pt x="5447" y="106659"/>
                </a:cubicBezTo>
                <a:cubicBezTo>
                  <a:pt x="2135" y="108021"/>
                  <a:pt x="0" y="111260"/>
                  <a:pt x="0" y="114830"/>
                </a:cubicBezTo>
                <a:lnTo>
                  <a:pt x="0" y="167828"/>
                </a:lnTo>
                <a:cubicBezTo>
                  <a:pt x="0" y="172723"/>
                  <a:pt x="3938" y="176662"/>
                  <a:pt x="8833" y="176662"/>
                </a:cubicBezTo>
                <a:lnTo>
                  <a:pt x="61832" y="176662"/>
                </a:lnTo>
                <a:cubicBezTo>
                  <a:pt x="65402" y="176662"/>
                  <a:pt x="68640" y="174527"/>
                  <a:pt x="70002" y="171214"/>
                </a:cubicBezTo>
                <a:cubicBezTo>
                  <a:pt x="71364" y="167902"/>
                  <a:pt x="70628" y="164111"/>
                  <a:pt x="68088" y="161572"/>
                </a:cubicBezTo>
                <a:lnTo>
                  <a:pt x="53366" y="146850"/>
                </a:lnTo>
                <a:lnTo>
                  <a:pt x="82442" y="117774"/>
                </a:lnTo>
                <a:lnTo>
                  <a:pt x="111518" y="146850"/>
                </a:lnTo>
                <a:lnTo>
                  <a:pt x="96796" y="161572"/>
                </a:lnTo>
                <a:cubicBezTo>
                  <a:pt x="94256" y="164111"/>
                  <a:pt x="93520" y="167902"/>
                  <a:pt x="94882" y="171214"/>
                </a:cubicBezTo>
                <a:cubicBezTo>
                  <a:pt x="96244" y="174527"/>
                  <a:pt x="99483" y="176662"/>
                  <a:pt x="103053" y="176662"/>
                </a:cubicBezTo>
                <a:lnTo>
                  <a:pt x="156051" y="176662"/>
                </a:lnTo>
                <a:cubicBezTo>
                  <a:pt x="160946" y="176662"/>
                  <a:pt x="164884" y="172723"/>
                  <a:pt x="164884" y="167828"/>
                </a:cubicBezTo>
                <a:lnTo>
                  <a:pt x="164884" y="114830"/>
                </a:lnTo>
                <a:cubicBezTo>
                  <a:pt x="164884" y="111260"/>
                  <a:pt x="162749" y="108021"/>
                  <a:pt x="159437" y="106659"/>
                </a:cubicBezTo>
                <a:cubicBezTo>
                  <a:pt x="156125" y="105298"/>
                  <a:pt x="152334" y="106034"/>
                  <a:pt x="149794" y="108573"/>
                </a:cubicBezTo>
                <a:lnTo>
                  <a:pt x="135072" y="123295"/>
                </a:lnTo>
                <a:lnTo>
                  <a:pt x="105997" y="94219"/>
                </a:lnTo>
                <a:lnTo>
                  <a:pt x="135072" y="65144"/>
                </a:lnTo>
                <a:lnTo>
                  <a:pt x="149794" y="79866"/>
                </a:lnTo>
                <a:cubicBezTo>
                  <a:pt x="152334" y="82405"/>
                  <a:pt x="156125" y="83141"/>
                  <a:pt x="159437" y="81780"/>
                </a:cubicBezTo>
                <a:cubicBezTo>
                  <a:pt x="162749" y="80418"/>
                  <a:pt x="164884" y="77179"/>
                  <a:pt x="164884" y="73609"/>
                </a:cubicBezTo>
                <a:lnTo>
                  <a:pt x="164884" y="20611"/>
                </a:lnTo>
                <a:cubicBezTo>
                  <a:pt x="164884" y="15716"/>
                  <a:pt x="160946" y="11777"/>
                  <a:pt x="156051" y="11777"/>
                </a:cubicBezTo>
                <a:lnTo>
                  <a:pt x="103053" y="11777"/>
                </a:lnTo>
                <a:cubicBezTo>
                  <a:pt x="99483" y="11777"/>
                  <a:pt x="96244" y="13912"/>
                  <a:pt x="94882" y="17224"/>
                </a:cubicBezTo>
                <a:cubicBezTo>
                  <a:pt x="93520" y="20537"/>
                  <a:pt x="94293" y="24328"/>
                  <a:pt x="96796" y="26867"/>
                </a:cubicBezTo>
                <a:lnTo>
                  <a:pt x="111518" y="41589"/>
                </a:lnTo>
                <a:lnTo>
                  <a:pt x="82442" y="70665"/>
                </a:lnTo>
                <a:lnTo>
                  <a:pt x="53366" y="41589"/>
                </a:lnTo>
                <a:lnTo>
                  <a:pt x="68088" y="26867"/>
                </a:lnTo>
                <a:cubicBezTo>
                  <a:pt x="70628" y="24328"/>
                  <a:pt x="71364" y="20537"/>
                  <a:pt x="70002" y="17224"/>
                </a:cubicBezTo>
                <a:cubicBezTo>
                  <a:pt x="68640" y="13912"/>
                  <a:pt x="65402" y="11777"/>
                  <a:pt x="61832" y="1177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Text 7"/>
          <p:cNvSpPr/>
          <p:nvPr/>
        </p:nvSpPr>
        <p:spPr>
          <a:xfrm>
            <a:off x="838553" y="1582887"/>
            <a:ext cx="612426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significa Volumen?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005" y="1959765"/>
            <a:ext cx="6340971" cy="73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cantidad de datos es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ENORME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medida en petabytes y exabytes. Las empresas tecnológicas más grandes del mundo manejan cantidades de información que superan la capacidad de comprensión humana.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6878" y="3033867"/>
            <a:ext cx="6680161" cy="2449706"/>
          </a:xfrm>
          <a:custGeom>
            <a:avLst/>
            <a:gdLst/>
            <a:ahLst/>
            <a:cxnLst/>
            <a:rect l="l" t="t" r="r" b="b"/>
            <a:pathLst>
              <a:path w="6680161" h="2449706">
                <a:moveTo>
                  <a:pt x="113054" y="0"/>
                </a:moveTo>
                <a:lnTo>
                  <a:pt x="6567107" y="0"/>
                </a:lnTo>
                <a:cubicBezTo>
                  <a:pt x="6629545" y="0"/>
                  <a:pt x="6680161" y="50616"/>
                  <a:pt x="6680161" y="113054"/>
                </a:cubicBezTo>
                <a:lnTo>
                  <a:pt x="6680161" y="2336652"/>
                </a:lnTo>
                <a:cubicBezTo>
                  <a:pt x="6680161" y="2399090"/>
                  <a:pt x="6629545" y="2449706"/>
                  <a:pt x="6567107" y="2449706"/>
                </a:cubicBezTo>
                <a:lnTo>
                  <a:pt x="113054" y="2449706"/>
                </a:lnTo>
                <a:cubicBezTo>
                  <a:pt x="50616" y="2449706"/>
                  <a:pt x="0" y="2399090"/>
                  <a:pt x="0" y="2336652"/>
                </a:cubicBezTo>
                <a:lnTo>
                  <a:pt x="0" y="113054"/>
                </a:lnTo>
                <a:cubicBezTo>
                  <a:pt x="0" y="50658"/>
                  <a:pt x="50658" y="0"/>
                  <a:pt x="11305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8872" y="3269416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0600" y="10600"/>
                </a:moveTo>
                <a:cubicBezTo>
                  <a:pt x="16463" y="10600"/>
                  <a:pt x="21199" y="15336"/>
                  <a:pt x="21199" y="21199"/>
                </a:cubicBezTo>
                <a:lnTo>
                  <a:pt x="21199" y="132496"/>
                </a:lnTo>
                <a:cubicBezTo>
                  <a:pt x="21199" y="135411"/>
                  <a:pt x="23584" y="137796"/>
                  <a:pt x="26499" y="137796"/>
                </a:cubicBezTo>
                <a:lnTo>
                  <a:pt x="158995" y="137796"/>
                </a:lnTo>
                <a:cubicBezTo>
                  <a:pt x="164858" y="137796"/>
                  <a:pt x="169595" y="142533"/>
                  <a:pt x="169595" y="148396"/>
                </a:cubicBezTo>
                <a:cubicBezTo>
                  <a:pt x="169595" y="154259"/>
                  <a:pt x="164858" y="158995"/>
                  <a:pt x="158995" y="158995"/>
                </a:cubicBezTo>
                <a:lnTo>
                  <a:pt x="26499" y="158995"/>
                </a:lnTo>
                <a:cubicBezTo>
                  <a:pt x="11858" y="158995"/>
                  <a:pt x="0" y="147137"/>
                  <a:pt x="0" y="132496"/>
                </a:cubicBezTo>
                <a:lnTo>
                  <a:pt x="0" y="21199"/>
                </a:lnTo>
                <a:cubicBezTo>
                  <a:pt x="0" y="15336"/>
                  <a:pt x="4737" y="10600"/>
                  <a:pt x="10600" y="10600"/>
                </a:cubicBezTo>
                <a:close/>
                <a:moveTo>
                  <a:pt x="42399" y="31799"/>
                </a:moveTo>
                <a:cubicBezTo>
                  <a:pt x="42399" y="25936"/>
                  <a:pt x="47136" y="21199"/>
                  <a:pt x="52998" y="21199"/>
                </a:cubicBezTo>
                <a:lnTo>
                  <a:pt x="116597" y="21199"/>
                </a:lnTo>
                <a:cubicBezTo>
                  <a:pt x="122460" y="21199"/>
                  <a:pt x="127196" y="25936"/>
                  <a:pt x="127196" y="31799"/>
                </a:cubicBezTo>
                <a:cubicBezTo>
                  <a:pt x="127196" y="37662"/>
                  <a:pt x="122460" y="42399"/>
                  <a:pt x="116597" y="42399"/>
                </a:cubicBezTo>
                <a:lnTo>
                  <a:pt x="52998" y="42399"/>
                </a:lnTo>
                <a:cubicBezTo>
                  <a:pt x="47136" y="42399"/>
                  <a:pt x="42399" y="37662"/>
                  <a:pt x="42399" y="31799"/>
                </a:cubicBezTo>
                <a:close/>
                <a:moveTo>
                  <a:pt x="52998" y="58298"/>
                </a:moveTo>
                <a:lnTo>
                  <a:pt x="95397" y="58298"/>
                </a:lnTo>
                <a:cubicBezTo>
                  <a:pt x="101260" y="58298"/>
                  <a:pt x="105997" y="63035"/>
                  <a:pt x="105997" y="68898"/>
                </a:cubicBezTo>
                <a:cubicBezTo>
                  <a:pt x="105997" y="74761"/>
                  <a:pt x="101260" y="79498"/>
                  <a:pt x="95397" y="79498"/>
                </a:cubicBezTo>
                <a:lnTo>
                  <a:pt x="52998" y="79498"/>
                </a:lnTo>
                <a:cubicBezTo>
                  <a:pt x="47136" y="79498"/>
                  <a:pt x="42399" y="74761"/>
                  <a:pt x="42399" y="68898"/>
                </a:cubicBezTo>
                <a:cubicBezTo>
                  <a:pt x="42399" y="63035"/>
                  <a:pt x="47136" y="58298"/>
                  <a:pt x="52998" y="58298"/>
                </a:cubicBezTo>
                <a:close/>
                <a:moveTo>
                  <a:pt x="52998" y="95397"/>
                </a:moveTo>
                <a:lnTo>
                  <a:pt x="137796" y="95397"/>
                </a:lnTo>
                <a:cubicBezTo>
                  <a:pt x="143659" y="95397"/>
                  <a:pt x="148396" y="100134"/>
                  <a:pt x="148396" y="105997"/>
                </a:cubicBezTo>
                <a:cubicBezTo>
                  <a:pt x="148396" y="111860"/>
                  <a:pt x="143659" y="116597"/>
                  <a:pt x="137796" y="116597"/>
                </a:cubicBezTo>
                <a:lnTo>
                  <a:pt x="52998" y="116597"/>
                </a:lnTo>
                <a:cubicBezTo>
                  <a:pt x="47136" y="116597"/>
                  <a:pt x="42399" y="111860"/>
                  <a:pt x="42399" y="105997"/>
                </a:cubicBezTo>
                <a:cubicBezTo>
                  <a:pt x="42399" y="100134"/>
                  <a:pt x="47136" y="95397"/>
                  <a:pt x="52998" y="95397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3" name="Text 11"/>
          <p:cNvSpPr/>
          <p:nvPr/>
        </p:nvSpPr>
        <p:spPr>
          <a:xfrm>
            <a:off x="782022" y="3222306"/>
            <a:ext cx="617137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actuales (2026)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5317" y="3599184"/>
            <a:ext cx="6303283" cy="904507"/>
          </a:xfrm>
          <a:custGeom>
            <a:avLst/>
            <a:gdLst/>
            <a:ahLst/>
            <a:cxnLst/>
            <a:rect l="l" t="t" r="r" b="b"/>
            <a:pathLst>
              <a:path w="6303283" h="904507">
                <a:moveTo>
                  <a:pt x="75373" y="0"/>
                </a:moveTo>
                <a:lnTo>
                  <a:pt x="6227910" y="0"/>
                </a:lnTo>
                <a:cubicBezTo>
                  <a:pt x="6269537" y="0"/>
                  <a:pt x="6303283" y="33745"/>
                  <a:pt x="6303283" y="75373"/>
                </a:cubicBezTo>
                <a:lnTo>
                  <a:pt x="6303283" y="829134"/>
                </a:lnTo>
                <a:cubicBezTo>
                  <a:pt x="6303283" y="870762"/>
                  <a:pt x="6269537" y="904507"/>
                  <a:pt x="6227910" y="904507"/>
                </a:cubicBezTo>
                <a:lnTo>
                  <a:pt x="75373" y="904507"/>
                </a:lnTo>
                <a:cubicBezTo>
                  <a:pt x="33745" y="904507"/>
                  <a:pt x="0" y="870762"/>
                  <a:pt x="0" y="829134"/>
                </a:cubicBezTo>
                <a:lnTo>
                  <a:pt x="0" y="75373"/>
                </a:lnTo>
                <a:cubicBezTo>
                  <a:pt x="0" y="33745"/>
                  <a:pt x="33745" y="0"/>
                  <a:pt x="753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7224" y="374993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43900" y="19079"/>
                </a:moveTo>
                <a:lnTo>
                  <a:pt x="40838" y="28266"/>
                </a:lnTo>
                <a:lnTo>
                  <a:pt x="18844" y="28266"/>
                </a:lnTo>
                <a:cubicBezTo>
                  <a:pt x="8450" y="28266"/>
                  <a:pt x="0" y="36716"/>
                  <a:pt x="0" y="47110"/>
                </a:cubicBezTo>
                <a:lnTo>
                  <a:pt x="0" y="122485"/>
                </a:lnTo>
                <a:cubicBezTo>
                  <a:pt x="0" y="132879"/>
                  <a:pt x="8450" y="141329"/>
                  <a:pt x="18844" y="141329"/>
                </a:cubicBezTo>
                <a:lnTo>
                  <a:pt x="131907" y="141329"/>
                </a:lnTo>
                <a:cubicBezTo>
                  <a:pt x="142301" y="141329"/>
                  <a:pt x="150751" y="132879"/>
                  <a:pt x="150751" y="122485"/>
                </a:cubicBezTo>
                <a:lnTo>
                  <a:pt x="150751" y="47110"/>
                </a:lnTo>
                <a:cubicBezTo>
                  <a:pt x="150751" y="36716"/>
                  <a:pt x="142301" y="28266"/>
                  <a:pt x="131907" y="28266"/>
                </a:cubicBezTo>
                <a:lnTo>
                  <a:pt x="109913" y="28266"/>
                </a:lnTo>
                <a:lnTo>
                  <a:pt x="106851" y="19079"/>
                </a:lnTo>
                <a:cubicBezTo>
                  <a:pt x="104937" y="13309"/>
                  <a:pt x="99549" y="9422"/>
                  <a:pt x="93454" y="9422"/>
                </a:cubicBezTo>
                <a:lnTo>
                  <a:pt x="57297" y="9422"/>
                </a:lnTo>
                <a:cubicBezTo>
                  <a:pt x="51202" y="9422"/>
                  <a:pt x="45814" y="13309"/>
                  <a:pt x="43900" y="19079"/>
                </a:cubicBezTo>
                <a:close/>
                <a:moveTo>
                  <a:pt x="75376" y="56532"/>
                </a:moveTo>
                <a:cubicBezTo>
                  <a:pt x="90976" y="56532"/>
                  <a:pt x="103641" y="69197"/>
                  <a:pt x="103641" y="84798"/>
                </a:cubicBezTo>
                <a:cubicBezTo>
                  <a:pt x="103641" y="100398"/>
                  <a:pt x="90976" y="113063"/>
                  <a:pt x="75376" y="113063"/>
                </a:cubicBezTo>
                <a:cubicBezTo>
                  <a:pt x="59775" y="113063"/>
                  <a:pt x="47110" y="100398"/>
                  <a:pt x="47110" y="84798"/>
                </a:cubicBezTo>
                <a:cubicBezTo>
                  <a:pt x="47110" y="69197"/>
                  <a:pt x="59775" y="56532"/>
                  <a:pt x="75376" y="5653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4"/>
          <p:cNvSpPr/>
          <p:nvPr/>
        </p:nvSpPr>
        <p:spPr>
          <a:xfrm>
            <a:off x="976349" y="3712247"/>
            <a:ext cx="586045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sociales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6349" y="3938374"/>
            <a:ext cx="5860451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Más de </a:t>
            </a:r>
            <a:pPr>
              <a:lnSpc>
                <a:spcPct val="13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millones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fotos y videos subidos diariamente a TikTok, Instagram y YouTube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5317" y="4616754"/>
            <a:ext cx="6303283" cy="678380"/>
          </a:xfrm>
          <a:custGeom>
            <a:avLst/>
            <a:gdLst/>
            <a:ahLst/>
            <a:cxnLst/>
            <a:rect l="l" t="t" r="r" b="b"/>
            <a:pathLst>
              <a:path w="6303283" h="678380">
                <a:moveTo>
                  <a:pt x="75375" y="0"/>
                </a:moveTo>
                <a:lnTo>
                  <a:pt x="6227908" y="0"/>
                </a:lnTo>
                <a:cubicBezTo>
                  <a:pt x="6269536" y="0"/>
                  <a:pt x="6303283" y="33746"/>
                  <a:pt x="6303283" y="75375"/>
                </a:cubicBezTo>
                <a:lnTo>
                  <a:pt x="6303283" y="603005"/>
                </a:lnTo>
                <a:cubicBezTo>
                  <a:pt x="6303283" y="644634"/>
                  <a:pt x="6269536" y="678380"/>
                  <a:pt x="6227908" y="678380"/>
                </a:cubicBezTo>
                <a:lnTo>
                  <a:pt x="75375" y="678380"/>
                </a:lnTo>
                <a:cubicBezTo>
                  <a:pt x="33774" y="678380"/>
                  <a:pt x="0" y="644606"/>
                  <a:pt x="0" y="603005"/>
                </a:cubicBezTo>
                <a:lnTo>
                  <a:pt x="0" y="75375"/>
                </a:lnTo>
                <a:cubicBezTo>
                  <a:pt x="0" y="33774"/>
                  <a:pt x="33774" y="0"/>
                  <a:pt x="753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6068" y="4767505"/>
            <a:ext cx="113063" cy="150751"/>
          </a:xfrm>
          <a:custGeom>
            <a:avLst/>
            <a:gdLst/>
            <a:ahLst/>
            <a:cxnLst/>
            <a:rect l="l" t="t" r="r" b="b"/>
            <a:pathLst>
              <a:path w="113063" h="150751">
                <a:moveTo>
                  <a:pt x="18844" y="0"/>
                </a:moveTo>
                <a:cubicBezTo>
                  <a:pt x="8450" y="0"/>
                  <a:pt x="0" y="8450"/>
                  <a:pt x="0" y="18844"/>
                </a:cubicBezTo>
                <a:lnTo>
                  <a:pt x="0" y="131907"/>
                </a:lnTo>
                <a:cubicBezTo>
                  <a:pt x="0" y="142301"/>
                  <a:pt x="8450" y="150751"/>
                  <a:pt x="18844" y="150751"/>
                </a:cubicBezTo>
                <a:lnTo>
                  <a:pt x="94219" y="150751"/>
                </a:lnTo>
                <a:cubicBezTo>
                  <a:pt x="104613" y="150751"/>
                  <a:pt x="113063" y="142301"/>
                  <a:pt x="113063" y="131907"/>
                </a:cubicBezTo>
                <a:lnTo>
                  <a:pt x="113063" y="18844"/>
                </a:lnTo>
                <a:cubicBezTo>
                  <a:pt x="113063" y="8450"/>
                  <a:pt x="104613" y="0"/>
                  <a:pt x="94219" y="0"/>
                </a:cubicBezTo>
                <a:lnTo>
                  <a:pt x="18844" y="0"/>
                </a:lnTo>
                <a:close/>
                <a:moveTo>
                  <a:pt x="51821" y="103641"/>
                </a:moveTo>
                <a:lnTo>
                  <a:pt x="61243" y="103641"/>
                </a:lnTo>
                <a:cubicBezTo>
                  <a:pt x="66454" y="103641"/>
                  <a:pt x="70665" y="107852"/>
                  <a:pt x="70665" y="113063"/>
                </a:cubicBezTo>
                <a:lnTo>
                  <a:pt x="70665" y="136618"/>
                </a:lnTo>
                <a:lnTo>
                  <a:pt x="42399" y="136618"/>
                </a:lnTo>
                <a:lnTo>
                  <a:pt x="42399" y="113063"/>
                </a:lnTo>
                <a:cubicBezTo>
                  <a:pt x="42399" y="107852"/>
                  <a:pt x="46609" y="103641"/>
                  <a:pt x="51821" y="103641"/>
                </a:cubicBezTo>
                <a:close/>
                <a:moveTo>
                  <a:pt x="28266" y="32977"/>
                </a:moveTo>
                <a:cubicBezTo>
                  <a:pt x="28266" y="30386"/>
                  <a:pt x="30386" y="28266"/>
                  <a:pt x="32977" y="28266"/>
                </a:cubicBezTo>
                <a:lnTo>
                  <a:pt x="42399" y="28266"/>
                </a:lnTo>
                <a:cubicBezTo>
                  <a:pt x="44990" y="28266"/>
                  <a:pt x="47110" y="30386"/>
                  <a:pt x="47110" y="32977"/>
                </a:cubicBezTo>
                <a:lnTo>
                  <a:pt x="47110" y="42399"/>
                </a:lnTo>
                <a:cubicBezTo>
                  <a:pt x="47110" y="44990"/>
                  <a:pt x="44990" y="47110"/>
                  <a:pt x="42399" y="47110"/>
                </a:cubicBezTo>
                <a:lnTo>
                  <a:pt x="32977" y="47110"/>
                </a:lnTo>
                <a:cubicBezTo>
                  <a:pt x="30386" y="47110"/>
                  <a:pt x="28266" y="44990"/>
                  <a:pt x="28266" y="42399"/>
                </a:cubicBezTo>
                <a:lnTo>
                  <a:pt x="28266" y="32977"/>
                </a:lnTo>
                <a:close/>
                <a:moveTo>
                  <a:pt x="70665" y="28266"/>
                </a:moveTo>
                <a:lnTo>
                  <a:pt x="80087" y="28266"/>
                </a:lnTo>
                <a:cubicBezTo>
                  <a:pt x="82678" y="28266"/>
                  <a:pt x="84798" y="30386"/>
                  <a:pt x="84798" y="32977"/>
                </a:cubicBezTo>
                <a:lnTo>
                  <a:pt x="84798" y="42399"/>
                </a:lnTo>
                <a:cubicBezTo>
                  <a:pt x="84798" y="44990"/>
                  <a:pt x="82678" y="47110"/>
                  <a:pt x="80087" y="47110"/>
                </a:cubicBezTo>
                <a:lnTo>
                  <a:pt x="70665" y="47110"/>
                </a:lnTo>
                <a:cubicBezTo>
                  <a:pt x="68074" y="47110"/>
                  <a:pt x="65954" y="44990"/>
                  <a:pt x="65954" y="42399"/>
                </a:cubicBezTo>
                <a:lnTo>
                  <a:pt x="65954" y="32977"/>
                </a:lnTo>
                <a:cubicBezTo>
                  <a:pt x="65954" y="30386"/>
                  <a:pt x="68074" y="28266"/>
                  <a:pt x="70665" y="28266"/>
                </a:cubicBezTo>
                <a:close/>
                <a:moveTo>
                  <a:pt x="28266" y="70665"/>
                </a:moveTo>
                <a:cubicBezTo>
                  <a:pt x="28266" y="68074"/>
                  <a:pt x="30386" y="65954"/>
                  <a:pt x="32977" y="65954"/>
                </a:cubicBezTo>
                <a:lnTo>
                  <a:pt x="42399" y="65954"/>
                </a:lnTo>
                <a:cubicBezTo>
                  <a:pt x="44990" y="65954"/>
                  <a:pt x="47110" y="68074"/>
                  <a:pt x="47110" y="70665"/>
                </a:cubicBezTo>
                <a:lnTo>
                  <a:pt x="47110" y="80087"/>
                </a:lnTo>
                <a:cubicBezTo>
                  <a:pt x="47110" y="82678"/>
                  <a:pt x="44990" y="84798"/>
                  <a:pt x="42399" y="84798"/>
                </a:cubicBezTo>
                <a:lnTo>
                  <a:pt x="32977" y="84798"/>
                </a:lnTo>
                <a:cubicBezTo>
                  <a:pt x="30386" y="84798"/>
                  <a:pt x="28266" y="82678"/>
                  <a:pt x="28266" y="80087"/>
                </a:cubicBezTo>
                <a:lnTo>
                  <a:pt x="28266" y="70665"/>
                </a:lnTo>
                <a:close/>
                <a:moveTo>
                  <a:pt x="70665" y="65954"/>
                </a:moveTo>
                <a:lnTo>
                  <a:pt x="80087" y="65954"/>
                </a:lnTo>
                <a:cubicBezTo>
                  <a:pt x="82678" y="65954"/>
                  <a:pt x="84798" y="68074"/>
                  <a:pt x="84798" y="70665"/>
                </a:cubicBezTo>
                <a:lnTo>
                  <a:pt x="84798" y="80087"/>
                </a:lnTo>
                <a:cubicBezTo>
                  <a:pt x="84798" y="82678"/>
                  <a:pt x="82678" y="84798"/>
                  <a:pt x="80087" y="84798"/>
                </a:cubicBezTo>
                <a:lnTo>
                  <a:pt x="70665" y="84798"/>
                </a:lnTo>
                <a:cubicBezTo>
                  <a:pt x="68074" y="84798"/>
                  <a:pt x="65954" y="82678"/>
                  <a:pt x="65954" y="80087"/>
                </a:cubicBezTo>
                <a:lnTo>
                  <a:pt x="65954" y="70665"/>
                </a:lnTo>
                <a:cubicBezTo>
                  <a:pt x="65954" y="68074"/>
                  <a:pt x="68074" y="65954"/>
                  <a:pt x="70665" y="6595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979883" y="4729818"/>
            <a:ext cx="366513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Empresas tech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9883" y="4955944"/>
            <a:ext cx="366513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y Google manejan </a:t>
            </a:r>
            <a:pPr>
              <a:lnSpc>
                <a:spcPct val="13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exabytes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datos acumulados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589" y="5639036"/>
            <a:ext cx="6670739" cy="1215431"/>
          </a:xfrm>
          <a:custGeom>
            <a:avLst/>
            <a:gdLst/>
            <a:ahLst/>
            <a:cxnLst/>
            <a:rect l="l" t="t" r="r" b="b"/>
            <a:pathLst>
              <a:path w="6670739" h="1215431">
                <a:moveTo>
                  <a:pt x="113059" y="0"/>
                </a:moveTo>
                <a:lnTo>
                  <a:pt x="6557679" y="0"/>
                </a:lnTo>
                <a:cubicBezTo>
                  <a:pt x="6620120" y="0"/>
                  <a:pt x="6670739" y="50618"/>
                  <a:pt x="6670739" y="113059"/>
                </a:cubicBezTo>
                <a:lnTo>
                  <a:pt x="6670739" y="1102372"/>
                </a:lnTo>
                <a:cubicBezTo>
                  <a:pt x="6670739" y="1164813"/>
                  <a:pt x="6620120" y="1215431"/>
                  <a:pt x="6557679" y="1215431"/>
                </a:cubicBezTo>
                <a:lnTo>
                  <a:pt x="113059" y="1215431"/>
                </a:lnTo>
                <a:cubicBezTo>
                  <a:pt x="50618" y="1215431"/>
                  <a:pt x="0" y="1164813"/>
                  <a:pt x="0" y="1102372"/>
                </a:cubicBezTo>
                <a:lnTo>
                  <a:pt x="0" y="113059"/>
                </a:lnTo>
                <a:cubicBezTo>
                  <a:pt x="0" y="50660"/>
                  <a:pt x="50660" y="0"/>
                  <a:pt x="113059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 w="12700">
            <a:solidFill>
              <a:srgbClr val="C8A464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294" y="5879295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39749" y="18549"/>
                </a:moveTo>
                <a:cubicBezTo>
                  <a:pt x="39749" y="8314"/>
                  <a:pt x="48063" y="0"/>
                  <a:pt x="58298" y="0"/>
                </a:cubicBezTo>
                <a:lnTo>
                  <a:pt x="66248" y="0"/>
                </a:lnTo>
                <a:cubicBezTo>
                  <a:pt x="72111" y="0"/>
                  <a:pt x="76848" y="4737"/>
                  <a:pt x="76848" y="10600"/>
                </a:cubicBezTo>
                <a:lnTo>
                  <a:pt x="76848" y="158995"/>
                </a:lnTo>
                <a:cubicBezTo>
                  <a:pt x="76848" y="164858"/>
                  <a:pt x="72111" y="169595"/>
                  <a:pt x="66248" y="169595"/>
                </a:cubicBezTo>
                <a:lnTo>
                  <a:pt x="55648" y="169595"/>
                </a:lnTo>
                <a:cubicBezTo>
                  <a:pt x="45777" y="169595"/>
                  <a:pt x="37463" y="162838"/>
                  <a:pt x="35111" y="153696"/>
                </a:cubicBezTo>
                <a:cubicBezTo>
                  <a:pt x="34880" y="153696"/>
                  <a:pt x="34681" y="153696"/>
                  <a:pt x="34449" y="153696"/>
                </a:cubicBezTo>
                <a:cubicBezTo>
                  <a:pt x="19808" y="153696"/>
                  <a:pt x="7950" y="141837"/>
                  <a:pt x="7950" y="127196"/>
                </a:cubicBezTo>
                <a:cubicBezTo>
                  <a:pt x="7950" y="121234"/>
                  <a:pt x="9937" y="115735"/>
                  <a:pt x="13250" y="111297"/>
                </a:cubicBezTo>
                <a:cubicBezTo>
                  <a:pt x="6824" y="106461"/>
                  <a:pt x="2650" y="98776"/>
                  <a:pt x="2650" y="90097"/>
                </a:cubicBezTo>
                <a:cubicBezTo>
                  <a:pt x="2650" y="79862"/>
                  <a:pt x="8480" y="70952"/>
                  <a:pt x="16960" y="66546"/>
                </a:cubicBezTo>
                <a:cubicBezTo>
                  <a:pt x="14608" y="62571"/>
                  <a:pt x="13250" y="57934"/>
                  <a:pt x="13250" y="52998"/>
                </a:cubicBezTo>
                <a:cubicBezTo>
                  <a:pt x="13250" y="38358"/>
                  <a:pt x="25108" y="26499"/>
                  <a:pt x="39749" y="26499"/>
                </a:cubicBezTo>
                <a:lnTo>
                  <a:pt x="39749" y="18549"/>
                </a:lnTo>
                <a:close/>
                <a:moveTo>
                  <a:pt x="129846" y="18549"/>
                </a:moveTo>
                <a:lnTo>
                  <a:pt x="129846" y="26499"/>
                </a:lnTo>
                <a:cubicBezTo>
                  <a:pt x="144487" y="26499"/>
                  <a:pt x="156345" y="38358"/>
                  <a:pt x="156345" y="52998"/>
                </a:cubicBezTo>
                <a:cubicBezTo>
                  <a:pt x="156345" y="57967"/>
                  <a:pt x="154987" y="62604"/>
                  <a:pt x="152636" y="66546"/>
                </a:cubicBezTo>
                <a:cubicBezTo>
                  <a:pt x="161148" y="70952"/>
                  <a:pt x="166945" y="79829"/>
                  <a:pt x="166945" y="90097"/>
                </a:cubicBezTo>
                <a:cubicBezTo>
                  <a:pt x="166945" y="98776"/>
                  <a:pt x="162772" y="106461"/>
                  <a:pt x="156345" y="111297"/>
                </a:cubicBezTo>
                <a:cubicBezTo>
                  <a:pt x="159658" y="115735"/>
                  <a:pt x="161645" y="121234"/>
                  <a:pt x="161645" y="127196"/>
                </a:cubicBezTo>
                <a:cubicBezTo>
                  <a:pt x="161645" y="141837"/>
                  <a:pt x="149787" y="153696"/>
                  <a:pt x="135146" y="153696"/>
                </a:cubicBezTo>
                <a:cubicBezTo>
                  <a:pt x="134914" y="153696"/>
                  <a:pt x="134715" y="153696"/>
                  <a:pt x="134484" y="153696"/>
                </a:cubicBezTo>
                <a:cubicBezTo>
                  <a:pt x="132132" y="162838"/>
                  <a:pt x="123818" y="169595"/>
                  <a:pt x="113947" y="169595"/>
                </a:cubicBezTo>
                <a:lnTo>
                  <a:pt x="103347" y="169595"/>
                </a:lnTo>
                <a:cubicBezTo>
                  <a:pt x="97484" y="169595"/>
                  <a:pt x="92747" y="164858"/>
                  <a:pt x="92747" y="158995"/>
                </a:cubicBezTo>
                <a:lnTo>
                  <a:pt x="92747" y="10600"/>
                </a:lnTo>
                <a:cubicBezTo>
                  <a:pt x="92747" y="4737"/>
                  <a:pt x="97484" y="0"/>
                  <a:pt x="103347" y="0"/>
                </a:cubicBezTo>
                <a:lnTo>
                  <a:pt x="111297" y="0"/>
                </a:lnTo>
                <a:cubicBezTo>
                  <a:pt x="121532" y="0"/>
                  <a:pt x="129846" y="8314"/>
                  <a:pt x="129846" y="18549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4" name="Text 22"/>
          <p:cNvSpPr/>
          <p:nvPr/>
        </p:nvSpPr>
        <p:spPr>
          <a:xfrm>
            <a:off x="791444" y="5832185"/>
            <a:ext cx="615253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Importancia para 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4739" y="6171376"/>
            <a:ext cx="6359815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que un modelo como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GPT-5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3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entienda el mundo, necesita haber "visto"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 de millones de ejemplos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Sin volumen masivo, la IA no aprende bien.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66344" y="1125923"/>
            <a:ext cx="4447159" cy="3778201"/>
          </a:xfrm>
          <a:custGeom>
            <a:avLst/>
            <a:gdLst/>
            <a:ahLst/>
            <a:cxnLst/>
            <a:rect l="l" t="t" r="r" b="b"/>
            <a:pathLst>
              <a:path w="4447159" h="3778201">
                <a:moveTo>
                  <a:pt x="150750" y="0"/>
                </a:moveTo>
                <a:lnTo>
                  <a:pt x="4296409" y="0"/>
                </a:lnTo>
                <a:cubicBezTo>
                  <a:pt x="4379666" y="0"/>
                  <a:pt x="4447159" y="67493"/>
                  <a:pt x="4447159" y="150750"/>
                </a:cubicBezTo>
                <a:lnTo>
                  <a:pt x="4447159" y="3627451"/>
                </a:lnTo>
                <a:cubicBezTo>
                  <a:pt x="4447159" y="3710708"/>
                  <a:pt x="4379666" y="3778201"/>
                  <a:pt x="4296409" y="3778201"/>
                </a:cubicBezTo>
                <a:lnTo>
                  <a:pt x="150750" y="3778201"/>
                </a:lnTo>
                <a:cubicBezTo>
                  <a:pt x="67493" y="3778201"/>
                  <a:pt x="0" y="3710708"/>
                  <a:pt x="0" y="3627451"/>
                </a:cubicBezTo>
                <a:lnTo>
                  <a:pt x="0" y="150750"/>
                </a:lnTo>
                <a:cubicBezTo>
                  <a:pt x="0" y="67549"/>
                  <a:pt x="67549" y="0"/>
                  <a:pt x="150750" y="0"/>
                </a:cubicBez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50" y="1356760"/>
            <a:ext cx="409854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 de Datos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97181" y="1884389"/>
            <a:ext cx="904507" cy="452253"/>
          </a:xfrm>
          <a:custGeom>
            <a:avLst/>
            <a:gdLst/>
            <a:ahLst/>
            <a:cxnLst/>
            <a:rect l="l" t="t" r="r" b="b"/>
            <a:pathLst>
              <a:path w="904507" h="452253">
                <a:moveTo>
                  <a:pt x="75377" y="0"/>
                </a:moveTo>
                <a:lnTo>
                  <a:pt x="829130" y="0"/>
                </a:lnTo>
                <a:cubicBezTo>
                  <a:pt x="870759" y="0"/>
                  <a:pt x="904507" y="33747"/>
                  <a:pt x="904507" y="75377"/>
                </a:cubicBezTo>
                <a:lnTo>
                  <a:pt x="904507" y="376876"/>
                </a:lnTo>
                <a:cubicBezTo>
                  <a:pt x="904507" y="418506"/>
                  <a:pt x="870759" y="452253"/>
                  <a:pt x="829130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937402" y="1978609"/>
            <a:ext cx="31092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52439" y="1903233"/>
            <a:ext cx="30056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Gigabyte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52439" y="2129360"/>
            <a:ext cx="299617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MB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97181" y="2487394"/>
            <a:ext cx="904507" cy="527629"/>
          </a:xfrm>
          <a:custGeom>
            <a:avLst/>
            <a:gdLst/>
            <a:ahLst/>
            <a:cxnLst/>
            <a:rect l="l" t="t" r="r" b="b"/>
            <a:pathLst>
              <a:path w="904507" h="527629">
                <a:moveTo>
                  <a:pt x="75377" y="0"/>
                </a:moveTo>
                <a:lnTo>
                  <a:pt x="829130" y="0"/>
                </a:lnTo>
                <a:cubicBezTo>
                  <a:pt x="870759" y="0"/>
                  <a:pt x="904507" y="33747"/>
                  <a:pt x="904507" y="75377"/>
                </a:cubicBezTo>
                <a:lnTo>
                  <a:pt x="904507" y="452252"/>
                </a:lnTo>
                <a:cubicBezTo>
                  <a:pt x="904507" y="493882"/>
                  <a:pt x="870759" y="527629"/>
                  <a:pt x="829130" y="527629"/>
                </a:cubicBezTo>
                <a:lnTo>
                  <a:pt x="75377" y="527629"/>
                </a:lnTo>
                <a:cubicBezTo>
                  <a:pt x="33775" y="527629"/>
                  <a:pt x="0" y="493854"/>
                  <a:pt x="0" y="452252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3D8F8A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945499" y="2619301"/>
            <a:ext cx="29208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52439" y="2543926"/>
            <a:ext cx="30056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Terabyte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52439" y="2770053"/>
            <a:ext cx="299617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GB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97181" y="3165774"/>
            <a:ext cx="904507" cy="603005"/>
          </a:xfrm>
          <a:custGeom>
            <a:avLst/>
            <a:gdLst/>
            <a:ahLst/>
            <a:cxnLst/>
            <a:rect l="l" t="t" r="r" b="b"/>
            <a:pathLst>
              <a:path w="904507" h="603005">
                <a:moveTo>
                  <a:pt x="75376" y="0"/>
                </a:moveTo>
                <a:lnTo>
                  <a:pt x="829131" y="0"/>
                </a:lnTo>
                <a:cubicBezTo>
                  <a:pt x="870760" y="0"/>
                  <a:pt x="904507" y="33747"/>
                  <a:pt x="904507" y="75376"/>
                </a:cubicBezTo>
                <a:lnTo>
                  <a:pt x="904507" y="527629"/>
                </a:lnTo>
                <a:cubicBezTo>
                  <a:pt x="904507" y="569258"/>
                  <a:pt x="870760" y="603005"/>
                  <a:pt x="829131" y="603005"/>
                </a:cubicBezTo>
                <a:lnTo>
                  <a:pt x="75376" y="603005"/>
                </a:lnTo>
                <a:cubicBezTo>
                  <a:pt x="33747" y="603005"/>
                  <a:pt x="0" y="569258"/>
                  <a:pt x="0" y="52762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C8A464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933280" y="3335369"/>
            <a:ext cx="32976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52439" y="3259994"/>
            <a:ext cx="30056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Petabyte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52439" y="3486121"/>
            <a:ext cx="299617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TB - Millones de GB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06603" y="3928952"/>
            <a:ext cx="885663" cy="734912"/>
          </a:xfrm>
          <a:custGeom>
            <a:avLst/>
            <a:gdLst/>
            <a:ahLst/>
            <a:cxnLst/>
            <a:rect l="l" t="t" r="r" b="b"/>
            <a:pathLst>
              <a:path w="885663" h="734912">
                <a:moveTo>
                  <a:pt x="75373" y="0"/>
                </a:moveTo>
                <a:lnTo>
                  <a:pt x="810290" y="0"/>
                </a:lnTo>
                <a:cubicBezTo>
                  <a:pt x="851890" y="0"/>
                  <a:pt x="885663" y="33773"/>
                  <a:pt x="885663" y="75373"/>
                </a:cubicBezTo>
                <a:lnTo>
                  <a:pt x="885663" y="659539"/>
                </a:lnTo>
                <a:cubicBezTo>
                  <a:pt x="885663" y="701166"/>
                  <a:pt x="851918" y="734912"/>
                  <a:pt x="810290" y="734912"/>
                </a:cubicBezTo>
                <a:lnTo>
                  <a:pt x="75373" y="734912"/>
                </a:lnTo>
                <a:cubicBezTo>
                  <a:pt x="33773" y="734912"/>
                  <a:pt x="0" y="701139"/>
                  <a:pt x="0" y="659539"/>
                </a:cubicBezTo>
                <a:lnTo>
                  <a:pt x="0" y="75373"/>
                </a:lnTo>
                <a:cubicBezTo>
                  <a:pt x="0" y="33745"/>
                  <a:pt x="33745" y="0"/>
                  <a:pt x="75373" y="0"/>
                </a:cubicBezTo>
                <a:close/>
              </a:path>
            </a:pathLst>
          </a:custGeom>
          <a:solidFill>
            <a:srgbClr val="C8A464">
              <a:alpha val="60000"/>
            </a:srgbClr>
          </a:solidFill>
          <a:ln w="25400">
            <a:solidFill>
              <a:srgbClr val="C8A4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12080" y="4145657"/>
            <a:ext cx="38630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EB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52439" y="4089125"/>
            <a:ext cx="30056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Exabyte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52439" y="4315252"/>
            <a:ext cx="299617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PB - Miles de millones de GB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66344" y="5101985"/>
            <a:ext cx="4447159" cy="631270"/>
          </a:xfrm>
          <a:custGeom>
            <a:avLst/>
            <a:gdLst/>
            <a:ahLst/>
            <a:cxnLst/>
            <a:rect l="l" t="t" r="r" b="b"/>
            <a:pathLst>
              <a:path w="4447159" h="631270">
                <a:moveTo>
                  <a:pt x="113061" y="0"/>
                </a:moveTo>
                <a:lnTo>
                  <a:pt x="4334099" y="0"/>
                </a:lnTo>
                <a:cubicBezTo>
                  <a:pt x="4396540" y="0"/>
                  <a:pt x="4447159" y="50619"/>
                  <a:pt x="4447159" y="113061"/>
                </a:cubicBezTo>
                <a:lnTo>
                  <a:pt x="4447159" y="518210"/>
                </a:lnTo>
                <a:cubicBezTo>
                  <a:pt x="4447159" y="580652"/>
                  <a:pt x="4396540" y="631270"/>
                  <a:pt x="4334099" y="631270"/>
                </a:cubicBezTo>
                <a:lnTo>
                  <a:pt x="113061" y="631270"/>
                </a:lnTo>
                <a:cubicBezTo>
                  <a:pt x="50619" y="631270"/>
                  <a:pt x="0" y="580652"/>
                  <a:pt x="0" y="518210"/>
                </a:cubicBezTo>
                <a:lnTo>
                  <a:pt x="0" y="113061"/>
                </a:lnTo>
                <a:cubicBezTo>
                  <a:pt x="0" y="50619"/>
                  <a:pt x="50619" y="0"/>
                  <a:pt x="11306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87387" y="5342244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131907" y="60595"/>
                </a:moveTo>
                <a:cubicBezTo>
                  <a:pt x="127550" y="63480"/>
                  <a:pt x="122544" y="65806"/>
                  <a:pt x="117333" y="67661"/>
                </a:cubicBezTo>
                <a:cubicBezTo>
                  <a:pt x="103494" y="72608"/>
                  <a:pt x="85328" y="75376"/>
                  <a:pt x="65954" y="75376"/>
                </a:cubicBezTo>
                <a:cubicBezTo>
                  <a:pt x="46580" y="75376"/>
                  <a:pt x="28384" y="72578"/>
                  <a:pt x="14575" y="67661"/>
                </a:cubicBezTo>
                <a:cubicBezTo>
                  <a:pt x="9393" y="65806"/>
                  <a:pt x="4358" y="63480"/>
                  <a:pt x="0" y="60595"/>
                </a:cubicBezTo>
                <a:lnTo>
                  <a:pt x="0" y="84798"/>
                </a:lnTo>
                <a:cubicBezTo>
                  <a:pt x="0" y="97812"/>
                  <a:pt x="29532" y="108352"/>
                  <a:pt x="65954" y="108352"/>
                </a:cubicBezTo>
                <a:cubicBezTo>
                  <a:pt x="102375" y="108352"/>
                  <a:pt x="131907" y="97812"/>
                  <a:pt x="131907" y="84798"/>
                </a:cubicBezTo>
                <a:lnTo>
                  <a:pt x="131907" y="60595"/>
                </a:lnTo>
                <a:close/>
                <a:moveTo>
                  <a:pt x="131907" y="37688"/>
                </a:moveTo>
                <a:lnTo>
                  <a:pt x="131907" y="23555"/>
                </a:lnTo>
                <a:cubicBezTo>
                  <a:pt x="131907" y="10541"/>
                  <a:pt x="102375" y="0"/>
                  <a:pt x="65954" y="0"/>
                </a:cubicBezTo>
                <a:cubicBezTo>
                  <a:pt x="29532" y="0"/>
                  <a:pt x="0" y="10541"/>
                  <a:pt x="0" y="23555"/>
                </a:cubicBezTo>
                <a:lnTo>
                  <a:pt x="0" y="37688"/>
                </a:lnTo>
                <a:cubicBezTo>
                  <a:pt x="0" y="50702"/>
                  <a:pt x="29532" y="61243"/>
                  <a:pt x="65954" y="61243"/>
                </a:cubicBezTo>
                <a:cubicBezTo>
                  <a:pt x="102375" y="61243"/>
                  <a:pt x="131907" y="50702"/>
                  <a:pt x="131907" y="37688"/>
                </a:cubicBezTo>
                <a:close/>
                <a:moveTo>
                  <a:pt x="117333" y="114771"/>
                </a:moveTo>
                <a:cubicBezTo>
                  <a:pt x="103524" y="119688"/>
                  <a:pt x="85357" y="122485"/>
                  <a:pt x="65954" y="122485"/>
                </a:cubicBezTo>
                <a:cubicBezTo>
                  <a:pt x="46550" y="122485"/>
                  <a:pt x="28384" y="119688"/>
                  <a:pt x="14575" y="114771"/>
                </a:cubicBezTo>
                <a:cubicBezTo>
                  <a:pt x="9393" y="112916"/>
                  <a:pt x="4358" y="110590"/>
                  <a:pt x="0" y="107705"/>
                </a:cubicBezTo>
                <a:lnTo>
                  <a:pt x="0" y="127196"/>
                </a:lnTo>
                <a:cubicBezTo>
                  <a:pt x="0" y="140210"/>
                  <a:pt x="29532" y="150751"/>
                  <a:pt x="65954" y="150751"/>
                </a:cubicBezTo>
                <a:cubicBezTo>
                  <a:pt x="102375" y="150751"/>
                  <a:pt x="131907" y="140210"/>
                  <a:pt x="131907" y="127196"/>
                </a:cubicBezTo>
                <a:lnTo>
                  <a:pt x="131907" y="107705"/>
                </a:lnTo>
                <a:cubicBezTo>
                  <a:pt x="127550" y="110590"/>
                  <a:pt x="122544" y="112916"/>
                  <a:pt x="117333" y="11477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6" name="Text 44"/>
          <p:cNvSpPr/>
          <p:nvPr/>
        </p:nvSpPr>
        <p:spPr>
          <a:xfrm>
            <a:off x="7766165" y="5295134"/>
            <a:ext cx="3891876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opera en la escala de </a:t>
            </a:r>
            <a:pPr algn="ctr">
              <a:lnSpc>
                <a:spcPct val="140000"/>
              </a:lnSpc>
            </a:pPr>
            <a:r>
              <a:rPr lang="en-US" sz="1187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petabytes y exabytes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2438" y="4381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572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Velocidad: Datos en Tiempo Real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5581650" cy="1504950"/>
          </a:xfrm>
          <a:custGeom>
            <a:avLst/>
            <a:gdLst/>
            <a:ahLst/>
            <a:cxnLst/>
            <a:rect l="l" t="t" r="r" b="b"/>
            <a:pathLst>
              <a:path w="5581650" h="1504950">
                <a:moveTo>
                  <a:pt x="38100" y="0"/>
                </a:moveTo>
                <a:lnTo>
                  <a:pt x="5467349" y="0"/>
                </a:lnTo>
                <a:cubicBezTo>
                  <a:pt x="5530476" y="0"/>
                  <a:pt x="5581650" y="51174"/>
                  <a:pt x="5581650" y="114301"/>
                </a:cubicBezTo>
                <a:lnTo>
                  <a:pt x="5581650" y="1390649"/>
                </a:lnTo>
                <a:cubicBezTo>
                  <a:pt x="5581650" y="1453776"/>
                  <a:pt x="5530476" y="1504950"/>
                  <a:pt x="5467349" y="1504950"/>
                </a:cubicBezTo>
                <a:lnTo>
                  <a:pt x="38100" y="1504950"/>
                </a:lnTo>
                <a:cubicBezTo>
                  <a:pt x="17058" y="1504950"/>
                  <a:pt x="0" y="1487892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097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381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9" name="Text 7"/>
          <p:cNvSpPr/>
          <p:nvPr/>
        </p:nvSpPr>
        <p:spPr>
          <a:xfrm>
            <a:off x="847725" y="16002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significa Velocidad?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98120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datos llegan y se generan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rapidísimo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y a veces hay que analizarlos al instante. La velocidad es crítica para aplicaciones que requieren respuestas inmediatas.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067050"/>
            <a:ext cx="5600700" cy="3409950"/>
          </a:xfrm>
          <a:custGeom>
            <a:avLst/>
            <a:gdLst/>
            <a:ahLst/>
            <a:cxnLst/>
            <a:rect l="l" t="t" r="r" b="b"/>
            <a:pathLst>
              <a:path w="5600700" h="3409950">
                <a:moveTo>
                  <a:pt x="114302" y="0"/>
                </a:moveTo>
                <a:lnTo>
                  <a:pt x="5486398" y="0"/>
                </a:lnTo>
                <a:cubicBezTo>
                  <a:pt x="5549525" y="0"/>
                  <a:pt x="5600700" y="51175"/>
                  <a:pt x="5600700" y="114302"/>
                </a:cubicBezTo>
                <a:lnTo>
                  <a:pt x="5600700" y="3295648"/>
                </a:lnTo>
                <a:cubicBezTo>
                  <a:pt x="5600700" y="3358775"/>
                  <a:pt x="5549525" y="3409950"/>
                  <a:pt x="5486398" y="3409950"/>
                </a:cubicBezTo>
                <a:lnTo>
                  <a:pt x="114302" y="3409950"/>
                </a:lnTo>
                <a:cubicBezTo>
                  <a:pt x="51175" y="3409950"/>
                  <a:pt x="0" y="3358775"/>
                  <a:pt x="0" y="32956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6028" y="3305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3" name="Text 11"/>
          <p:cNvSpPr/>
          <p:nvPr/>
        </p:nvSpPr>
        <p:spPr>
          <a:xfrm>
            <a:off x="790575" y="325755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Ejemplos cotidianos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676650"/>
            <a:ext cx="5219700" cy="1104900"/>
          </a:xfrm>
          <a:custGeom>
            <a:avLst/>
            <a:gdLst/>
            <a:ahLst/>
            <a:cxnLst/>
            <a:rect l="l" t="t" r="r" b="b"/>
            <a:pathLst>
              <a:path w="5219700" h="1104900">
                <a:moveTo>
                  <a:pt x="76205" y="0"/>
                </a:moveTo>
                <a:lnTo>
                  <a:pt x="5143495" y="0"/>
                </a:lnTo>
                <a:cubicBezTo>
                  <a:pt x="5185582" y="0"/>
                  <a:pt x="5219700" y="34118"/>
                  <a:pt x="5219700" y="76205"/>
                </a:cubicBezTo>
                <a:lnTo>
                  <a:pt x="5219700" y="1028695"/>
                </a:lnTo>
                <a:cubicBezTo>
                  <a:pt x="5219700" y="1070782"/>
                  <a:pt x="5185582" y="1104900"/>
                  <a:pt x="51434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7713" y="3848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6325" y="38290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4133850"/>
            <a:ext cx="499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Cuando haces una compra con tarjeta, el banco analiza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segundos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 es fraude mirando miles de transacciones anteriores en tiempo real.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933950"/>
            <a:ext cx="5219700" cy="1104900"/>
          </a:xfrm>
          <a:custGeom>
            <a:avLst/>
            <a:gdLst/>
            <a:ahLst/>
            <a:cxnLst/>
            <a:rect l="l" t="t" r="r" b="b"/>
            <a:pathLst>
              <a:path w="5219700" h="1104900">
                <a:moveTo>
                  <a:pt x="76205" y="0"/>
                </a:moveTo>
                <a:lnTo>
                  <a:pt x="5143495" y="0"/>
                </a:lnTo>
                <a:cubicBezTo>
                  <a:pt x="5185582" y="0"/>
                  <a:pt x="5219700" y="34118"/>
                  <a:pt x="5219700" y="76205"/>
                </a:cubicBezTo>
                <a:lnTo>
                  <a:pt x="5219700" y="1028695"/>
                </a:lnTo>
                <a:cubicBezTo>
                  <a:pt x="5219700" y="1070782"/>
                  <a:pt x="5185582" y="1104900"/>
                  <a:pt x="514349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7713" y="5105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0304" y="43681"/>
                </a:moveTo>
                <a:lnTo>
                  <a:pt x="40593" y="71438"/>
                </a:lnTo>
                <a:lnTo>
                  <a:pt x="149907" y="71438"/>
                </a:lnTo>
                <a:lnTo>
                  <a:pt x="140196" y="43681"/>
                </a:lnTo>
                <a:cubicBezTo>
                  <a:pt x="138522" y="38919"/>
                  <a:pt x="134020" y="35719"/>
                  <a:pt x="128960" y="35719"/>
                </a:cubicBezTo>
                <a:lnTo>
                  <a:pt x="61540" y="35719"/>
                </a:lnTo>
                <a:cubicBezTo>
                  <a:pt x="56480" y="35719"/>
                  <a:pt x="51978" y="38919"/>
                  <a:pt x="50304" y="43681"/>
                </a:cubicBezTo>
                <a:close/>
                <a:moveTo>
                  <a:pt x="14734" y="73223"/>
                </a:moveTo>
                <a:lnTo>
                  <a:pt x="27831" y="35830"/>
                </a:lnTo>
                <a:cubicBezTo>
                  <a:pt x="32854" y="21506"/>
                  <a:pt x="46360" y="11906"/>
                  <a:pt x="61540" y="11906"/>
                </a:cubicBezTo>
                <a:lnTo>
                  <a:pt x="128960" y="11906"/>
                </a:lnTo>
                <a:cubicBezTo>
                  <a:pt x="144140" y="11906"/>
                  <a:pt x="157646" y="21506"/>
                  <a:pt x="162669" y="35830"/>
                </a:cubicBezTo>
                <a:lnTo>
                  <a:pt x="175766" y="73223"/>
                </a:lnTo>
                <a:cubicBezTo>
                  <a:pt x="184398" y="76795"/>
                  <a:pt x="190500" y="85316"/>
                  <a:pt x="190500" y="95250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66688" y="178594"/>
                </a:lnTo>
                <a:cubicBezTo>
                  <a:pt x="160102" y="178594"/>
                  <a:pt x="154781" y="173273"/>
                  <a:pt x="154781" y="166688"/>
                </a:cubicBezTo>
                <a:lnTo>
                  <a:pt x="154781" y="154781"/>
                </a:lnTo>
                <a:lnTo>
                  <a:pt x="35719" y="154781"/>
                </a:lnTo>
                <a:lnTo>
                  <a:pt x="35719" y="166688"/>
                </a:lnTo>
                <a:cubicBezTo>
                  <a:pt x="35719" y="173273"/>
                  <a:pt x="30398" y="178594"/>
                  <a:pt x="23812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95250"/>
                </a:lnTo>
                <a:cubicBezTo>
                  <a:pt x="0" y="85316"/>
                  <a:pt x="6102" y="76795"/>
                  <a:pt x="14734" y="73223"/>
                </a:cubicBezTo>
                <a:close/>
                <a:moveTo>
                  <a:pt x="47625" y="113109"/>
                </a:moveTo>
                <a:cubicBezTo>
                  <a:pt x="47625" y="106538"/>
                  <a:pt x="42290" y="101203"/>
                  <a:pt x="35719" y="101203"/>
                </a:cubicBezTo>
                <a:cubicBezTo>
                  <a:pt x="29148" y="101203"/>
                  <a:pt x="23812" y="106538"/>
                  <a:pt x="23812" y="113109"/>
                </a:cubicBezTo>
                <a:cubicBezTo>
                  <a:pt x="23812" y="119681"/>
                  <a:pt x="29148" y="125016"/>
                  <a:pt x="35719" y="125016"/>
                </a:cubicBezTo>
                <a:cubicBezTo>
                  <a:pt x="42290" y="125016"/>
                  <a:pt x="47625" y="119681"/>
                  <a:pt x="47625" y="113109"/>
                </a:cubicBezTo>
                <a:close/>
                <a:moveTo>
                  <a:pt x="154781" y="125016"/>
                </a:moveTo>
                <a:cubicBezTo>
                  <a:pt x="161352" y="125016"/>
                  <a:pt x="166688" y="119681"/>
                  <a:pt x="166688" y="113109"/>
                </a:cubicBezTo>
                <a:cubicBezTo>
                  <a:pt x="166688" y="106538"/>
                  <a:pt x="161352" y="101203"/>
                  <a:pt x="154781" y="101203"/>
                </a:cubicBezTo>
                <a:cubicBezTo>
                  <a:pt x="148210" y="101203"/>
                  <a:pt x="142875" y="106538"/>
                  <a:pt x="142875" y="113109"/>
                </a:cubicBezTo>
                <a:cubicBezTo>
                  <a:pt x="142875" y="119681"/>
                  <a:pt x="148210" y="125016"/>
                  <a:pt x="154781" y="12501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76325" y="508635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Coches autónomos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3900" y="5391150"/>
            <a:ext cx="499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sensores de Tesla envían datos cada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milisegundo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decidir frenar o girar instantáneamente.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063" y="1414463"/>
            <a:ext cx="5591175" cy="2943225"/>
          </a:xfrm>
          <a:custGeom>
            <a:avLst/>
            <a:gdLst/>
            <a:ahLst/>
            <a:cxnLst/>
            <a:rect l="l" t="t" r="r" b="b"/>
            <a:pathLst>
              <a:path w="5591175" h="2943225">
                <a:moveTo>
                  <a:pt x="114285" y="0"/>
                </a:moveTo>
                <a:lnTo>
                  <a:pt x="5476890" y="0"/>
                </a:lnTo>
                <a:cubicBezTo>
                  <a:pt x="5540008" y="0"/>
                  <a:pt x="5591175" y="51167"/>
                  <a:pt x="5591175" y="114285"/>
                </a:cubicBezTo>
                <a:lnTo>
                  <a:pt x="5591175" y="2828940"/>
                </a:lnTo>
                <a:cubicBezTo>
                  <a:pt x="5591175" y="2892058"/>
                  <a:pt x="5540008" y="2943225"/>
                  <a:pt x="5476890" y="2943225"/>
                </a:cubicBezTo>
                <a:lnTo>
                  <a:pt x="114285" y="2943225"/>
                </a:lnTo>
                <a:cubicBezTo>
                  <a:pt x="51167" y="2943225"/>
                  <a:pt x="0" y="2892058"/>
                  <a:pt x="0" y="28289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2706" y="16573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60972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en tiempo real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0325" y="202882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que trabajan en tiempo real necesitan procesar datos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 vuelo"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sin esperar: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10325" y="2676525"/>
            <a:ext cx="2543175" cy="457200"/>
          </a:xfrm>
          <a:custGeom>
            <a:avLst/>
            <a:gdLst/>
            <a:ahLst/>
            <a:cxnLst/>
            <a:rect l="l" t="t" r="r" b="b"/>
            <a:pathLst>
              <a:path w="2543175" h="4572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380998"/>
                </a:lnTo>
                <a:cubicBezTo>
                  <a:pt x="2543175" y="423083"/>
                  <a:pt x="2509058" y="457200"/>
                  <a:pt x="2466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34150" y="28289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6791325" y="279082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67800" y="2676525"/>
            <a:ext cx="2543175" cy="457200"/>
          </a:xfrm>
          <a:custGeom>
            <a:avLst/>
            <a:gdLst/>
            <a:ahLst/>
            <a:cxnLst/>
            <a:rect l="l" t="t" r="r" b="b"/>
            <a:pathLst>
              <a:path w="2543175" h="4572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380998"/>
                </a:lnTo>
                <a:cubicBezTo>
                  <a:pt x="2543175" y="423083"/>
                  <a:pt x="2509058" y="457200"/>
                  <a:pt x="2466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182100" y="28289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3755" y="31760"/>
                </a:moveTo>
                <a:lnTo>
                  <a:pt x="34885" y="57150"/>
                </a:lnTo>
                <a:lnTo>
                  <a:pt x="71467" y="57150"/>
                </a:lnTo>
                <a:lnTo>
                  <a:pt x="71467" y="28575"/>
                </a:lnTo>
                <a:lnTo>
                  <a:pt x="48280" y="28575"/>
                </a:lnTo>
                <a:cubicBezTo>
                  <a:pt x="46256" y="28575"/>
                  <a:pt x="44440" y="29855"/>
                  <a:pt x="43785" y="31760"/>
                </a:cubicBezTo>
                <a:close/>
                <a:moveTo>
                  <a:pt x="14466" y="57716"/>
                </a:moveTo>
                <a:lnTo>
                  <a:pt x="25747" y="25479"/>
                </a:lnTo>
                <a:cubicBezTo>
                  <a:pt x="29111" y="15925"/>
                  <a:pt x="38130" y="9525"/>
                  <a:pt x="48250" y="9525"/>
                </a:cubicBezTo>
                <a:lnTo>
                  <a:pt x="107156" y="9525"/>
                </a:lnTo>
                <a:cubicBezTo>
                  <a:pt x="114657" y="9525"/>
                  <a:pt x="121712" y="13067"/>
                  <a:pt x="126206" y="19050"/>
                </a:cubicBezTo>
                <a:lnTo>
                  <a:pt x="154841" y="57239"/>
                </a:lnTo>
                <a:cubicBezTo>
                  <a:pt x="174754" y="58489"/>
                  <a:pt x="190500" y="75039"/>
                  <a:pt x="190500" y="95250"/>
                </a:cubicBezTo>
                <a:lnTo>
                  <a:pt x="190500" y="100013"/>
                </a:lnTo>
                <a:cubicBezTo>
                  <a:pt x="190500" y="110520"/>
                  <a:pt x="181957" y="119062"/>
                  <a:pt x="171450" y="119062"/>
                </a:cubicBezTo>
                <a:lnTo>
                  <a:pt x="166568" y="119062"/>
                </a:lnTo>
                <a:cubicBezTo>
                  <a:pt x="165378" y="132427"/>
                  <a:pt x="154156" y="142875"/>
                  <a:pt x="140494" y="142875"/>
                </a:cubicBezTo>
                <a:cubicBezTo>
                  <a:pt x="126831" y="142875"/>
                  <a:pt x="115610" y="132427"/>
                  <a:pt x="114419" y="119062"/>
                </a:cubicBezTo>
                <a:lnTo>
                  <a:pt x="71348" y="119062"/>
                </a:lnTo>
                <a:cubicBezTo>
                  <a:pt x="70158" y="132427"/>
                  <a:pt x="58936" y="142875"/>
                  <a:pt x="45274" y="142875"/>
                </a:cubicBezTo>
                <a:cubicBezTo>
                  <a:pt x="31611" y="142875"/>
                  <a:pt x="20389" y="132427"/>
                  <a:pt x="19199" y="119062"/>
                </a:cubicBezTo>
                <a:lnTo>
                  <a:pt x="19080" y="119062"/>
                </a:lnTo>
                <a:cubicBezTo>
                  <a:pt x="8573" y="119062"/>
                  <a:pt x="30" y="110520"/>
                  <a:pt x="30" y="100013"/>
                </a:cubicBezTo>
                <a:lnTo>
                  <a:pt x="30" y="76200"/>
                </a:lnTo>
                <a:cubicBezTo>
                  <a:pt x="30" y="67241"/>
                  <a:pt x="6191" y="59740"/>
                  <a:pt x="14496" y="57716"/>
                </a:cubicBezTo>
                <a:close/>
                <a:moveTo>
                  <a:pt x="130969" y="57150"/>
                </a:moveTo>
                <a:lnTo>
                  <a:pt x="110966" y="30480"/>
                </a:lnTo>
                <a:cubicBezTo>
                  <a:pt x="110073" y="29289"/>
                  <a:pt x="108645" y="28575"/>
                  <a:pt x="107156" y="28575"/>
                </a:cubicBezTo>
                <a:lnTo>
                  <a:pt x="85725" y="28575"/>
                </a:lnTo>
                <a:lnTo>
                  <a:pt x="85725" y="57150"/>
                </a:lnTo>
                <a:lnTo>
                  <a:pt x="130969" y="57150"/>
                </a:lnTo>
                <a:close/>
                <a:moveTo>
                  <a:pt x="45244" y="128588"/>
                </a:moveTo>
                <a:cubicBezTo>
                  <a:pt x="51815" y="128588"/>
                  <a:pt x="57150" y="123252"/>
                  <a:pt x="57150" y="116681"/>
                </a:cubicBezTo>
                <a:cubicBezTo>
                  <a:pt x="57150" y="110110"/>
                  <a:pt x="51815" y="104775"/>
                  <a:pt x="45244" y="104775"/>
                </a:cubicBezTo>
                <a:cubicBezTo>
                  <a:pt x="38673" y="104775"/>
                  <a:pt x="33338" y="110110"/>
                  <a:pt x="33338" y="116681"/>
                </a:cubicBezTo>
                <a:cubicBezTo>
                  <a:pt x="33338" y="123252"/>
                  <a:pt x="38673" y="128588"/>
                  <a:pt x="45244" y="128588"/>
                </a:cubicBezTo>
                <a:close/>
                <a:moveTo>
                  <a:pt x="152400" y="116681"/>
                </a:moveTo>
                <a:cubicBezTo>
                  <a:pt x="152400" y="110110"/>
                  <a:pt x="147065" y="104775"/>
                  <a:pt x="140494" y="104775"/>
                </a:cubicBezTo>
                <a:cubicBezTo>
                  <a:pt x="133923" y="104775"/>
                  <a:pt x="128588" y="110110"/>
                  <a:pt x="128588" y="116681"/>
                </a:cubicBezTo>
                <a:cubicBezTo>
                  <a:pt x="128588" y="123252"/>
                  <a:pt x="133923" y="128588"/>
                  <a:pt x="140494" y="128588"/>
                </a:cubicBezTo>
                <a:cubicBezTo>
                  <a:pt x="147065" y="128588"/>
                  <a:pt x="152400" y="123252"/>
                  <a:pt x="152400" y="11668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1" name="Text 29"/>
          <p:cNvSpPr/>
          <p:nvPr/>
        </p:nvSpPr>
        <p:spPr>
          <a:xfrm>
            <a:off x="9448800" y="2790825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Coches autónomos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0325" y="3248025"/>
            <a:ext cx="2543175" cy="457200"/>
          </a:xfrm>
          <a:custGeom>
            <a:avLst/>
            <a:gdLst/>
            <a:ahLst/>
            <a:cxnLst/>
            <a:rect l="l" t="t" r="r" b="b"/>
            <a:pathLst>
              <a:path w="2543175" h="4572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380998"/>
                </a:lnTo>
                <a:cubicBezTo>
                  <a:pt x="2543175" y="423083"/>
                  <a:pt x="2509058" y="457200"/>
                  <a:pt x="2466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3200" y="3400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28575"/>
                </a:lnTo>
                <a:close/>
                <a:moveTo>
                  <a:pt x="14288" y="109537"/>
                </a:moveTo>
                <a:lnTo>
                  <a:pt x="14288" y="119062"/>
                </a:lnTo>
                <a:cubicBezTo>
                  <a:pt x="14288" y="121682"/>
                  <a:pt x="16431" y="123825"/>
                  <a:pt x="19050" y="123825"/>
                </a:cubicBezTo>
                <a:lnTo>
                  <a:pt x="28575" y="123825"/>
                </a:lnTo>
                <a:cubicBezTo>
                  <a:pt x="31194" y="123825"/>
                  <a:pt x="33338" y="121682"/>
                  <a:pt x="33338" y="119062"/>
                </a:cubicBezTo>
                <a:lnTo>
                  <a:pt x="33338" y="109537"/>
                </a:lnTo>
                <a:cubicBezTo>
                  <a:pt x="33338" y="106918"/>
                  <a:pt x="31194" y="104775"/>
                  <a:pt x="28575" y="104775"/>
                </a:cubicBezTo>
                <a:lnTo>
                  <a:pt x="19050" y="104775"/>
                </a:lnTo>
                <a:cubicBezTo>
                  <a:pt x="16431" y="104775"/>
                  <a:pt x="14288" y="106918"/>
                  <a:pt x="14288" y="109537"/>
                </a:cubicBezTo>
                <a:close/>
                <a:moveTo>
                  <a:pt x="104775" y="104775"/>
                </a:moveTo>
                <a:cubicBezTo>
                  <a:pt x="102156" y="104775"/>
                  <a:pt x="100013" y="106918"/>
                  <a:pt x="100013" y="109537"/>
                </a:cubicBezTo>
                <a:lnTo>
                  <a:pt x="100013" y="119062"/>
                </a:lnTo>
                <a:cubicBezTo>
                  <a:pt x="100013" y="121682"/>
                  <a:pt x="102156" y="123825"/>
                  <a:pt x="104775" y="123825"/>
                </a:cubicBezTo>
                <a:lnTo>
                  <a:pt x="114300" y="123825"/>
                </a:lnTo>
                <a:cubicBezTo>
                  <a:pt x="116919" y="123825"/>
                  <a:pt x="119062" y="121682"/>
                  <a:pt x="119062" y="119062"/>
                </a:cubicBezTo>
                <a:lnTo>
                  <a:pt x="119062" y="109537"/>
                </a:lnTo>
                <a:cubicBezTo>
                  <a:pt x="119062" y="106918"/>
                  <a:pt x="116919" y="104775"/>
                  <a:pt x="114300" y="104775"/>
                </a:cubicBezTo>
                <a:lnTo>
                  <a:pt x="104775" y="104775"/>
                </a:lnTo>
                <a:close/>
                <a:moveTo>
                  <a:pt x="14288" y="71438"/>
                </a:moveTo>
                <a:lnTo>
                  <a:pt x="14288" y="80962"/>
                </a:lnTo>
                <a:cubicBezTo>
                  <a:pt x="14288" y="83582"/>
                  <a:pt x="16431" y="85725"/>
                  <a:pt x="19050" y="85725"/>
                </a:cubicBezTo>
                <a:lnTo>
                  <a:pt x="28575" y="85725"/>
                </a:lnTo>
                <a:cubicBezTo>
                  <a:pt x="31194" y="85725"/>
                  <a:pt x="33338" y="83582"/>
                  <a:pt x="33338" y="80962"/>
                </a:cubicBezTo>
                <a:lnTo>
                  <a:pt x="33338" y="71438"/>
                </a:lnTo>
                <a:cubicBezTo>
                  <a:pt x="33338" y="68818"/>
                  <a:pt x="31194" y="66675"/>
                  <a:pt x="28575" y="66675"/>
                </a:cubicBezTo>
                <a:lnTo>
                  <a:pt x="19050" y="66675"/>
                </a:lnTo>
                <a:cubicBezTo>
                  <a:pt x="16431" y="66675"/>
                  <a:pt x="14288" y="68818"/>
                  <a:pt x="14288" y="71438"/>
                </a:cubicBezTo>
                <a:close/>
                <a:moveTo>
                  <a:pt x="104775" y="66675"/>
                </a:moveTo>
                <a:cubicBezTo>
                  <a:pt x="102156" y="66675"/>
                  <a:pt x="100013" y="68818"/>
                  <a:pt x="100013" y="71438"/>
                </a:cubicBezTo>
                <a:lnTo>
                  <a:pt x="100013" y="80962"/>
                </a:lnTo>
                <a:cubicBezTo>
                  <a:pt x="100013" y="83582"/>
                  <a:pt x="102156" y="85725"/>
                  <a:pt x="104775" y="85725"/>
                </a:cubicBezTo>
                <a:lnTo>
                  <a:pt x="114300" y="85725"/>
                </a:lnTo>
                <a:cubicBezTo>
                  <a:pt x="116919" y="85725"/>
                  <a:pt x="119062" y="83582"/>
                  <a:pt x="119062" y="80962"/>
                </a:cubicBezTo>
                <a:lnTo>
                  <a:pt x="119062" y="71438"/>
                </a:lnTo>
                <a:cubicBezTo>
                  <a:pt x="119062" y="68818"/>
                  <a:pt x="116919" y="66675"/>
                  <a:pt x="114300" y="66675"/>
                </a:cubicBezTo>
                <a:lnTo>
                  <a:pt x="104775" y="66675"/>
                </a:lnTo>
                <a:close/>
                <a:moveTo>
                  <a:pt x="14288" y="33338"/>
                </a:moveTo>
                <a:lnTo>
                  <a:pt x="14288" y="42863"/>
                </a:lnTo>
                <a:cubicBezTo>
                  <a:pt x="14288" y="45482"/>
                  <a:pt x="16431" y="47625"/>
                  <a:pt x="19050" y="47625"/>
                </a:cubicBezTo>
                <a:lnTo>
                  <a:pt x="28575" y="47625"/>
                </a:lnTo>
                <a:cubicBezTo>
                  <a:pt x="31194" y="47625"/>
                  <a:pt x="33338" y="45482"/>
                  <a:pt x="33338" y="42863"/>
                </a:cubicBezTo>
                <a:lnTo>
                  <a:pt x="33338" y="33338"/>
                </a:lnTo>
                <a:cubicBezTo>
                  <a:pt x="33338" y="30718"/>
                  <a:pt x="31194" y="28575"/>
                  <a:pt x="28575" y="28575"/>
                </a:cubicBezTo>
                <a:lnTo>
                  <a:pt x="19050" y="28575"/>
                </a:lnTo>
                <a:cubicBezTo>
                  <a:pt x="16431" y="28575"/>
                  <a:pt x="14288" y="30718"/>
                  <a:pt x="14288" y="33338"/>
                </a:cubicBezTo>
                <a:close/>
                <a:moveTo>
                  <a:pt x="104775" y="28575"/>
                </a:moveTo>
                <a:cubicBezTo>
                  <a:pt x="102156" y="28575"/>
                  <a:pt x="100013" y="30718"/>
                  <a:pt x="100013" y="33338"/>
                </a:cubicBezTo>
                <a:lnTo>
                  <a:pt x="100013" y="42863"/>
                </a:lnTo>
                <a:cubicBezTo>
                  <a:pt x="100013" y="45482"/>
                  <a:pt x="102156" y="47625"/>
                  <a:pt x="104775" y="47625"/>
                </a:cubicBezTo>
                <a:lnTo>
                  <a:pt x="114300" y="47625"/>
                </a:lnTo>
                <a:cubicBezTo>
                  <a:pt x="116919" y="47625"/>
                  <a:pt x="119062" y="45482"/>
                  <a:pt x="119062" y="42863"/>
                </a:cubicBezTo>
                <a:lnTo>
                  <a:pt x="119062" y="33338"/>
                </a:lnTo>
                <a:cubicBezTo>
                  <a:pt x="119062" y="30718"/>
                  <a:pt x="116919" y="28575"/>
                  <a:pt x="114300" y="28575"/>
                </a:cubicBezTo>
                <a:lnTo>
                  <a:pt x="104775" y="2857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4" name="Text 32"/>
          <p:cNvSpPr/>
          <p:nvPr/>
        </p:nvSpPr>
        <p:spPr>
          <a:xfrm>
            <a:off x="6791325" y="336232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Recomendaciones Netflix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67800" y="3248025"/>
            <a:ext cx="2543175" cy="457200"/>
          </a:xfrm>
          <a:custGeom>
            <a:avLst/>
            <a:gdLst/>
            <a:ahLst/>
            <a:cxnLst/>
            <a:rect l="l" t="t" r="r" b="b"/>
            <a:pathLst>
              <a:path w="2543175" h="457200">
                <a:moveTo>
                  <a:pt x="76202" y="0"/>
                </a:moveTo>
                <a:lnTo>
                  <a:pt x="2466973" y="0"/>
                </a:lnTo>
                <a:cubicBezTo>
                  <a:pt x="2509058" y="0"/>
                  <a:pt x="2543175" y="34117"/>
                  <a:pt x="2543175" y="76202"/>
                </a:cubicBezTo>
                <a:lnTo>
                  <a:pt x="2543175" y="380998"/>
                </a:lnTo>
                <a:cubicBezTo>
                  <a:pt x="2543175" y="423083"/>
                  <a:pt x="2509058" y="457200"/>
                  <a:pt x="24669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201150" y="340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Text 35"/>
          <p:cNvSpPr/>
          <p:nvPr/>
        </p:nvSpPr>
        <p:spPr>
          <a:xfrm>
            <a:off x="9448800" y="3362325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Seguridad bancaria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5063" y="4519613"/>
            <a:ext cx="5591175" cy="1952625"/>
          </a:xfrm>
          <a:custGeom>
            <a:avLst/>
            <a:gdLst/>
            <a:ahLst/>
            <a:cxnLst/>
            <a:rect l="l" t="t" r="r" b="b"/>
            <a:pathLst>
              <a:path w="5591175" h="1952625">
                <a:moveTo>
                  <a:pt x="114307" y="0"/>
                </a:moveTo>
                <a:lnTo>
                  <a:pt x="5476868" y="0"/>
                </a:lnTo>
                <a:cubicBezTo>
                  <a:pt x="5539998" y="0"/>
                  <a:pt x="5591175" y="51177"/>
                  <a:pt x="5591175" y="114307"/>
                </a:cubicBezTo>
                <a:lnTo>
                  <a:pt x="5591175" y="1838318"/>
                </a:lnTo>
                <a:cubicBezTo>
                  <a:pt x="5591175" y="1901448"/>
                  <a:pt x="5539998" y="1952625"/>
                  <a:pt x="547686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62577" y="47529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20943" y="49911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4041" y="0"/>
                </a:moveTo>
                <a:cubicBezTo>
                  <a:pt x="86618" y="0"/>
                  <a:pt x="80646" y="5972"/>
                  <a:pt x="80646" y="13395"/>
                </a:cubicBezTo>
                <a:cubicBezTo>
                  <a:pt x="80646" y="20817"/>
                  <a:pt x="86618" y="26789"/>
                  <a:pt x="94041" y="26789"/>
                </a:cubicBezTo>
                <a:lnTo>
                  <a:pt x="111900" y="26789"/>
                </a:lnTo>
                <a:lnTo>
                  <a:pt x="111900" y="40909"/>
                </a:lnTo>
                <a:cubicBezTo>
                  <a:pt x="51625" y="47551"/>
                  <a:pt x="4744" y="98673"/>
                  <a:pt x="4744" y="160734"/>
                </a:cubicBezTo>
                <a:cubicBezTo>
                  <a:pt x="4744" y="227316"/>
                  <a:pt x="58713" y="281285"/>
                  <a:pt x="125295" y="281285"/>
                </a:cubicBezTo>
                <a:cubicBezTo>
                  <a:pt x="191877" y="281285"/>
                  <a:pt x="245845" y="227316"/>
                  <a:pt x="245845" y="160734"/>
                </a:cubicBezTo>
                <a:cubicBezTo>
                  <a:pt x="245845" y="138522"/>
                  <a:pt x="239818" y="117704"/>
                  <a:pt x="229326" y="99789"/>
                </a:cubicBezTo>
                <a:lnTo>
                  <a:pt x="245064" y="84051"/>
                </a:lnTo>
                <a:cubicBezTo>
                  <a:pt x="252040" y="77074"/>
                  <a:pt x="252040" y="65745"/>
                  <a:pt x="245064" y="58769"/>
                </a:cubicBezTo>
                <a:cubicBezTo>
                  <a:pt x="238088" y="51792"/>
                  <a:pt x="226758" y="51792"/>
                  <a:pt x="219782" y="58769"/>
                </a:cubicBezTo>
                <a:lnTo>
                  <a:pt x="206722" y="71828"/>
                </a:lnTo>
                <a:cubicBezTo>
                  <a:pt x="188361" y="54973"/>
                  <a:pt x="164753" y="43755"/>
                  <a:pt x="138633" y="40853"/>
                </a:cubicBezTo>
                <a:lnTo>
                  <a:pt x="138633" y="26733"/>
                </a:lnTo>
                <a:lnTo>
                  <a:pt x="156493" y="26733"/>
                </a:lnTo>
                <a:cubicBezTo>
                  <a:pt x="163916" y="26733"/>
                  <a:pt x="169887" y="20762"/>
                  <a:pt x="169887" y="13339"/>
                </a:cubicBezTo>
                <a:cubicBezTo>
                  <a:pt x="169887" y="5916"/>
                  <a:pt x="163916" y="-56"/>
                  <a:pt x="156493" y="-56"/>
                </a:cubicBezTo>
                <a:lnTo>
                  <a:pt x="93985" y="-56"/>
                </a:lnTo>
                <a:close/>
                <a:moveTo>
                  <a:pt x="138689" y="102691"/>
                </a:moveTo>
                <a:lnTo>
                  <a:pt x="138689" y="160734"/>
                </a:lnTo>
                <a:cubicBezTo>
                  <a:pt x="138689" y="168157"/>
                  <a:pt x="132717" y="174129"/>
                  <a:pt x="125295" y="174129"/>
                </a:cubicBezTo>
                <a:cubicBezTo>
                  <a:pt x="117872" y="174129"/>
                  <a:pt x="111900" y="168157"/>
                  <a:pt x="111900" y="160734"/>
                </a:cubicBezTo>
                <a:lnTo>
                  <a:pt x="111900" y="102691"/>
                </a:lnTo>
                <a:cubicBezTo>
                  <a:pt x="111900" y="95269"/>
                  <a:pt x="117872" y="89297"/>
                  <a:pt x="125295" y="89297"/>
                </a:cubicBezTo>
                <a:cubicBezTo>
                  <a:pt x="132717" y="89297"/>
                  <a:pt x="138689" y="95269"/>
                  <a:pt x="138689" y="102691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41" name="Text 39"/>
          <p:cNvSpPr/>
          <p:nvPr/>
        </p:nvSpPr>
        <p:spPr>
          <a:xfrm>
            <a:off x="7640538" y="5629275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73876" y="6010275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Milisegundos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80128" y="5305425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537502" y="47529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78008" y="49911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6" name="Text 44"/>
          <p:cNvSpPr/>
          <p:nvPr/>
        </p:nvSpPr>
        <p:spPr>
          <a:xfrm>
            <a:off x="9456390" y="5629275"/>
            <a:ext cx="923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489728" y="6010275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1545" y="4381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572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Variedad: Diversidad de Tipos de Datos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6096000" cy="1257300"/>
          </a:xfrm>
          <a:custGeom>
            <a:avLst/>
            <a:gdLst/>
            <a:ahLst/>
            <a:cxnLst/>
            <a:rect l="l" t="t" r="r" b="b"/>
            <a:pathLst>
              <a:path w="6096000" h="1257300">
                <a:moveTo>
                  <a:pt x="38100" y="0"/>
                </a:moveTo>
                <a:lnTo>
                  <a:pt x="5981699" y="0"/>
                </a:lnTo>
                <a:cubicBezTo>
                  <a:pt x="6044783" y="0"/>
                  <a:pt x="6096000" y="51217"/>
                  <a:pt x="6096000" y="114301"/>
                </a:cubicBezTo>
                <a:lnTo>
                  <a:pt x="6096000" y="1142999"/>
                </a:lnTo>
                <a:cubicBezTo>
                  <a:pt x="6096000" y="1206083"/>
                  <a:pt x="6044783" y="1257300"/>
                  <a:pt x="598169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097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Text 7"/>
          <p:cNvSpPr/>
          <p:nvPr/>
        </p:nvSpPr>
        <p:spPr>
          <a:xfrm>
            <a:off x="847725" y="1600200"/>
            <a:ext cx="555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significa Variedad?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981200"/>
            <a:ext cx="5772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datos no vienen todos iguales: hay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texto, fotos, videos, audios, números, sensores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etc. Esta diversidad enriquece el análisis pero complica el procesamiento.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819400"/>
            <a:ext cx="6115050" cy="2209800"/>
          </a:xfrm>
          <a:custGeom>
            <a:avLst/>
            <a:gdLst/>
            <a:ahLst/>
            <a:cxnLst/>
            <a:rect l="l" t="t" r="r" b="b"/>
            <a:pathLst>
              <a:path w="6115050" h="2209800">
                <a:moveTo>
                  <a:pt x="114291" y="0"/>
                </a:moveTo>
                <a:lnTo>
                  <a:pt x="6000759" y="0"/>
                </a:lnTo>
                <a:cubicBezTo>
                  <a:pt x="6063838" y="0"/>
                  <a:pt x="6115050" y="51212"/>
                  <a:pt x="6115050" y="114291"/>
                </a:cubicBezTo>
                <a:lnTo>
                  <a:pt x="6115050" y="2095509"/>
                </a:lnTo>
                <a:cubicBezTo>
                  <a:pt x="6115050" y="2158630"/>
                  <a:pt x="6063880" y="2209800"/>
                  <a:pt x="6000759" y="2209800"/>
                </a:cubicBezTo>
                <a:lnTo>
                  <a:pt x="114291" y="2209800"/>
                </a:lnTo>
                <a:cubicBezTo>
                  <a:pt x="51170" y="2209800"/>
                  <a:pt x="0" y="2158630"/>
                  <a:pt x="0" y="20955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4597" y="30575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42863" y="21431"/>
                </a:moveTo>
                <a:cubicBezTo>
                  <a:pt x="42863" y="9611"/>
                  <a:pt x="52473" y="0"/>
                  <a:pt x="64294" y="0"/>
                </a:cubicBezTo>
                <a:lnTo>
                  <a:pt x="128588" y="0"/>
                </a:lnTo>
                <a:cubicBezTo>
                  <a:pt x="140408" y="0"/>
                  <a:pt x="150019" y="9611"/>
                  <a:pt x="150019" y="21431"/>
                </a:cubicBezTo>
                <a:lnTo>
                  <a:pt x="150019" y="42863"/>
                </a:lnTo>
                <a:lnTo>
                  <a:pt x="171450" y="42863"/>
                </a:lnTo>
                <a:cubicBezTo>
                  <a:pt x="183271" y="42863"/>
                  <a:pt x="192881" y="52473"/>
                  <a:pt x="192881" y="64294"/>
                </a:cubicBezTo>
                <a:lnTo>
                  <a:pt x="192881" y="150019"/>
                </a:lnTo>
                <a:cubicBezTo>
                  <a:pt x="192881" y="161839"/>
                  <a:pt x="183271" y="171450"/>
                  <a:pt x="171450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64294"/>
                </a:lnTo>
                <a:cubicBezTo>
                  <a:pt x="0" y="52473"/>
                  <a:pt x="9611" y="42863"/>
                  <a:pt x="21431" y="42863"/>
                </a:cubicBezTo>
                <a:lnTo>
                  <a:pt x="42863" y="42863"/>
                </a:lnTo>
                <a:lnTo>
                  <a:pt x="42863" y="21431"/>
                </a:lnTo>
                <a:close/>
                <a:moveTo>
                  <a:pt x="91083" y="117872"/>
                </a:moveTo>
                <a:cubicBezTo>
                  <a:pt x="85156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112514" y="155377"/>
                </a:lnTo>
                <a:lnTo>
                  <a:pt x="112514" y="128588"/>
                </a:lnTo>
                <a:cubicBezTo>
                  <a:pt x="112514" y="122660"/>
                  <a:pt x="107726" y="117872"/>
                  <a:pt x="101798" y="117872"/>
                </a:cubicBezTo>
                <a:lnTo>
                  <a:pt x="91083" y="117872"/>
                </a:lnTo>
                <a:close/>
                <a:moveTo>
                  <a:pt x="42863" y="123230"/>
                </a:moveTo>
                <a:lnTo>
                  <a:pt x="42863" y="112514"/>
                </a:lnTo>
                <a:cubicBezTo>
                  <a:pt x="42863" y="109567"/>
                  <a:pt x="40451" y="107156"/>
                  <a:pt x="37505" y="107156"/>
                </a:cubicBezTo>
                <a:lnTo>
                  <a:pt x="26789" y="107156"/>
                </a:lnTo>
                <a:cubicBezTo>
                  <a:pt x="23842" y="107156"/>
                  <a:pt x="21431" y="109567"/>
                  <a:pt x="21431" y="112514"/>
                </a:cubicBezTo>
                <a:lnTo>
                  <a:pt x="21431" y="123230"/>
                </a:lnTo>
                <a:cubicBezTo>
                  <a:pt x="21431" y="126176"/>
                  <a:pt x="23842" y="128588"/>
                  <a:pt x="26789" y="128588"/>
                </a:cubicBezTo>
                <a:lnTo>
                  <a:pt x="37505" y="128588"/>
                </a:lnTo>
                <a:cubicBezTo>
                  <a:pt x="40451" y="128588"/>
                  <a:pt x="42863" y="126176"/>
                  <a:pt x="42863" y="123230"/>
                </a:cubicBezTo>
                <a:close/>
                <a:moveTo>
                  <a:pt x="37505" y="85725"/>
                </a:moveTo>
                <a:cubicBezTo>
                  <a:pt x="40451" y="85725"/>
                  <a:pt x="42863" y="83314"/>
                  <a:pt x="42863" y="80367"/>
                </a:cubicBezTo>
                <a:lnTo>
                  <a:pt x="42863" y="69652"/>
                </a:lnTo>
                <a:cubicBezTo>
                  <a:pt x="42863" y="66705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6705"/>
                  <a:pt x="21431" y="69652"/>
                </a:cubicBezTo>
                <a:lnTo>
                  <a:pt x="21431" y="80367"/>
                </a:lnTo>
                <a:cubicBezTo>
                  <a:pt x="21431" y="83314"/>
                  <a:pt x="23842" y="85725"/>
                  <a:pt x="26789" y="85725"/>
                </a:cubicBezTo>
                <a:lnTo>
                  <a:pt x="37505" y="85725"/>
                </a:lnTo>
                <a:close/>
                <a:moveTo>
                  <a:pt x="171450" y="123230"/>
                </a:moveTo>
                <a:lnTo>
                  <a:pt x="171450" y="112514"/>
                </a:lnTo>
                <a:cubicBezTo>
                  <a:pt x="171450" y="109567"/>
                  <a:pt x="169039" y="107156"/>
                  <a:pt x="166092" y="107156"/>
                </a:cubicBezTo>
                <a:lnTo>
                  <a:pt x="155377" y="107156"/>
                </a:lnTo>
                <a:cubicBezTo>
                  <a:pt x="152430" y="107156"/>
                  <a:pt x="150019" y="109567"/>
                  <a:pt x="150019" y="112514"/>
                </a:cubicBezTo>
                <a:lnTo>
                  <a:pt x="150019" y="123230"/>
                </a:lnTo>
                <a:cubicBezTo>
                  <a:pt x="150019" y="126176"/>
                  <a:pt x="152430" y="128588"/>
                  <a:pt x="155377" y="128588"/>
                </a:cubicBezTo>
                <a:lnTo>
                  <a:pt x="166092" y="128588"/>
                </a:lnTo>
                <a:cubicBezTo>
                  <a:pt x="169039" y="128588"/>
                  <a:pt x="171450" y="126176"/>
                  <a:pt x="171450" y="123230"/>
                </a:cubicBezTo>
                <a:close/>
                <a:moveTo>
                  <a:pt x="166092" y="85725"/>
                </a:moveTo>
                <a:cubicBezTo>
                  <a:pt x="169039" y="85725"/>
                  <a:pt x="171450" y="83314"/>
                  <a:pt x="171450" y="80367"/>
                </a:cubicBezTo>
                <a:lnTo>
                  <a:pt x="171450" y="69652"/>
                </a:lnTo>
                <a:cubicBezTo>
                  <a:pt x="171450" y="66705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6705"/>
                  <a:pt x="150019" y="69652"/>
                </a:cubicBezTo>
                <a:lnTo>
                  <a:pt x="150019" y="80367"/>
                </a:lnTo>
                <a:cubicBezTo>
                  <a:pt x="150019" y="83314"/>
                  <a:pt x="152430" y="85725"/>
                  <a:pt x="155377" y="85725"/>
                </a:cubicBezTo>
                <a:lnTo>
                  <a:pt x="166092" y="85725"/>
                </a:lnTo>
                <a:close/>
                <a:moveTo>
                  <a:pt x="88404" y="34826"/>
                </a:moveTo>
                <a:lnTo>
                  <a:pt x="88404" y="45541"/>
                </a:lnTo>
                <a:lnTo>
                  <a:pt x="77688" y="45541"/>
                </a:lnTo>
                <a:cubicBezTo>
                  <a:pt x="74741" y="45541"/>
                  <a:pt x="72330" y="47952"/>
                  <a:pt x="72330" y="50899"/>
                </a:cubicBezTo>
                <a:lnTo>
                  <a:pt x="72330" y="56257"/>
                </a:lnTo>
                <a:cubicBezTo>
                  <a:pt x="72330" y="59204"/>
                  <a:pt x="74741" y="61615"/>
                  <a:pt x="77688" y="61615"/>
                </a:cubicBezTo>
                <a:lnTo>
                  <a:pt x="88404" y="61615"/>
                </a:lnTo>
                <a:lnTo>
                  <a:pt x="88404" y="72330"/>
                </a:lnTo>
                <a:cubicBezTo>
                  <a:pt x="88404" y="75277"/>
                  <a:pt x="90815" y="77688"/>
                  <a:pt x="93762" y="77688"/>
                </a:cubicBezTo>
                <a:lnTo>
                  <a:pt x="99120" y="77688"/>
                </a:lnTo>
                <a:cubicBezTo>
                  <a:pt x="102066" y="77688"/>
                  <a:pt x="104477" y="75277"/>
                  <a:pt x="104477" y="72330"/>
                </a:cubicBezTo>
                <a:lnTo>
                  <a:pt x="104477" y="61615"/>
                </a:lnTo>
                <a:lnTo>
                  <a:pt x="115193" y="61615"/>
                </a:lnTo>
                <a:cubicBezTo>
                  <a:pt x="118140" y="61615"/>
                  <a:pt x="120551" y="59204"/>
                  <a:pt x="120551" y="56257"/>
                </a:cubicBezTo>
                <a:lnTo>
                  <a:pt x="120551" y="50899"/>
                </a:lnTo>
                <a:cubicBezTo>
                  <a:pt x="120551" y="47952"/>
                  <a:pt x="118140" y="45541"/>
                  <a:pt x="115193" y="45541"/>
                </a:cubicBezTo>
                <a:lnTo>
                  <a:pt x="104477" y="45541"/>
                </a:lnTo>
                <a:lnTo>
                  <a:pt x="104477" y="34826"/>
                </a:lnTo>
                <a:cubicBezTo>
                  <a:pt x="104477" y="31879"/>
                  <a:pt x="102066" y="29468"/>
                  <a:pt x="99120" y="29468"/>
                </a:cubicBezTo>
                <a:lnTo>
                  <a:pt x="93762" y="29468"/>
                </a:lnTo>
                <a:cubicBezTo>
                  <a:pt x="90815" y="29468"/>
                  <a:pt x="88404" y="31879"/>
                  <a:pt x="88404" y="34826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3" name="Text 11"/>
          <p:cNvSpPr/>
          <p:nvPr/>
        </p:nvSpPr>
        <p:spPr>
          <a:xfrm>
            <a:off x="790575" y="3009900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Ejemplo: Un hospital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429000"/>
            <a:ext cx="2809875" cy="647700"/>
          </a:xfrm>
          <a:custGeom>
            <a:avLst/>
            <a:gdLst/>
            <a:ahLst/>
            <a:cxnLst/>
            <a:rect l="l" t="t" r="r" b="b"/>
            <a:pathLst>
              <a:path w="2809875" h="647700">
                <a:moveTo>
                  <a:pt x="76202" y="0"/>
                </a:moveTo>
                <a:lnTo>
                  <a:pt x="2733673" y="0"/>
                </a:lnTo>
                <a:cubicBezTo>
                  <a:pt x="2775758" y="0"/>
                  <a:pt x="2809875" y="34117"/>
                  <a:pt x="2809875" y="76202"/>
                </a:cubicBezTo>
                <a:lnTo>
                  <a:pt x="2809875" y="571498"/>
                </a:lnTo>
                <a:cubicBezTo>
                  <a:pt x="2809875" y="613583"/>
                  <a:pt x="2775758" y="647700"/>
                  <a:pt x="2733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4850" y="3581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lnTo>
                  <a:pt x="142875" y="9525"/>
                </a:lnTo>
                <a:cubicBezTo>
                  <a:pt x="148144" y="9525"/>
                  <a:pt x="152400" y="13781"/>
                  <a:pt x="152400" y="19050"/>
                </a:cubicBezTo>
                <a:cubicBezTo>
                  <a:pt x="152400" y="24319"/>
                  <a:pt x="148144" y="28575"/>
                  <a:pt x="142875" y="2857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lose/>
                <a:moveTo>
                  <a:pt x="83344" y="35719"/>
                </a:move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lnTo>
                  <a:pt x="69056" y="40481"/>
                </a:lnTo>
                <a:lnTo>
                  <a:pt x="50006" y="40481"/>
                </a:lnTo>
                <a:cubicBezTo>
                  <a:pt x="46047" y="40481"/>
                  <a:pt x="42863" y="43666"/>
                  <a:pt x="42863" y="47625"/>
                </a:cubicBezTo>
                <a:cubicBezTo>
                  <a:pt x="42863" y="51584"/>
                  <a:pt x="46047" y="54769"/>
                  <a:pt x="50006" y="54769"/>
                </a:cubicBezTo>
                <a:lnTo>
                  <a:pt x="69056" y="54769"/>
                </a:lnTo>
                <a:lnTo>
                  <a:pt x="69056" y="69056"/>
                </a:lnTo>
                <a:lnTo>
                  <a:pt x="45244" y="69056"/>
                </a:lnTo>
                <a:cubicBezTo>
                  <a:pt x="41285" y="69056"/>
                  <a:pt x="38100" y="72241"/>
                  <a:pt x="38100" y="76200"/>
                </a:cubicBezTo>
                <a:cubicBezTo>
                  <a:pt x="38100" y="80159"/>
                  <a:pt x="41285" y="83344"/>
                  <a:pt x="45244" y="83344"/>
                </a:cubicBezTo>
                <a:lnTo>
                  <a:pt x="69056" y="83344"/>
                </a:lnTo>
                <a:lnTo>
                  <a:pt x="69056" y="97631"/>
                </a:lnTo>
                <a:lnTo>
                  <a:pt x="50006" y="97631"/>
                </a:lnTo>
                <a:cubicBezTo>
                  <a:pt x="46047" y="97631"/>
                  <a:pt x="42863" y="100816"/>
                  <a:pt x="42863" y="104775"/>
                </a:cubicBezTo>
                <a:cubicBezTo>
                  <a:pt x="42863" y="108734"/>
                  <a:pt x="46047" y="111919"/>
                  <a:pt x="50006" y="111919"/>
                </a:cubicBezTo>
                <a:lnTo>
                  <a:pt x="69056" y="111919"/>
                </a:lnTo>
                <a:lnTo>
                  <a:pt x="69056" y="116681"/>
                </a:lnTo>
                <a:cubicBezTo>
                  <a:pt x="69056" y="120640"/>
                  <a:pt x="72241" y="123825"/>
                  <a:pt x="76200" y="123825"/>
                </a:cubicBezTo>
                <a:cubicBezTo>
                  <a:pt x="80159" y="123825"/>
                  <a:pt x="83344" y="120640"/>
                  <a:pt x="83344" y="116681"/>
                </a:cubicBezTo>
                <a:lnTo>
                  <a:pt x="83344" y="111919"/>
                </a:lnTo>
                <a:lnTo>
                  <a:pt x="102394" y="111919"/>
                </a:lnTo>
                <a:cubicBezTo>
                  <a:pt x="106353" y="111919"/>
                  <a:pt x="109537" y="108734"/>
                  <a:pt x="109537" y="104775"/>
                </a:cubicBezTo>
                <a:cubicBezTo>
                  <a:pt x="109537" y="100816"/>
                  <a:pt x="106353" y="97631"/>
                  <a:pt x="102394" y="97631"/>
                </a:cubicBezTo>
                <a:lnTo>
                  <a:pt x="83344" y="97631"/>
                </a:lnTo>
                <a:lnTo>
                  <a:pt x="83344" y="83344"/>
                </a:lnTo>
                <a:lnTo>
                  <a:pt x="107156" y="83344"/>
                </a:lnTo>
                <a:cubicBezTo>
                  <a:pt x="111115" y="83344"/>
                  <a:pt x="114300" y="80159"/>
                  <a:pt x="114300" y="76200"/>
                </a:cubicBezTo>
                <a:cubicBezTo>
                  <a:pt x="114300" y="72241"/>
                  <a:pt x="111115" y="69056"/>
                  <a:pt x="107156" y="69056"/>
                </a:cubicBezTo>
                <a:lnTo>
                  <a:pt x="83344" y="69056"/>
                </a:lnTo>
                <a:lnTo>
                  <a:pt x="83344" y="54769"/>
                </a:lnTo>
                <a:lnTo>
                  <a:pt x="102394" y="54769"/>
                </a:lnTo>
                <a:cubicBezTo>
                  <a:pt x="106353" y="54769"/>
                  <a:pt x="109537" y="51584"/>
                  <a:pt x="109537" y="47625"/>
                </a:cubicBezTo>
                <a:cubicBezTo>
                  <a:pt x="109537" y="43666"/>
                  <a:pt x="106353" y="40481"/>
                  <a:pt x="102394" y="40481"/>
                </a:cubicBezTo>
                <a:lnTo>
                  <a:pt x="83344" y="40481"/>
                </a:lnTo>
                <a:lnTo>
                  <a:pt x="83344" y="3571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5433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Rayos 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37719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Imágenes médicas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97610" y="3429000"/>
            <a:ext cx="2809875" cy="647700"/>
          </a:xfrm>
          <a:custGeom>
            <a:avLst/>
            <a:gdLst/>
            <a:ahLst/>
            <a:cxnLst/>
            <a:rect l="l" t="t" r="r" b="b"/>
            <a:pathLst>
              <a:path w="2809875" h="647700">
                <a:moveTo>
                  <a:pt x="76202" y="0"/>
                </a:moveTo>
                <a:lnTo>
                  <a:pt x="2733673" y="0"/>
                </a:lnTo>
                <a:cubicBezTo>
                  <a:pt x="2775758" y="0"/>
                  <a:pt x="2809875" y="34117"/>
                  <a:pt x="2809875" y="76202"/>
                </a:cubicBezTo>
                <a:lnTo>
                  <a:pt x="2809875" y="571498"/>
                </a:lnTo>
                <a:cubicBezTo>
                  <a:pt x="2809875" y="613583"/>
                  <a:pt x="2775758" y="647700"/>
                  <a:pt x="2733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0010" y="3581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7625" y="83344"/>
                </a:moveTo>
                <a:lnTo>
                  <a:pt x="47625" y="95250"/>
                </a:lnTo>
                <a:lnTo>
                  <a:pt x="35719" y="95250"/>
                </a:lnTo>
                <a:cubicBezTo>
                  <a:pt x="33099" y="95250"/>
                  <a:pt x="30956" y="97393"/>
                  <a:pt x="30956" y="100013"/>
                </a:cubicBezTo>
                <a:lnTo>
                  <a:pt x="30956" y="109537"/>
                </a:lnTo>
                <a:cubicBezTo>
                  <a:pt x="30956" y="112157"/>
                  <a:pt x="33099" y="114300"/>
                  <a:pt x="35719" y="114300"/>
                </a:cubicBezTo>
                <a:lnTo>
                  <a:pt x="47625" y="114300"/>
                </a:lnTo>
                <a:lnTo>
                  <a:pt x="47625" y="126206"/>
                </a:lnTo>
                <a:cubicBezTo>
                  <a:pt x="47625" y="128826"/>
                  <a:pt x="49768" y="130969"/>
                  <a:pt x="52388" y="130969"/>
                </a:cubicBezTo>
                <a:lnTo>
                  <a:pt x="61912" y="130969"/>
                </a:lnTo>
                <a:cubicBezTo>
                  <a:pt x="64532" y="130969"/>
                  <a:pt x="66675" y="128826"/>
                  <a:pt x="66675" y="126206"/>
                </a:cubicBezTo>
                <a:lnTo>
                  <a:pt x="66675" y="114300"/>
                </a:lnTo>
                <a:lnTo>
                  <a:pt x="78581" y="114300"/>
                </a:lnTo>
                <a:cubicBezTo>
                  <a:pt x="81201" y="114300"/>
                  <a:pt x="83344" y="112157"/>
                  <a:pt x="83344" y="109537"/>
                </a:cubicBezTo>
                <a:lnTo>
                  <a:pt x="83344" y="100013"/>
                </a:lnTo>
                <a:cubicBezTo>
                  <a:pt x="83344" y="97393"/>
                  <a:pt x="81201" y="95250"/>
                  <a:pt x="78581" y="95250"/>
                </a:cubicBezTo>
                <a:lnTo>
                  <a:pt x="66675" y="95250"/>
                </a:lnTo>
                <a:lnTo>
                  <a:pt x="66675" y="83344"/>
                </a:lnTo>
                <a:cubicBezTo>
                  <a:pt x="66675" y="80724"/>
                  <a:pt x="64532" y="78581"/>
                  <a:pt x="61912" y="78581"/>
                </a:cubicBezTo>
                <a:lnTo>
                  <a:pt x="52388" y="78581"/>
                </a:lnTo>
                <a:cubicBezTo>
                  <a:pt x="49768" y="78581"/>
                  <a:pt x="47625" y="80724"/>
                  <a:pt x="47625" y="833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3916710" y="354330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6710" y="37719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médico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191000"/>
            <a:ext cx="2809875" cy="647700"/>
          </a:xfrm>
          <a:custGeom>
            <a:avLst/>
            <a:gdLst/>
            <a:ahLst/>
            <a:cxnLst/>
            <a:rect l="l" t="t" r="r" b="b"/>
            <a:pathLst>
              <a:path w="2809875" h="647700">
                <a:moveTo>
                  <a:pt x="76202" y="0"/>
                </a:moveTo>
                <a:lnTo>
                  <a:pt x="2733673" y="0"/>
                </a:lnTo>
                <a:cubicBezTo>
                  <a:pt x="2775758" y="0"/>
                  <a:pt x="2809875" y="34117"/>
                  <a:pt x="2809875" y="76202"/>
                </a:cubicBezTo>
                <a:lnTo>
                  <a:pt x="2809875" y="571498"/>
                </a:lnTo>
                <a:cubicBezTo>
                  <a:pt x="2809875" y="613583"/>
                  <a:pt x="2775758" y="647700"/>
                  <a:pt x="2733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85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430530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Wearables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" y="45339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numéricos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97610" y="4191000"/>
            <a:ext cx="2809875" cy="647700"/>
          </a:xfrm>
          <a:custGeom>
            <a:avLst/>
            <a:gdLst/>
            <a:ahLst/>
            <a:cxnLst/>
            <a:rect l="l" t="t" r="r" b="b"/>
            <a:pathLst>
              <a:path w="2809875" h="647700">
                <a:moveTo>
                  <a:pt x="76202" y="0"/>
                </a:moveTo>
                <a:lnTo>
                  <a:pt x="2733673" y="0"/>
                </a:lnTo>
                <a:cubicBezTo>
                  <a:pt x="2775758" y="0"/>
                  <a:pt x="2809875" y="34117"/>
                  <a:pt x="2809875" y="76202"/>
                </a:cubicBezTo>
                <a:lnTo>
                  <a:pt x="2809875" y="571498"/>
                </a:lnTo>
                <a:cubicBezTo>
                  <a:pt x="2809875" y="613583"/>
                  <a:pt x="2775758" y="647700"/>
                  <a:pt x="273367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21435" y="4343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3916710" y="4305300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Cirugías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16710" y="4533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5763" y="5186363"/>
            <a:ext cx="6105525" cy="1228725"/>
          </a:xfrm>
          <a:custGeom>
            <a:avLst/>
            <a:gdLst/>
            <a:ahLst/>
            <a:cxnLst/>
            <a:rect l="l" t="t" r="r" b="b"/>
            <a:pathLst>
              <a:path w="6105525" h="1228725">
                <a:moveTo>
                  <a:pt x="114296" y="0"/>
                </a:moveTo>
                <a:lnTo>
                  <a:pt x="5991229" y="0"/>
                </a:lnTo>
                <a:cubicBezTo>
                  <a:pt x="6054353" y="0"/>
                  <a:pt x="6105525" y="51172"/>
                  <a:pt x="6105525" y="114296"/>
                </a:cubicBezTo>
                <a:lnTo>
                  <a:pt x="6105525" y="1114429"/>
                </a:lnTo>
                <a:cubicBezTo>
                  <a:pt x="6105525" y="1177553"/>
                  <a:pt x="6054353" y="1228725"/>
                  <a:pt x="59912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 w="12700">
            <a:solidFill>
              <a:srgbClr val="C8A464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838" y="5429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" y="5381625"/>
            <a:ext cx="558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Importancia para IA multimodal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1025" y="5724525"/>
            <a:ext cx="579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IAs modernas como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GPT-4o, Gemini o Claude 4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entienden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 + imagen + audio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gracias a esta variedad de datos de entrenamiento.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09482" y="1014413"/>
            <a:ext cx="5000625" cy="3743325"/>
          </a:xfrm>
          <a:custGeom>
            <a:avLst/>
            <a:gdLst/>
            <a:ahLst/>
            <a:cxnLst/>
            <a:rect l="l" t="t" r="r" b="b"/>
            <a:pathLst>
              <a:path w="5000625" h="3743325">
                <a:moveTo>
                  <a:pt x="152391" y="0"/>
                </a:moveTo>
                <a:lnTo>
                  <a:pt x="4848234" y="0"/>
                </a:lnTo>
                <a:cubicBezTo>
                  <a:pt x="4932397" y="0"/>
                  <a:pt x="5000625" y="68228"/>
                  <a:pt x="5000625" y="152391"/>
                </a:cubicBezTo>
                <a:lnTo>
                  <a:pt x="5000625" y="3590934"/>
                </a:lnTo>
                <a:cubicBezTo>
                  <a:pt x="5000625" y="3675097"/>
                  <a:pt x="4932397" y="3743325"/>
                  <a:pt x="4848234" y="3743325"/>
                </a:cubicBezTo>
                <a:lnTo>
                  <a:pt x="152391" y="3743325"/>
                </a:lnTo>
                <a:cubicBezTo>
                  <a:pt x="68228" y="3743325"/>
                  <a:pt x="0" y="3675097"/>
                  <a:pt x="0" y="3590934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85695" y="1247775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Datos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42845" y="1781175"/>
            <a:ext cx="4533900" cy="838200"/>
          </a:xfrm>
          <a:custGeom>
            <a:avLst/>
            <a:gdLst/>
            <a:ahLst/>
            <a:cxnLst/>
            <a:rect l="l" t="t" r="r" b="b"/>
            <a:pathLst>
              <a:path w="4533900" h="838200">
                <a:moveTo>
                  <a:pt x="114297" y="0"/>
                </a:moveTo>
                <a:lnTo>
                  <a:pt x="4419603" y="0"/>
                </a:lnTo>
                <a:cubicBezTo>
                  <a:pt x="4482728" y="0"/>
                  <a:pt x="4533900" y="51172"/>
                  <a:pt x="4533900" y="114297"/>
                </a:cubicBezTo>
                <a:lnTo>
                  <a:pt x="4533900" y="723903"/>
                </a:lnTo>
                <a:cubicBezTo>
                  <a:pt x="4533900" y="787028"/>
                  <a:pt x="4482728" y="838200"/>
                  <a:pt x="44196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95245" y="1933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47645" y="2085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7881045" y="1952625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Estructurados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81045" y="2219325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Texto, números, tablas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42845" y="2733675"/>
            <a:ext cx="4533900" cy="838200"/>
          </a:xfrm>
          <a:custGeom>
            <a:avLst/>
            <a:gdLst/>
            <a:ahLst/>
            <a:cxnLst/>
            <a:rect l="l" t="t" r="r" b="b"/>
            <a:pathLst>
              <a:path w="4533900" h="838200">
                <a:moveTo>
                  <a:pt x="114297" y="0"/>
                </a:moveTo>
                <a:lnTo>
                  <a:pt x="4419603" y="0"/>
                </a:lnTo>
                <a:cubicBezTo>
                  <a:pt x="4482728" y="0"/>
                  <a:pt x="4533900" y="51172"/>
                  <a:pt x="4533900" y="114297"/>
                </a:cubicBezTo>
                <a:lnTo>
                  <a:pt x="4533900" y="723903"/>
                </a:lnTo>
                <a:cubicBezTo>
                  <a:pt x="4533900" y="787028"/>
                  <a:pt x="4482728" y="838200"/>
                  <a:pt x="44196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95245" y="2886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361932" y="3038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44" name="Text 42"/>
          <p:cNvSpPr/>
          <p:nvPr/>
        </p:nvSpPr>
        <p:spPr>
          <a:xfrm>
            <a:off x="7881045" y="290512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estructurados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81045" y="317182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Imágenes, video, audio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042845" y="3686175"/>
            <a:ext cx="4533900" cy="838200"/>
          </a:xfrm>
          <a:custGeom>
            <a:avLst/>
            <a:gdLst/>
            <a:ahLst/>
            <a:cxnLst/>
            <a:rect l="l" t="t" r="r" b="b"/>
            <a:pathLst>
              <a:path w="4533900" h="838200">
                <a:moveTo>
                  <a:pt x="114297" y="0"/>
                </a:moveTo>
                <a:lnTo>
                  <a:pt x="4419603" y="0"/>
                </a:lnTo>
                <a:cubicBezTo>
                  <a:pt x="4482728" y="0"/>
                  <a:pt x="4533900" y="51172"/>
                  <a:pt x="4533900" y="114297"/>
                </a:cubicBezTo>
                <a:lnTo>
                  <a:pt x="4533900" y="723903"/>
                </a:lnTo>
                <a:cubicBezTo>
                  <a:pt x="4533900" y="787028"/>
                  <a:pt x="4482728" y="838200"/>
                  <a:pt x="44196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95245" y="3838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7645" y="3990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7"/>
          <p:cNvSpPr/>
          <p:nvPr/>
        </p:nvSpPr>
        <p:spPr>
          <a:xfrm>
            <a:off x="7881045" y="3857625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Semi-estructurados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81045" y="41243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JSON, XML, logs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09482" y="4957763"/>
            <a:ext cx="5000625" cy="885825"/>
          </a:xfrm>
          <a:custGeom>
            <a:avLst/>
            <a:gdLst/>
            <a:ahLst/>
            <a:cxnLst/>
            <a:rect l="l" t="t" r="r" b="b"/>
            <a:pathLst>
              <a:path w="5000625" h="885825">
                <a:moveTo>
                  <a:pt x="114298" y="0"/>
                </a:moveTo>
                <a:lnTo>
                  <a:pt x="4886327" y="0"/>
                </a:lnTo>
                <a:cubicBezTo>
                  <a:pt x="4949410" y="0"/>
                  <a:pt x="5000625" y="51215"/>
                  <a:pt x="5000625" y="114298"/>
                </a:cubicBezTo>
                <a:lnTo>
                  <a:pt x="5000625" y="771527"/>
                </a:lnTo>
                <a:cubicBezTo>
                  <a:pt x="5000625" y="834610"/>
                  <a:pt x="4949410" y="885825"/>
                  <a:pt x="488632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28557" y="52863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3" name="Text 51"/>
          <p:cNvSpPr/>
          <p:nvPr/>
        </p:nvSpPr>
        <p:spPr>
          <a:xfrm>
            <a:off x="7341691" y="5153025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 eso es útil para entrenar IA que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diagnostique enfermedades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forma integral.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1693" y="4381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4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76300" y="4572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Veracidad: Calidad y Confianza en los Datos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5581650" cy="1257300"/>
          </a:xfrm>
          <a:custGeom>
            <a:avLst/>
            <a:gdLst/>
            <a:ahLst/>
            <a:cxnLst/>
            <a:rect l="l" t="t" r="r" b="b"/>
            <a:pathLst>
              <a:path w="5581650" h="1257300">
                <a:moveTo>
                  <a:pt x="38100" y="0"/>
                </a:moveTo>
                <a:lnTo>
                  <a:pt x="5467349" y="0"/>
                </a:lnTo>
                <a:cubicBezTo>
                  <a:pt x="5530433" y="0"/>
                  <a:pt x="5581650" y="51217"/>
                  <a:pt x="5581650" y="114301"/>
                </a:cubicBezTo>
                <a:lnTo>
                  <a:pt x="5581650" y="1142999"/>
                </a:lnTo>
                <a:cubicBezTo>
                  <a:pt x="5581650" y="1206083"/>
                  <a:pt x="5530433" y="1257300"/>
                  <a:pt x="546734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097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9" name="Text 7"/>
          <p:cNvSpPr/>
          <p:nvPr/>
        </p:nvSpPr>
        <p:spPr>
          <a:xfrm>
            <a:off x="847725" y="16002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significa Veracidad?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98120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¿Son confiables los datos?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Hay errores, mentiras, sesgos o ruido. La calidad de los datos es tan importante como la cantidad.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819400"/>
            <a:ext cx="5600700" cy="3086100"/>
          </a:xfrm>
          <a:custGeom>
            <a:avLst/>
            <a:gdLst/>
            <a:ahLst/>
            <a:cxnLst/>
            <a:rect l="l" t="t" r="r" b="b"/>
            <a:pathLst>
              <a:path w="5600700" h="3086100">
                <a:moveTo>
                  <a:pt x="114309" y="0"/>
                </a:moveTo>
                <a:lnTo>
                  <a:pt x="5486391" y="0"/>
                </a:lnTo>
                <a:cubicBezTo>
                  <a:pt x="5549522" y="0"/>
                  <a:pt x="5600700" y="51178"/>
                  <a:pt x="5600700" y="114309"/>
                </a:cubicBezTo>
                <a:lnTo>
                  <a:pt x="5600700" y="2971791"/>
                </a:lnTo>
                <a:cubicBezTo>
                  <a:pt x="5600700" y="3034922"/>
                  <a:pt x="5549522" y="3086100"/>
                  <a:pt x="5486391" y="3086100"/>
                </a:cubicBezTo>
                <a:lnTo>
                  <a:pt x="114309" y="3086100"/>
                </a:lnTo>
                <a:cubicBezTo>
                  <a:pt x="51178" y="3086100"/>
                  <a:pt x="0" y="3034922"/>
                  <a:pt x="0" y="29717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5313" y="3057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3" name="Text 11"/>
          <p:cNvSpPr/>
          <p:nvPr/>
        </p:nvSpPr>
        <p:spPr>
          <a:xfrm>
            <a:off x="790575" y="30099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Desafíos actuales (2026)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34290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4850" y="3581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23825"/>
                </a:moveTo>
                <a:lnTo>
                  <a:pt x="0" y="35719"/>
                </a:lnTo>
                <a:cubicBezTo>
                  <a:pt x="0" y="31760"/>
                  <a:pt x="3185" y="28575"/>
                  <a:pt x="7144" y="28575"/>
                </a:cubicBezTo>
                <a:cubicBezTo>
                  <a:pt x="11103" y="28575"/>
                  <a:pt x="14288" y="31760"/>
                  <a:pt x="14288" y="35719"/>
                </a:cubicBezTo>
                <a:lnTo>
                  <a:pt x="14288" y="121444"/>
                </a:lnTo>
                <a:cubicBezTo>
                  <a:pt x="14288" y="125403"/>
                  <a:pt x="17472" y="128588"/>
                  <a:pt x="21431" y="128588"/>
                </a:cubicBezTo>
                <a:cubicBezTo>
                  <a:pt x="25390" y="128588"/>
                  <a:pt x="28575" y="125403"/>
                  <a:pt x="28575" y="121444"/>
                </a:cubicBezTo>
                <a:lnTo>
                  <a:pt x="28575" y="28575"/>
                </a:lnTo>
                <a:cubicBezTo>
                  <a:pt x="28575" y="18068"/>
                  <a:pt x="37118" y="9525"/>
                  <a:pt x="47625" y="9525"/>
                </a:cubicBezTo>
                <a:lnTo>
                  <a:pt x="133350" y="9525"/>
                </a:lnTo>
                <a:cubicBezTo>
                  <a:pt x="143857" y="9525"/>
                  <a:pt x="152400" y="18068"/>
                  <a:pt x="152400" y="28575"/>
                </a:cubicBezTo>
                <a:lnTo>
                  <a:pt x="152400" y="123825"/>
                </a:lnTo>
                <a:cubicBezTo>
                  <a:pt x="152400" y="134332"/>
                  <a:pt x="143857" y="142875"/>
                  <a:pt x="13335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close/>
                <a:moveTo>
                  <a:pt x="47625" y="38100"/>
                </a:moveTo>
                <a:lnTo>
                  <a:pt x="47625" y="57150"/>
                </a:lnTo>
                <a:cubicBezTo>
                  <a:pt x="47625" y="62419"/>
                  <a:pt x="51881" y="66675"/>
                  <a:pt x="57150" y="66675"/>
                </a:cubicBezTo>
                <a:lnTo>
                  <a:pt x="76200" y="66675"/>
                </a:lnTo>
                <a:cubicBezTo>
                  <a:pt x="81469" y="66675"/>
                  <a:pt x="85725" y="62419"/>
                  <a:pt x="85725" y="57150"/>
                </a:cubicBezTo>
                <a:lnTo>
                  <a:pt x="85725" y="38100"/>
                </a:lnTo>
                <a:cubicBezTo>
                  <a:pt x="85725" y="32831"/>
                  <a:pt x="81469" y="28575"/>
                  <a:pt x="76200" y="28575"/>
                </a:cubicBezTo>
                <a:lnTo>
                  <a:pt x="57150" y="28575"/>
                </a:lnTo>
                <a:cubicBezTo>
                  <a:pt x="51881" y="28575"/>
                  <a:pt x="47625" y="32831"/>
                  <a:pt x="47625" y="38100"/>
                </a:cubicBezTo>
                <a:close/>
                <a:moveTo>
                  <a:pt x="54769" y="109537"/>
                </a:moveTo>
                <a:cubicBezTo>
                  <a:pt x="50810" y="109537"/>
                  <a:pt x="47625" y="112722"/>
                  <a:pt x="47625" y="116681"/>
                </a:cubicBezTo>
                <a:cubicBezTo>
                  <a:pt x="47625" y="120640"/>
                  <a:pt x="50810" y="123825"/>
                  <a:pt x="54769" y="123825"/>
                </a:cubicBezTo>
                <a:lnTo>
                  <a:pt x="126206" y="123825"/>
                </a:lnTo>
                <a:cubicBezTo>
                  <a:pt x="130165" y="123825"/>
                  <a:pt x="133350" y="120640"/>
                  <a:pt x="133350" y="116681"/>
                </a:cubicBezTo>
                <a:cubicBezTo>
                  <a:pt x="133350" y="112722"/>
                  <a:pt x="130165" y="109537"/>
                  <a:pt x="126206" y="109537"/>
                </a:cubicBezTo>
                <a:lnTo>
                  <a:pt x="54769" y="109537"/>
                </a:lnTo>
                <a:close/>
                <a:moveTo>
                  <a:pt x="47625" y="88106"/>
                </a:moveTo>
                <a:cubicBezTo>
                  <a:pt x="47625" y="92065"/>
                  <a:pt x="50810" y="95250"/>
                  <a:pt x="54769" y="95250"/>
                </a:cubicBezTo>
                <a:lnTo>
                  <a:pt x="126206" y="95250"/>
                </a:lnTo>
                <a:cubicBezTo>
                  <a:pt x="130165" y="95250"/>
                  <a:pt x="133350" y="92065"/>
                  <a:pt x="133350" y="88106"/>
                </a:cubicBezTo>
                <a:cubicBezTo>
                  <a:pt x="133350" y="84147"/>
                  <a:pt x="130165" y="80962"/>
                  <a:pt x="126206" y="80962"/>
                </a:cubicBezTo>
                <a:lnTo>
                  <a:pt x="54769" y="80962"/>
                </a:lnTo>
                <a:cubicBezTo>
                  <a:pt x="50810" y="80962"/>
                  <a:pt x="47625" y="84147"/>
                  <a:pt x="47625" y="88106"/>
                </a:cubicBezTo>
                <a:close/>
                <a:moveTo>
                  <a:pt x="107156" y="52388"/>
                </a:moveTo>
                <a:cubicBezTo>
                  <a:pt x="103197" y="52388"/>
                  <a:pt x="100013" y="55572"/>
                  <a:pt x="100013" y="59531"/>
                </a:cubicBezTo>
                <a:cubicBezTo>
                  <a:pt x="100013" y="63490"/>
                  <a:pt x="103197" y="66675"/>
                  <a:pt x="107156" y="66675"/>
                </a:cubicBezTo>
                <a:lnTo>
                  <a:pt x="126206" y="66675"/>
                </a:lnTo>
                <a:cubicBezTo>
                  <a:pt x="130165" y="66675"/>
                  <a:pt x="133350" y="63490"/>
                  <a:pt x="133350" y="59531"/>
                </a:cubicBezTo>
                <a:cubicBezTo>
                  <a:pt x="133350" y="55572"/>
                  <a:pt x="130165" y="52388"/>
                  <a:pt x="126206" y="52388"/>
                </a:cubicBezTo>
                <a:lnTo>
                  <a:pt x="107156" y="52388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5433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Noticias falsas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37719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Información errónea en redes sociales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2291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4375" y="4381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Fotos editadas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572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Manipulación visual con 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50292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51816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51435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" y="537210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Cuentas automatizadas generando datos falsos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414463"/>
            <a:ext cx="5591175" cy="2600325"/>
          </a:xfrm>
          <a:custGeom>
            <a:avLst/>
            <a:gdLst/>
            <a:ahLst/>
            <a:cxnLst/>
            <a:rect l="l" t="t" r="r" b="b"/>
            <a:pathLst>
              <a:path w="5591175" h="2600325">
                <a:moveTo>
                  <a:pt x="114310" y="0"/>
                </a:moveTo>
                <a:lnTo>
                  <a:pt x="5476865" y="0"/>
                </a:lnTo>
                <a:cubicBezTo>
                  <a:pt x="5539997" y="0"/>
                  <a:pt x="5591175" y="51178"/>
                  <a:pt x="5591175" y="114310"/>
                </a:cubicBezTo>
                <a:lnTo>
                  <a:pt x="5591175" y="2486015"/>
                </a:lnTo>
                <a:cubicBezTo>
                  <a:pt x="5591175" y="2549147"/>
                  <a:pt x="5539997" y="2600325"/>
                  <a:pt x="5476865" y="2600325"/>
                </a:cubicBezTo>
                <a:lnTo>
                  <a:pt x="114310" y="2600325"/>
                </a:lnTo>
                <a:cubicBezTo>
                  <a:pt x="51178" y="2600325"/>
                  <a:pt x="0" y="2549147"/>
                  <a:pt x="0" y="2486015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2706" y="16573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60972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Riesgo de sesgos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10325" y="2028825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entrenas una IA con datos sesgados, la IA puede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discriminar sin querer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0325" y="2428875"/>
            <a:ext cx="5200650" cy="552450"/>
          </a:xfrm>
          <a:custGeom>
            <a:avLst/>
            <a:gdLst/>
            <a:ahLst/>
            <a:cxnLst/>
            <a:rect l="l" t="t" r="r" b="b"/>
            <a:pathLst>
              <a:path w="5200650" h="55245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476251"/>
                </a:lnTo>
                <a:cubicBezTo>
                  <a:pt x="5200650" y="518334"/>
                  <a:pt x="5166534" y="552450"/>
                  <a:pt x="5124451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62725" y="2581275"/>
            <a:ext cx="4972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Solo fotos de personas de un tipo de piel → IA con sesgo racial.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5063" y="4176712"/>
            <a:ext cx="5591175" cy="1724025"/>
          </a:xfrm>
          <a:custGeom>
            <a:avLst/>
            <a:gdLst/>
            <a:ahLst/>
            <a:cxnLst/>
            <a:rect l="l" t="t" r="r" b="b"/>
            <a:pathLst>
              <a:path w="5591175" h="1724025">
                <a:moveTo>
                  <a:pt x="114303" y="0"/>
                </a:moveTo>
                <a:lnTo>
                  <a:pt x="5476872" y="0"/>
                </a:lnTo>
                <a:cubicBezTo>
                  <a:pt x="5539958" y="0"/>
                  <a:pt x="5591175" y="51217"/>
                  <a:pt x="5591175" y="114303"/>
                </a:cubicBezTo>
                <a:lnTo>
                  <a:pt x="5591175" y="1609722"/>
                </a:lnTo>
                <a:cubicBezTo>
                  <a:pt x="5591175" y="1672808"/>
                  <a:pt x="5539958" y="1724025"/>
                  <a:pt x="5476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3422" y="44196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6793" y="51368"/>
                </a:moveTo>
                <a:lnTo>
                  <a:pt x="50531" y="45106"/>
                </a:lnTo>
                <a:cubicBezTo>
                  <a:pt x="46345" y="40920"/>
                  <a:pt x="46345" y="34123"/>
                  <a:pt x="50531" y="29937"/>
                </a:cubicBezTo>
                <a:lnTo>
                  <a:pt x="88940" y="-8506"/>
                </a:lnTo>
                <a:cubicBezTo>
                  <a:pt x="93125" y="-12691"/>
                  <a:pt x="99923" y="-12691"/>
                  <a:pt x="104109" y="-8506"/>
                </a:cubicBezTo>
                <a:lnTo>
                  <a:pt x="110371" y="-2210"/>
                </a:lnTo>
                <a:cubicBezTo>
                  <a:pt x="114557" y="1976"/>
                  <a:pt x="114557" y="8773"/>
                  <a:pt x="110371" y="12959"/>
                </a:cubicBezTo>
                <a:lnTo>
                  <a:pt x="71962" y="51368"/>
                </a:lnTo>
                <a:cubicBezTo>
                  <a:pt x="67776" y="55554"/>
                  <a:pt x="60979" y="55554"/>
                  <a:pt x="56793" y="51368"/>
                </a:cubicBezTo>
                <a:close/>
                <a:moveTo>
                  <a:pt x="92422" y="70891"/>
                </a:moveTo>
                <a:lnTo>
                  <a:pt x="81908" y="60376"/>
                </a:lnTo>
                <a:lnTo>
                  <a:pt x="119412" y="22871"/>
                </a:lnTo>
                <a:lnTo>
                  <a:pt x="159395" y="62854"/>
                </a:lnTo>
                <a:lnTo>
                  <a:pt x="121890" y="100359"/>
                </a:lnTo>
                <a:lnTo>
                  <a:pt x="111376" y="89844"/>
                </a:lnTo>
                <a:lnTo>
                  <a:pt x="33687" y="167532"/>
                </a:lnTo>
                <a:cubicBezTo>
                  <a:pt x="28463" y="172756"/>
                  <a:pt x="19991" y="172756"/>
                  <a:pt x="14734" y="167532"/>
                </a:cubicBezTo>
                <a:cubicBezTo>
                  <a:pt x="9477" y="162308"/>
                  <a:pt x="9510" y="153836"/>
                  <a:pt x="14734" y="148579"/>
                </a:cubicBezTo>
                <a:lnTo>
                  <a:pt x="92422" y="70891"/>
                </a:lnTo>
                <a:close/>
                <a:moveTo>
                  <a:pt x="130898" y="125440"/>
                </a:moveTo>
                <a:cubicBezTo>
                  <a:pt x="126712" y="121254"/>
                  <a:pt x="126712" y="114456"/>
                  <a:pt x="130898" y="110270"/>
                </a:cubicBezTo>
                <a:lnTo>
                  <a:pt x="169307" y="71862"/>
                </a:lnTo>
                <a:cubicBezTo>
                  <a:pt x="173493" y="67676"/>
                  <a:pt x="180290" y="67676"/>
                  <a:pt x="184476" y="71862"/>
                </a:cubicBezTo>
                <a:lnTo>
                  <a:pt x="190738" y="78124"/>
                </a:lnTo>
                <a:cubicBezTo>
                  <a:pt x="194924" y="82309"/>
                  <a:pt x="194924" y="89107"/>
                  <a:pt x="190738" y="93293"/>
                </a:cubicBezTo>
                <a:lnTo>
                  <a:pt x="152329" y="131735"/>
                </a:lnTo>
                <a:cubicBezTo>
                  <a:pt x="148144" y="135921"/>
                  <a:pt x="141346" y="135921"/>
                  <a:pt x="137160" y="131735"/>
                </a:cubicBezTo>
                <a:lnTo>
                  <a:pt x="130898" y="125473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3719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Regulaciones: EU AI Act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9375" y="4829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6" name="Text 34"/>
          <p:cNvSpPr/>
          <p:nvPr/>
        </p:nvSpPr>
        <p:spPr>
          <a:xfrm>
            <a:off x="6715125" y="479107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plena aplicación desde agosto 2024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9375" y="5172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8" name="Text 36"/>
          <p:cNvSpPr/>
          <p:nvPr/>
        </p:nvSpPr>
        <p:spPr>
          <a:xfrm>
            <a:off x="6715125" y="5133975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Obligaciones altas en 2026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29375" y="5514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0" name="Text 38"/>
          <p:cNvSpPr/>
          <p:nvPr/>
        </p:nvSpPr>
        <p:spPr>
          <a:xfrm>
            <a:off x="6715125" y="54768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Exige datos de alta calidad y sin sesgos graves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606266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81079" y="6238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3" name="Text 41"/>
          <p:cNvSpPr/>
          <p:nvPr/>
        </p:nvSpPr>
        <p:spPr>
          <a:xfrm>
            <a:off x="4909691" y="6219825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baja calidad =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de baja calidad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735" y="369735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39493" y="425195"/>
            <a:ext cx="323518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0" y="443682"/>
            <a:ext cx="16268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spc="58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5V DEL BIG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9735" y="813416"/>
            <a:ext cx="6303976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Valor: Extrayendo Insights Significativos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221" y="1368018"/>
            <a:ext cx="6119108" cy="1220124"/>
          </a:xfrm>
          <a:custGeom>
            <a:avLst/>
            <a:gdLst/>
            <a:ahLst/>
            <a:cxnLst/>
            <a:rect l="l" t="t" r="r" b="b"/>
            <a:pathLst>
              <a:path w="6119108" h="1220124">
                <a:moveTo>
                  <a:pt x="36973" y="0"/>
                </a:moveTo>
                <a:lnTo>
                  <a:pt x="6008187" y="0"/>
                </a:lnTo>
                <a:cubicBezTo>
                  <a:pt x="6069447" y="0"/>
                  <a:pt x="6119108" y="49661"/>
                  <a:pt x="6119108" y="110922"/>
                </a:cubicBezTo>
                <a:lnTo>
                  <a:pt x="6119108" y="1109203"/>
                </a:lnTo>
                <a:cubicBezTo>
                  <a:pt x="6119108" y="1170463"/>
                  <a:pt x="6069447" y="1220124"/>
                  <a:pt x="6008187" y="1220124"/>
                </a:cubicBezTo>
                <a:lnTo>
                  <a:pt x="36973" y="1220124"/>
                </a:lnTo>
                <a:cubicBezTo>
                  <a:pt x="16554" y="1220124"/>
                  <a:pt x="0" y="1203571"/>
                  <a:pt x="0" y="118315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8221" y="1368018"/>
            <a:ext cx="36973" cy="1220124"/>
          </a:xfrm>
          <a:custGeom>
            <a:avLst/>
            <a:gdLst/>
            <a:ahLst/>
            <a:cxnLst/>
            <a:rect l="l" t="t" r="r" b="b"/>
            <a:pathLst>
              <a:path w="36973" h="1220124">
                <a:moveTo>
                  <a:pt x="36973" y="0"/>
                </a:moveTo>
                <a:lnTo>
                  <a:pt x="36973" y="0"/>
                </a:lnTo>
                <a:lnTo>
                  <a:pt x="36973" y="1220124"/>
                </a:lnTo>
                <a:lnTo>
                  <a:pt x="36973" y="1220124"/>
                </a:lnTo>
                <a:cubicBezTo>
                  <a:pt x="16554" y="1220124"/>
                  <a:pt x="0" y="1203571"/>
                  <a:pt x="0" y="1183151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Shape 6"/>
          <p:cNvSpPr/>
          <p:nvPr/>
        </p:nvSpPr>
        <p:spPr>
          <a:xfrm>
            <a:off x="614684" y="1589859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42137" y="12204"/>
                </a:moveTo>
                <a:cubicBezTo>
                  <a:pt x="43762" y="10002"/>
                  <a:pt x="46361" y="8666"/>
                  <a:pt x="49105" y="8666"/>
                </a:cubicBezTo>
                <a:lnTo>
                  <a:pt x="135762" y="8666"/>
                </a:lnTo>
                <a:cubicBezTo>
                  <a:pt x="138506" y="8666"/>
                  <a:pt x="141106" y="9966"/>
                  <a:pt x="142731" y="12204"/>
                </a:cubicBezTo>
                <a:lnTo>
                  <a:pt x="183170" y="67087"/>
                </a:lnTo>
                <a:cubicBezTo>
                  <a:pt x="185626" y="70408"/>
                  <a:pt x="185373" y="74994"/>
                  <a:pt x="182629" y="78063"/>
                </a:cubicBezTo>
                <a:lnTo>
                  <a:pt x="98861" y="170497"/>
                </a:lnTo>
                <a:cubicBezTo>
                  <a:pt x="97236" y="172302"/>
                  <a:pt x="94889" y="173349"/>
                  <a:pt x="92434" y="173349"/>
                </a:cubicBezTo>
                <a:cubicBezTo>
                  <a:pt x="89978" y="173349"/>
                  <a:pt x="87668" y="172302"/>
                  <a:pt x="86007" y="170497"/>
                </a:cubicBezTo>
                <a:lnTo>
                  <a:pt x="2239" y="78063"/>
                </a:lnTo>
                <a:cubicBezTo>
                  <a:pt x="-542" y="74994"/>
                  <a:pt x="-758" y="70408"/>
                  <a:pt x="1697" y="67087"/>
                </a:cubicBezTo>
                <a:lnTo>
                  <a:pt x="42137" y="12204"/>
                </a:lnTo>
                <a:close/>
                <a:moveTo>
                  <a:pt x="56038" y="26575"/>
                </a:moveTo>
                <a:cubicBezTo>
                  <a:pt x="54846" y="27477"/>
                  <a:pt x="54521" y="29102"/>
                  <a:pt x="55280" y="30366"/>
                </a:cubicBezTo>
                <a:lnTo>
                  <a:pt x="76005" y="64920"/>
                </a:lnTo>
                <a:lnTo>
                  <a:pt x="22856" y="69325"/>
                </a:lnTo>
                <a:cubicBezTo>
                  <a:pt x="21375" y="69434"/>
                  <a:pt x="20220" y="70697"/>
                  <a:pt x="20220" y="72214"/>
                </a:cubicBezTo>
                <a:cubicBezTo>
                  <a:pt x="20220" y="73730"/>
                  <a:pt x="21375" y="74958"/>
                  <a:pt x="22856" y="75102"/>
                </a:cubicBezTo>
                <a:lnTo>
                  <a:pt x="92181" y="80879"/>
                </a:lnTo>
                <a:cubicBezTo>
                  <a:pt x="92325" y="80879"/>
                  <a:pt x="92506" y="80879"/>
                  <a:pt x="92650" y="80879"/>
                </a:cubicBezTo>
                <a:lnTo>
                  <a:pt x="161976" y="75102"/>
                </a:lnTo>
                <a:cubicBezTo>
                  <a:pt x="163456" y="74994"/>
                  <a:pt x="164611" y="73730"/>
                  <a:pt x="164611" y="72214"/>
                </a:cubicBezTo>
                <a:cubicBezTo>
                  <a:pt x="164611" y="70697"/>
                  <a:pt x="163456" y="69470"/>
                  <a:pt x="161976" y="69325"/>
                </a:cubicBezTo>
                <a:lnTo>
                  <a:pt x="108826" y="64884"/>
                </a:lnTo>
                <a:lnTo>
                  <a:pt x="129552" y="30366"/>
                </a:lnTo>
                <a:cubicBezTo>
                  <a:pt x="130310" y="29102"/>
                  <a:pt x="129985" y="27441"/>
                  <a:pt x="128793" y="26575"/>
                </a:cubicBezTo>
                <a:cubicBezTo>
                  <a:pt x="127602" y="25708"/>
                  <a:pt x="125941" y="25853"/>
                  <a:pt x="124930" y="26936"/>
                </a:cubicBezTo>
                <a:lnTo>
                  <a:pt x="92434" y="62176"/>
                </a:lnTo>
                <a:lnTo>
                  <a:pt x="59901" y="26936"/>
                </a:lnTo>
                <a:cubicBezTo>
                  <a:pt x="58890" y="25853"/>
                  <a:pt x="57229" y="25708"/>
                  <a:pt x="56038" y="2657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9" name="Text 7"/>
          <p:cNvSpPr/>
          <p:nvPr/>
        </p:nvSpPr>
        <p:spPr>
          <a:xfrm>
            <a:off x="822660" y="1552886"/>
            <a:ext cx="559223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significa Valor?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1575" y="1922620"/>
            <a:ext cx="5804834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todo ese montón de datos, 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información realmente útil podemos sacar?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valor está en los insights accionables.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9735" y="2736036"/>
            <a:ext cx="6137595" cy="3013337"/>
          </a:xfrm>
          <a:custGeom>
            <a:avLst/>
            <a:gdLst/>
            <a:ahLst/>
            <a:cxnLst/>
            <a:rect l="l" t="t" r="r" b="b"/>
            <a:pathLst>
              <a:path w="6137595" h="3013337">
                <a:moveTo>
                  <a:pt x="110921" y="0"/>
                </a:moveTo>
                <a:lnTo>
                  <a:pt x="6026674" y="0"/>
                </a:lnTo>
                <a:cubicBezTo>
                  <a:pt x="6087934" y="0"/>
                  <a:pt x="6137595" y="49661"/>
                  <a:pt x="6137595" y="110921"/>
                </a:cubicBezTo>
                <a:lnTo>
                  <a:pt x="6137595" y="2902416"/>
                </a:lnTo>
                <a:cubicBezTo>
                  <a:pt x="6137595" y="2963676"/>
                  <a:pt x="6087934" y="3013337"/>
                  <a:pt x="6026674" y="3013337"/>
                </a:cubicBezTo>
                <a:lnTo>
                  <a:pt x="110921" y="3013337"/>
                </a:lnTo>
                <a:cubicBezTo>
                  <a:pt x="49661" y="3013337"/>
                  <a:pt x="0" y="2963676"/>
                  <a:pt x="0" y="2902416"/>
                </a:cubicBezTo>
                <a:lnTo>
                  <a:pt x="0" y="110921"/>
                </a:lnTo>
                <a:cubicBezTo>
                  <a:pt x="0" y="49702"/>
                  <a:pt x="49702" y="0"/>
                  <a:pt x="11092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7710" y="2967121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0" y="83190"/>
                </a:moveTo>
                <a:cubicBezTo>
                  <a:pt x="0" y="37276"/>
                  <a:pt x="37276" y="0"/>
                  <a:pt x="83190" y="0"/>
                </a:cubicBezTo>
                <a:cubicBezTo>
                  <a:pt x="129104" y="0"/>
                  <a:pt x="166381" y="37276"/>
                  <a:pt x="166381" y="83190"/>
                </a:cubicBezTo>
                <a:cubicBezTo>
                  <a:pt x="166381" y="129104"/>
                  <a:pt x="129104" y="166381"/>
                  <a:pt x="83190" y="166381"/>
                </a:cubicBezTo>
                <a:cubicBezTo>
                  <a:pt x="37276" y="166381"/>
                  <a:pt x="0" y="129104"/>
                  <a:pt x="0" y="83190"/>
                </a:cubicBezTo>
                <a:close/>
                <a:moveTo>
                  <a:pt x="61190" y="47802"/>
                </a:moveTo>
                <a:cubicBezTo>
                  <a:pt x="58721" y="49167"/>
                  <a:pt x="57193" y="51799"/>
                  <a:pt x="57193" y="54594"/>
                </a:cubicBezTo>
                <a:lnTo>
                  <a:pt x="57193" y="111787"/>
                </a:lnTo>
                <a:cubicBezTo>
                  <a:pt x="57193" y="114614"/>
                  <a:pt x="58721" y="117214"/>
                  <a:pt x="61190" y="118579"/>
                </a:cubicBezTo>
                <a:cubicBezTo>
                  <a:pt x="63660" y="119944"/>
                  <a:pt x="66650" y="119911"/>
                  <a:pt x="69087" y="118416"/>
                </a:cubicBezTo>
                <a:lnTo>
                  <a:pt x="115881" y="89820"/>
                </a:lnTo>
                <a:cubicBezTo>
                  <a:pt x="118189" y="88390"/>
                  <a:pt x="119619" y="85887"/>
                  <a:pt x="119619" y="83158"/>
                </a:cubicBezTo>
                <a:cubicBezTo>
                  <a:pt x="119619" y="80428"/>
                  <a:pt x="118189" y="77926"/>
                  <a:pt x="115881" y="76496"/>
                </a:cubicBezTo>
                <a:lnTo>
                  <a:pt x="69087" y="47899"/>
                </a:lnTo>
                <a:cubicBezTo>
                  <a:pt x="66682" y="46437"/>
                  <a:pt x="63660" y="46372"/>
                  <a:pt x="61190" y="47737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3" name="Text 11"/>
          <p:cNvSpPr/>
          <p:nvPr/>
        </p:nvSpPr>
        <p:spPr>
          <a:xfrm>
            <a:off x="767199" y="2920904"/>
            <a:ext cx="563845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práctico: Netflix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4602" y="3327612"/>
            <a:ext cx="5767861" cy="443682"/>
          </a:xfrm>
          <a:custGeom>
            <a:avLst/>
            <a:gdLst/>
            <a:ahLst/>
            <a:cxnLst/>
            <a:rect l="l" t="t" r="r" b="b"/>
            <a:pathLst>
              <a:path w="5767861" h="443682">
                <a:moveTo>
                  <a:pt x="73948" y="0"/>
                </a:moveTo>
                <a:lnTo>
                  <a:pt x="5693912" y="0"/>
                </a:lnTo>
                <a:cubicBezTo>
                  <a:pt x="5734753" y="0"/>
                  <a:pt x="5767861" y="33108"/>
                  <a:pt x="5767861" y="73948"/>
                </a:cubicBezTo>
                <a:lnTo>
                  <a:pt x="5767861" y="369733"/>
                </a:lnTo>
                <a:cubicBezTo>
                  <a:pt x="5767861" y="410574"/>
                  <a:pt x="5734753" y="443682"/>
                  <a:pt x="5693912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4766" y="3475506"/>
            <a:ext cx="166381" cy="147894"/>
          </a:xfrm>
          <a:custGeom>
            <a:avLst/>
            <a:gdLst/>
            <a:ahLst/>
            <a:cxnLst/>
            <a:rect l="l" t="t" r="r" b="b"/>
            <a:pathLst>
              <a:path w="166381" h="147894">
                <a:moveTo>
                  <a:pt x="18487" y="27730"/>
                </a:moveTo>
                <a:lnTo>
                  <a:pt x="18487" y="97055"/>
                </a:lnTo>
                <a:lnTo>
                  <a:pt x="147894" y="97055"/>
                </a:lnTo>
                <a:lnTo>
                  <a:pt x="147894" y="27730"/>
                </a:lnTo>
                <a:lnTo>
                  <a:pt x="18487" y="27730"/>
                </a:lnTo>
                <a:close/>
                <a:moveTo>
                  <a:pt x="0" y="27730"/>
                </a:moveTo>
                <a:cubicBezTo>
                  <a:pt x="0" y="17534"/>
                  <a:pt x="8290" y="9243"/>
                  <a:pt x="18487" y="9243"/>
                </a:cubicBezTo>
                <a:lnTo>
                  <a:pt x="147894" y="9243"/>
                </a:lnTo>
                <a:cubicBezTo>
                  <a:pt x="158090" y="9243"/>
                  <a:pt x="166381" y="17534"/>
                  <a:pt x="166381" y="27730"/>
                </a:cubicBezTo>
                <a:lnTo>
                  <a:pt x="166381" y="97055"/>
                </a:lnTo>
                <a:cubicBezTo>
                  <a:pt x="166381" y="107252"/>
                  <a:pt x="158090" y="115542"/>
                  <a:pt x="147894" y="115542"/>
                </a:cubicBezTo>
                <a:lnTo>
                  <a:pt x="18487" y="115542"/>
                </a:lnTo>
                <a:cubicBezTo>
                  <a:pt x="8290" y="115542"/>
                  <a:pt x="0" y="107252"/>
                  <a:pt x="0" y="97055"/>
                </a:cubicBezTo>
                <a:lnTo>
                  <a:pt x="0" y="27730"/>
                </a:lnTo>
                <a:close/>
                <a:moveTo>
                  <a:pt x="46217" y="129407"/>
                </a:moveTo>
                <a:lnTo>
                  <a:pt x="120164" y="129407"/>
                </a:lnTo>
                <a:cubicBezTo>
                  <a:pt x="125276" y="129407"/>
                  <a:pt x="129407" y="133538"/>
                  <a:pt x="129407" y="138650"/>
                </a:cubicBezTo>
                <a:cubicBezTo>
                  <a:pt x="129407" y="143763"/>
                  <a:pt x="125276" y="147894"/>
                  <a:pt x="120164" y="147894"/>
                </a:cubicBezTo>
                <a:lnTo>
                  <a:pt x="46217" y="147894"/>
                </a:lnTo>
                <a:cubicBezTo>
                  <a:pt x="41104" y="147894"/>
                  <a:pt x="36973" y="143763"/>
                  <a:pt x="36973" y="138650"/>
                </a:cubicBezTo>
                <a:cubicBezTo>
                  <a:pt x="36973" y="133538"/>
                  <a:pt x="41104" y="129407"/>
                  <a:pt x="46217" y="12940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4"/>
          <p:cNvSpPr/>
          <p:nvPr/>
        </p:nvSpPr>
        <p:spPr>
          <a:xfrm>
            <a:off x="961310" y="3438532"/>
            <a:ext cx="1469695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Analiza </a:t>
            </a:r>
            <a:pPr>
              <a:lnSpc>
                <a:spcPct val="130000"/>
              </a:lnSpc>
            </a:pPr>
            <a:r>
              <a:rPr lang="en-US" sz="1165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qué series ves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4602" y="3882214"/>
            <a:ext cx="5767861" cy="443682"/>
          </a:xfrm>
          <a:custGeom>
            <a:avLst/>
            <a:gdLst/>
            <a:ahLst/>
            <a:cxnLst/>
            <a:rect l="l" t="t" r="r" b="b"/>
            <a:pathLst>
              <a:path w="5767861" h="443682">
                <a:moveTo>
                  <a:pt x="73948" y="0"/>
                </a:moveTo>
                <a:lnTo>
                  <a:pt x="5693912" y="0"/>
                </a:lnTo>
                <a:cubicBezTo>
                  <a:pt x="5734753" y="0"/>
                  <a:pt x="5767861" y="33108"/>
                  <a:pt x="5767861" y="73948"/>
                </a:cubicBezTo>
                <a:lnTo>
                  <a:pt x="5767861" y="369733"/>
                </a:lnTo>
                <a:cubicBezTo>
                  <a:pt x="5767861" y="410574"/>
                  <a:pt x="5734753" y="443682"/>
                  <a:pt x="5693912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4009" y="4030108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0"/>
                </a:moveTo>
                <a:cubicBezTo>
                  <a:pt x="114759" y="0"/>
                  <a:pt x="147894" y="33135"/>
                  <a:pt x="147894" y="73947"/>
                </a:cubicBezTo>
                <a:cubicBezTo>
                  <a:pt x="147894" y="114759"/>
                  <a:pt x="114759" y="147894"/>
                  <a:pt x="73947" y="147894"/>
                </a:cubicBezTo>
                <a:cubicBezTo>
                  <a:pt x="33135" y="147894"/>
                  <a:pt x="0" y="114759"/>
                  <a:pt x="0" y="73947"/>
                </a:cubicBezTo>
                <a:cubicBezTo>
                  <a:pt x="0" y="33135"/>
                  <a:pt x="33135" y="0"/>
                  <a:pt x="73947" y="0"/>
                </a:cubicBezTo>
                <a:close/>
                <a:moveTo>
                  <a:pt x="67014" y="34663"/>
                </a:moveTo>
                <a:lnTo>
                  <a:pt x="67014" y="73947"/>
                </a:lnTo>
                <a:cubicBezTo>
                  <a:pt x="67014" y="76258"/>
                  <a:pt x="68170" y="78424"/>
                  <a:pt x="70105" y="79724"/>
                </a:cubicBezTo>
                <a:lnTo>
                  <a:pt x="97835" y="98211"/>
                </a:lnTo>
                <a:cubicBezTo>
                  <a:pt x="101013" y="100348"/>
                  <a:pt x="105317" y="99482"/>
                  <a:pt x="107454" y="96275"/>
                </a:cubicBezTo>
                <a:cubicBezTo>
                  <a:pt x="109592" y="93069"/>
                  <a:pt x="108725" y="88794"/>
                  <a:pt x="105519" y="86657"/>
                </a:cubicBezTo>
                <a:lnTo>
                  <a:pt x="80879" y="70250"/>
                </a:lnTo>
                <a:lnTo>
                  <a:pt x="80879" y="34663"/>
                </a:lnTo>
                <a:cubicBezTo>
                  <a:pt x="80879" y="30821"/>
                  <a:pt x="77789" y="27730"/>
                  <a:pt x="73947" y="27730"/>
                </a:cubicBezTo>
                <a:cubicBezTo>
                  <a:pt x="70105" y="27730"/>
                  <a:pt x="67014" y="30821"/>
                  <a:pt x="67014" y="3466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9" name="Text 17"/>
          <p:cNvSpPr/>
          <p:nvPr/>
        </p:nvSpPr>
        <p:spPr>
          <a:xfrm>
            <a:off x="961310" y="3993134"/>
            <a:ext cx="174699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Mide </a:t>
            </a:r>
            <a:pPr>
              <a:lnSpc>
                <a:spcPct val="130000"/>
              </a:lnSpc>
            </a:pPr>
            <a:r>
              <a:rPr lang="en-US" sz="1165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cuánto tiempo miras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4602" y="4436816"/>
            <a:ext cx="5767861" cy="443682"/>
          </a:xfrm>
          <a:custGeom>
            <a:avLst/>
            <a:gdLst/>
            <a:ahLst/>
            <a:cxnLst/>
            <a:rect l="l" t="t" r="r" b="b"/>
            <a:pathLst>
              <a:path w="5767861" h="443682">
                <a:moveTo>
                  <a:pt x="73948" y="0"/>
                </a:moveTo>
                <a:lnTo>
                  <a:pt x="5693912" y="0"/>
                </a:lnTo>
                <a:cubicBezTo>
                  <a:pt x="5734753" y="0"/>
                  <a:pt x="5767861" y="33108"/>
                  <a:pt x="5767861" y="73948"/>
                </a:cubicBezTo>
                <a:lnTo>
                  <a:pt x="5767861" y="369733"/>
                </a:lnTo>
                <a:cubicBezTo>
                  <a:pt x="5767861" y="410574"/>
                  <a:pt x="5734753" y="443682"/>
                  <a:pt x="5693912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4766" y="4584710"/>
            <a:ext cx="166381" cy="147894"/>
          </a:xfrm>
          <a:custGeom>
            <a:avLst/>
            <a:gdLst/>
            <a:ahLst/>
            <a:cxnLst/>
            <a:rect l="l" t="t" r="r" b="b"/>
            <a:pathLst>
              <a:path w="166381" h="147894">
                <a:moveTo>
                  <a:pt x="107367" y="12450"/>
                </a:moveTo>
                <a:cubicBezTo>
                  <a:pt x="104017" y="9243"/>
                  <a:pt x="99077" y="8348"/>
                  <a:pt x="94831" y="10168"/>
                </a:cubicBezTo>
                <a:cubicBezTo>
                  <a:pt x="90585" y="11987"/>
                  <a:pt x="87812" y="16176"/>
                  <a:pt x="87812" y="20798"/>
                </a:cubicBezTo>
                <a:lnTo>
                  <a:pt x="87812" y="60169"/>
                </a:lnTo>
                <a:lnTo>
                  <a:pt x="38042" y="12479"/>
                </a:lnTo>
                <a:cubicBezTo>
                  <a:pt x="34692" y="9243"/>
                  <a:pt x="29752" y="8348"/>
                  <a:pt x="25506" y="10168"/>
                </a:cubicBezTo>
                <a:cubicBezTo>
                  <a:pt x="21260" y="11987"/>
                  <a:pt x="18487" y="16176"/>
                  <a:pt x="18487" y="20798"/>
                </a:cubicBezTo>
                <a:lnTo>
                  <a:pt x="18487" y="127096"/>
                </a:lnTo>
                <a:cubicBezTo>
                  <a:pt x="18487" y="131718"/>
                  <a:pt x="21260" y="135906"/>
                  <a:pt x="25506" y="137726"/>
                </a:cubicBezTo>
                <a:cubicBezTo>
                  <a:pt x="29752" y="139546"/>
                  <a:pt x="34692" y="138650"/>
                  <a:pt x="38042" y="135444"/>
                </a:cubicBezTo>
                <a:lnTo>
                  <a:pt x="87812" y="87725"/>
                </a:lnTo>
                <a:lnTo>
                  <a:pt x="87812" y="127096"/>
                </a:lnTo>
                <a:cubicBezTo>
                  <a:pt x="87812" y="131718"/>
                  <a:pt x="90585" y="135906"/>
                  <a:pt x="94831" y="137726"/>
                </a:cubicBezTo>
                <a:cubicBezTo>
                  <a:pt x="99077" y="139546"/>
                  <a:pt x="104017" y="138650"/>
                  <a:pt x="107367" y="135444"/>
                </a:cubicBezTo>
                <a:lnTo>
                  <a:pt x="162828" y="82295"/>
                </a:lnTo>
                <a:cubicBezTo>
                  <a:pt x="165110" y="80128"/>
                  <a:pt x="166381" y="77095"/>
                  <a:pt x="166381" y="73947"/>
                </a:cubicBezTo>
                <a:cubicBezTo>
                  <a:pt x="166381" y="70798"/>
                  <a:pt x="165081" y="67794"/>
                  <a:pt x="162828" y="65599"/>
                </a:cubicBezTo>
                <a:lnTo>
                  <a:pt x="107367" y="1245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2" name="Text 20"/>
          <p:cNvSpPr/>
          <p:nvPr/>
        </p:nvSpPr>
        <p:spPr>
          <a:xfrm>
            <a:off x="961310" y="4547736"/>
            <a:ext cx="164531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 si </a:t>
            </a:r>
            <a:pPr>
              <a:lnSpc>
                <a:spcPct val="130000"/>
              </a:lnSpc>
            </a:pPr>
            <a:r>
              <a:rPr lang="en-US" sz="1165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saltas escenas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9224" y="5033013"/>
            <a:ext cx="5758617" cy="526872"/>
          </a:xfrm>
          <a:custGeom>
            <a:avLst/>
            <a:gdLst/>
            <a:ahLst/>
            <a:cxnLst/>
            <a:rect l="l" t="t" r="r" b="b"/>
            <a:pathLst>
              <a:path w="5758617" h="526872">
                <a:moveTo>
                  <a:pt x="73946" y="0"/>
                </a:moveTo>
                <a:lnTo>
                  <a:pt x="5684671" y="0"/>
                </a:lnTo>
                <a:cubicBezTo>
                  <a:pt x="5725483" y="0"/>
                  <a:pt x="5758617" y="33134"/>
                  <a:pt x="5758617" y="73946"/>
                </a:cubicBezTo>
                <a:lnTo>
                  <a:pt x="5758617" y="452925"/>
                </a:lnTo>
                <a:cubicBezTo>
                  <a:pt x="5758617" y="493738"/>
                  <a:pt x="5725483" y="526872"/>
                  <a:pt x="5684671" y="526872"/>
                </a:cubicBezTo>
                <a:lnTo>
                  <a:pt x="73946" y="526872"/>
                </a:lnTo>
                <a:cubicBezTo>
                  <a:pt x="33134" y="526872"/>
                  <a:pt x="0" y="493738"/>
                  <a:pt x="0" y="452925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 w="12700">
            <a:solidFill>
              <a:srgbClr val="C8A46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766" y="5185528"/>
            <a:ext cx="5527533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Usa eso para recomendarte mejor contenido y mantenerte enganchado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4356" y="5901889"/>
            <a:ext cx="6128352" cy="952067"/>
          </a:xfrm>
          <a:custGeom>
            <a:avLst/>
            <a:gdLst/>
            <a:ahLst/>
            <a:cxnLst/>
            <a:rect l="l" t="t" r="r" b="b"/>
            <a:pathLst>
              <a:path w="6128352" h="952067">
                <a:moveTo>
                  <a:pt x="110916" y="0"/>
                </a:moveTo>
                <a:lnTo>
                  <a:pt x="6017436" y="0"/>
                </a:lnTo>
                <a:cubicBezTo>
                  <a:pt x="6078693" y="0"/>
                  <a:pt x="6128352" y="49659"/>
                  <a:pt x="6128352" y="110916"/>
                </a:cubicBezTo>
                <a:lnTo>
                  <a:pt x="6128352" y="841151"/>
                </a:lnTo>
                <a:cubicBezTo>
                  <a:pt x="6128352" y="902408"/>
                  <a:pt x="6078693" y="952067"/>
                  <a:pt x="6017436" y="952067"/>
                </a:cubicBezTo>
                <a:lnTo>
                  <a:pt x="110916" y="952067"/>
                </a:lnTo>
                <a:cubicBezTo>
                  <a:pt x="49659" y="952067"/>
                  <a:pt x="0" y="902408"/>
                  <a:pt x="0" y="841151"/>
                </a:cubicBezTo>
                <a:lnTo>
                  <a:pt x="0" y="110916"/>
                </a:lnTo>
                <a:cubicBezTo>
                  <a:pt x="0" y="49700"/>
                  <a:pt x="49700" y="0"/>
                  <a:pt x="110916" y="0"/>
                </a:cubicBezTo>
                <a:close/>
              </a:path>
            </a:pathLst>
          </a:custGeom>
          <a:solidFill>
            <a:srgbClr val="C8A464">
              <a:alpha val="10196"/>
            </a:srgbClr>
          </a:solidFill>
          <a:ln w="12700">
            <a:solidFill>
              <a:srgbClr val="C8A464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50" y="6137595"/>
            <a:ext cx="103988" cy="166381"/>
          </a:xfrm>
          <a:custGeom>
            <a:avLst/>
            <a:gdLst/>
            <a:ahLst/>
            <a:cxnLst/>
            <a:rect l="l" t="t" r="r" b="b"/>
            <a:pathLst>
              <a:path w="103988" h="166381">
                <a:moveTo>
                  <a:pt x="44195" y="7799"/>
                </a:moveTo>
                <a:cubicBezTo>
                  <a:pt x="44195" y="3477"/>
                  <a:pt x="47672" y="0"/>
                  <a:pt x="51994" y="0"/>
                </a:cubicBezTo>
                <a:cubicBezTo>
                  <a:pt x="56316" y="0"/>
                  <a:pt x="59793" y="3477"/>
                  <a:pt x="59793" y="7799"/>
                </a:cubicBezTo>
                <a:lnTo>
                  <a:pt x="59793" y="20798"/>
                </a:lnTo>
                <a:lnTo>
                  <a:pt x="77991" y="20798"/>
                </a:lnTo>
                <a:cubicBezTo>
                  <a:pt x="83743" y="20798"/>
                  <a:pt x="88390" y="25445"/>
                  <a:pt x="88390" y="31196"/>
                </a:cubicBezTo>
                <a:cubicBezTo>
                  <a:pt x="88390" y="36948"/>
                  <a:pt x="83743" y="41595"/>
                  <a:pt x="77991" y="41595"/>
                </a:cubicBezTo>
                <a:lnTo>
                  <a:pt x="40653" y="41595"/>
                </a:lnTo>
                <a:cubicBezTo>
                  <a:pt x="32561" y="41595"/>
                  <a:pt x="25997" y="48159"/>
                  <a:pt x="25997" y="56251"/>
                </a:cubicBezTo>
                <a:cubicBezTo>
                  <a:pt x="25997" y="63563"/>
                  <a:pt x="31359" y="69737"/>
                  <a:pt x="38573" y="70777"/>
                </a:cubicBezTo>
                <a:lnTo>
                  <a:pt x="68340" y="75034"/>
                </a:lnTo>
                <a:cubicBezTo>
                  <a:pt x="85822" y="77536"/>
                  <a:pt x="98788" y="92484"/>
                  <a:pt x="98788" y="110130"/>
                </a:cubicBezTo>
                <a:cubicBezTo>
                  <a:pt x="98788" y="129725"/>
                  <a:pt x="82898" y="145583"/>
                  <a:pt x="63335" y="145583"/>
                </a:cubicBezTo>
                <a:lnTo>
                  <a:pt x="59793" y="145583"/>
                </a:lnTo>
                <a:lnTo>
                  <a:pt x="59793" y="158582"/>
                </a:lnTo>
                <a:cubicBezTo>
                  <a:pt x="59793" y="162903"/>
                  <a:pt x="56316" y="166381"/>
                  <a:pt x="51994" y="166381"/>
                </a:cubicBezTo>
                <a:cubicBezTo>
                  <a:pt x="47672" y="166381"/>
                  <a:pt x="44195" y="162903"/>
                  <a:pt x="44195" y="158582"/>
                </a:cubicBezTo>
                <a:lnTo>
                  <a:pt x="44195" y="145583"/>
                </a:lnTo>
                <a:lnTo>
                  <a:pt x="20798" y="145583"/>
                </a:lnTo>
                <a:cubicBezTo>
                  <a:pt x="15046" y="145583"/>
                  <a:pt x="10399" y="140936"/>
                  <a:pt x="10399" y="135184"/>
                </a:cubicBezTo>
                <a:cubicBezTo>
                  <a:pt x="10399" y="129432"/>
                  <a:pt x="15046" y="124785"/>
                  <a:pt x="20798" y="124785"/>
                </a:cubicBezTo>
                <a:lnTo>
                  <a:pt x="63335" y="124785"/>
                </a:lnTo>
                <a:cubicBezTo>
                  <a:pt x="71427" y="124785"/>
                  <a:pt x="77991" y="118221"/>
                  <a:pt x="77991" y="110130"/>
                </a:cubicBezTo>
                <a:cubicBezTo>
                  <a:pt x="77991" y="102818"/>
                  <a:pt x="72629" y="96644"/>
                  <a:pt x="65415" y="95604"/>
                </a:cubicBezTo>
                <a:lnTo>
                  <a:pt x="35648" y="91347"/>
                </a:lnTo>
                <a:cubicBezTo>
                  <a:pt x="18165" y="88877"/>
                  <a:pt x="5199" y="73896"/>
                  <a:pt x="5199" y="56251"/>
                </a:cubicBezTo>
                <a:cubicBezTo>
                  <a:pt x="5199" y="36688"/>
                  <a:pt x="21090" y="20798"/>
                  <a:pt x="40653" y="20798"/>
                </a:cubicBezTo>
                <a:lnTo>
                  <a:pt x="44195" y="20798"/>
                </a:lnTo>
                <a:lnTo>
                  <a:pt x="44195" y="7799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7" name="Text 25"/>
          <p:cNvSpPr/>
          <p:nvPr/>
        </p:nvSpPr>
        <p:spPr>
          <a:xfrm>
            <a:off x="776443" y="6091378"/>
            <a:ext cx="561996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económico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3845" y="6424139"/>
            <a:ext cx="5823321" cy="24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Ese "valor" genera 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 de millones de dólares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ingresos y eficiencia operativa.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06873" y="614684"/>
            <a:ext cx="5009904" cy="4815794"/>
          </a:xfrm>
          <a:custGeom>
            <a:avLst/>
            <a:gdLst/>
            <a:ahLst/>
            <a:cxnLst/>
            <a:rect l="l" t="t" r="r" b="b"/>
            <a:pathLst>
              <a:path w="5009904" h="4815794">
                <a:moveTo>
                  <a:pt x="147893" y="0"/>
                </a:moveTo>
                <a:lnTo>
                  <a:pt x="4862011" y="0"/>
                </a:lnTo>
                <a:cubicBezTo>
                  <a:pt x="4943691" y="0"/>
                  <a:pt x="5009904" y="66214"/>
                  <a:pt x="5009904" y="147893"/>
                </a:cubicBezTo>
                <a:lnTo>
                  <a:pt x="5009904" y="4667901"/>
                </a:lnTo>
                <a:cubicBezTo>
                  <a:pt x="5009904" y="4749580"/>
                  <a:pt x="4943691" y="4815794"/>
                  <a:pt x="4862011" y="4815794"/>
                </a:cubicBezTo>
                <a:lnTo>
                  <a:pt x="147893" y="4815794"/>
                </a:lnTo>
                <a:cubicBezTo>
                  <a:pt x="66214" y="4815794"/>
                  <a:pt x="0" y="4749580"/>
                  <a:pt x="0" y="4667901"/>
                </a:cubicBezTo>
                <a:lnTo>
                  <a:pt x="0" y="147893"/>
                </a:lnTo>
                <a:cubicBezTo>
                  <a:pt x="0" y="66269"/>
                  <a:pt x="66269" y="0"/>
                  <a:pt x="147893" y="0"/>
                </a:cubicBez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7875" y="841146"/>
            <a:ext cx="4667900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Verdadero Poder de la 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33335" y="1358775"/>
            <a:ext cx="4556980" cy="850390"/>
          </a:xfrm>
          <a:custGeom>
            <a:avLst/>
            <a:gdLst/>
            <a:ahLst/>
            <a:cxnLst/>
            <a:rect l="l" t="t" r="r" b="b"/>
            <a:pathLst>
              <a:path w="4556980" h="850390">
                <a:moveTo>
                  <a:pt x="110916" y="0"/>
                </a:moveTo>
                <a:lnTo>
                  <a:pt x="4446063" y="0"/>
                </a:lnTo>
                <a:cubicBezTo>
                  <a:pt x="4507321" y="0"/>
                  <a:pt x="4556980" y="49659"/>
                  <a:pt x="4556980" y="110916"/>
                </a:cubicBezTo>
                <a:lnTo>
                  <a:pt x="4556980" y="739473"/>
                </a:lnTo>
                <a:cubicBezTo>
                  <a:pt x="4556980" y="800731"/>
                  <a:pt x="4507321" y="850390"/>
                  <a:pt x="4446063" y="850390"/>
                </a:cubicBezTo>
                <a:lnTo>
                  <a:pt x="110916" y="850390"/>
                </a:lnTo>
                <a:cubicBezTo>
                  <a:pt x="49659" y="850390"/>
                  <a:pt x="0" y="800731"/>
                  <a:pt x="0" y="739473"/>
                </a:cubicBezTo>
                <a:lnTo>
                  <a:pt x="0" y="110916"/>
                </a:lnTo>
                <a:cubicBezTo>
                  <a:pt x="0" y="49659"/>
                  <a:pt x="49659" y="0"/>
                  <a:pt x="1109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04337" y="1543642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50205" y="75102"/>
                </a:moveTo>
                <a:cubicBezTo>
                  <a:pt x="150205" y="91675"/>
                  <a:pt x="144825" y="106985"/>
                  <a:pt x="135762" y="119406"/>
                </a:cubicBezTo>
                <a:lnTo>
                  <a:pt x="181473" y="165153"/>
                </a:lnTo>
                <a:cubicBezTo>
                  <a:pt x="185987" y="169666"/>
                  <a:pt x="185987" y="176996"/>
                  <a:pt x="181473" y="181509"/>
                </a:cubicBezTo>
                <a:cubicBezTo>
                  <a:pt x="176960" y="186023"/>
                  <a:pt x="169630" y="186023"/>
                  <a:pt x="165117" y="181509"/>
                </a:cubicBezTo>
                <a:lnTo>
                  <a:pt x="119406" y="135762"/>
                </a:lnTo>
                <a:cubicBezTo>
                  <a:pt x="106985" y="144825"/>
                  <a:pt x="91675" y="150205"/>
                  <a:pt x="75102" y="150205"/>
                </a:cubicBezTo>
                <a:cubicBezTo>
                  <a:pt x="33616" y="150205"/>
                  <a:pt x="0" y="116589"/>
                  <a:pt x="0" y="75102"/>
                </a:cubicBezTo>
                <a:cubicBezTo>
                  <a:pt x="0" y="33616"/>
                  <a:pt x="33616" y="0"/>
                  <a:pt x="75102" y="0"/>
                </a:cubicBezTo>
                <a:cubicBezTo>
                  <a:pt x="116589" y="0"/>
                  <a:pt x="150205" y="33616"/>
                  <a:pt x="150205" y="75102"/>
                </a:cubicBezTo>
                <a:close/>
                <a:moveTo>
                  <a:pt x="75102" y="40440"/>
                </a:moveTo>
                <a:cubicBezTo>
                  <a:pt x="70300" y="40440"/>
                  <a:pt x="66437" y="44303"/>
                  <a:pt x="66437" y="49105"/>
                </a:cubicBezTo>
                <a:lnTo>
                  <a:pt x="66437" y="66437"/>
                </a:lnTo>
                <a:lnTo>
                  <a:pt x="49105" y="66437"/>
                </a:lnTo>
                <a:cubicBezTo>
                  <a:pt x="44303" y="66437"/>
                  <a:pt x="40440" y="70300"/>
                  <a:pt x="40440" y="75102"/>
                </a:cubicBezTo>
                <a:cubicBezTo>
                  <a:pt x="40440" y="79905"/>
                  <a:pt x="44303" y="83768"/>
                  <a:pt x="49105" y="83768"/>
                </a:cubicBezTo>
                <a:lnTo>
                  <a:pt x="66437" y="83768"/>
                </a:lnTo>
                <a:lnTo>
                  <a:pt x="66437" y="101099"/>
                </a:lnTo>
                <a:cubicBezTo>
                  <a:pt x="66437" y="105902"/>
                  <a:pt x="70300" y="109765"/>
                  <a:pt x="75102" y="109765"/>
                </a:cubicBezTo>
                <a:cubicBezTo>
                  <a:pt x="79905" y="109765"/>
                  <a:pt x="83768" y="105902"/>
                  <a:pt x="83768" y="101099"/>
                </a:cubicBezTo>
                <a:lnTo>
                  <a:pt x="83768" y="83768"/>
                </a:lnTo>
                <a:lnTo>
                  <a:pt x="101099" y="83768"/>
                </a:lnTo>
                <a:cubicBezTo>
                  <a:pt x="105902" y="83768"/>
                  <a:pt x="109765" y="79905"/>
                  <a:pt x="109765" y="75102"/>
                </a:cubicBezTo>
                <a:cubicBezTo>
                  <a:pt x="109765" y="70300"/>
                  <a:pt x="105902" y="66437"/>
                  <a:pt x="101099" y="66437"/>
                </a:cubicBezTo>
                <a:lnTo>
                  <a:pt x="83768" y="66437"/>
                </a:lnTo>
                <a:lnTo>
                  <a:pt x="83768" y="49105"/>
                </a:lnTo>
                <a:cubicBezTo>
                  <a:pt x="83768" y="44303"/>
                  <a:pt x="79905" y="40440"/>
                  <a:pt x="75102" y="4044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Text 31"/>
          <p:cNvSpPr/>
          <p:nvPr/>
        </p:nvSpPr>
        <p:spPr>
          <a:xfrm>
            <a:off x="7523234" y="1506669"/>
            <a:ext cx="186716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Extraer patrones ocultos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81229" y="1839430"/>
            <a:ext cx="43351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Descubrir relaciones no obvias en los datos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33335" y="2357058"/>
            <a:ext cx="4556980" cy="850390"/>
          </a:xfrm>
          <a:custGeom>
            <a:avLst/>
            <a:gdLst/>
            <a:ahLst/>
            <a:cxnLst/>
            <a:rect l="l" t="t" r="r" b="b"/>
            <a:pathLst>
              <a:path w="4556980" h="850390">
                <a:moveTo>
                  <a:pt x="110916" y="0"/>
                </a:moveTo>
                <a:lnTo>
                  <a:pt x="4446063" y="0"/>
                </a:lnTo>
                <a:cubicBezTo>
                  <a:pt x="4507321" y="0"/>
                  <a:pt x="4556980" y="49659"/>
                  <a:pt x="4556980" y="110916"/>
                </a:cubicBezTo>
                <a:lnTo>
                  <a:pt x="4556980" y="739473"/>
                </a:lnTo>
                <a:cubicBezTo>
                  <a:pt x="4556980" y="800731"/>
                  <a:pt x="4507321" y="850390"/>
                  <a:pt x="4446063" y="850390"/>
                </a:cubicBezTo>
                <a:lnTo>
                  <a:pt x="110916" y="850390"/>
                </a:lnTo>
                <a:cubicBezTo>
                  <a:pt x="49659" y="850390"/>
                  <a:pt x="0" y="800731"/>
                  <a:pt x="0" y="739473"/>
                </a:cubicBezTo>
                <a:lnTo>
                  <a:pt x="0" y="110916"/>
                </a:lnTo>
                <a:cubicBezTo>
                  <a:pt x="0" y="49659"/>
                  <a:pt x="49659" y="0"/>
                  <a:pt x="1109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92783" y="2541926"/>
            <a:ext cx="207976" cy="184867"/>
          </a:xfrm>
          <a:custGeom>
            <a:avLst/>
            <a:gdLst/>
            <a:ahLst/>
            <a:cxnLst/>
            <a:rect l="l" t="t" r="r" b="b"/>
            <a:pathLst>
              <a:path w="207976" h="184867">
                <a:moveTo>
                  <a:pt x="11554" y="17331"/>
                </a:moveTo>
                <a:cubicBezTo>
                  <a:pt x="11554" y="7763"/>
                  <a:pt x="19317" y="0"/>
                  <a:pt x="28886" y="0"/>
                </a:cubicBezTo>
                <a:lnTo>
                  <a:pt x="46217" y="0"/>
                </a:lnTo>
                <a:cubicBezTo>
                  <a:pt x="52608" y="0"/>
                  <a:pt x="57771" y="5163"/>
                  <a:pt x="57771" y="11554"/>
                </a:cubicBezTo>
                <a:cubicBezTo>
                  <a:pt x="57771" y="17945"/>
                  <a:pt x="52608" y="23108"/>
                  <a:pt x="46217" y="23108"/>
                </a:cubicBezTo>
                <a:lnTo>
                  <a:pt x="34663" y="23108"/>
                </a:lnTo>
                <a:lnTo>
                  <a:pt x="34663" y="69325"/>
                </a:lnTo>
                <a:cubicBezTo>
                  <a:pt x="34663" y="88462"/>
                  <a:pt x="50189" y="103988"/>
                  <a:pt x="69325" y="103988"/>
                </a:cubicBezTo>
                <a:cubicBezTo>
                  <a:pt x="88462" y="103988"/>
                  <a:pt x="103988" y="88462"/>
                  <a:pt x="103988" y="69325"/>
                </a:cubicBezTo>
                <a:lnTo>
                  <a:pt x="103988" y="23108"/>
                </a:lnTo>
                <a:lnTo>
                  <a:pt x="92434" y="23108"/>
                </a:lnTo>
                <a:cubicBezTo>
                  <a:pt x="86043" y="23108"/>
                  <a:pt x="80879" y="17945"/>
                  <a:pt x="80879" y="11554"/>
                </a:cubicBezTo>
                <a:cubicBezTo>
                  <a:pt x="80879" y="5163"/>
                  <a:pt x="86043" y="0"/>
                  <a:pt x="92434" y="0"/>
                </a:cubicBezTo>
                <a:lnTo>
                  <a:pt x="109765" y="0"/>
                </a:lnTo>
                <a:cubicBezTo>
                  <a:pt x="119333" y="0"/>
                  <a:pt x="127096" y="7763"/>
                  <a:pt x="127096" y="17331"/>
                </a:cubicBezTo>
                <a:lnTo>
                  <a:pt x="127096" y="69325"/>
                </a:lnTo>
                <a:cubicBezTo>
                  <a:pt x="127096" y="97272"/>
                  <a:pt x="107237" y="120597"/>
                  <a:pt x="80879" y="125941"/>
                </a:cubicBezTo>
                <a:lnTo>
                  <a:pt x="80879" y="132873"/>
                </a:lnTo>
                <a:cubicBezTo>
                  <a:pt x="80879" y="155224"/>
                  <a:pt x="98969" y="173313"/>
                  <a:pt x="121319" y="173313"/>
                </a:cubicBezTo>
                <a:cubicBezTo>
                  <a:pt x="143669" y="173313"/>
                  <a:pt x="161759" y="155224"/>
                  <a:pt x="161759" y="132873"/>
                </a:cubicBezTo>
                <a:lnTo>
                  <a:pt x="161759" y="102002"/>
                </a:lnTo>
                <a:cubicBezTo>
                  <a:pt x="148291" y="97236"/>
                  <a:pt x="138650" y="84418"/>
                  <a:pt x="138650" y="69325"/>
                </a:cubicBezTo>
                <a:cubicBezTo>
                  <a:pt x="138650" y="50189"/>
                  <a:pt x="154176" y="34663"/>
                  <a:pt x="173313" y="34663"/>
                </a:cubicBezTo>
                <a:cubicBezTo>
                  <a:pt x="192450" y="34663"/>
                  <a:pt x="207976" y="50189"/>
                  <a:pt x="207976" y="69325"/>
                </a:cubicBezTo>
                <a:cubicBezTo>
                  <a:pt x="207976" y="84418"/>
                  <a:pt x="198335" y="97272"/>
                  <a:pt x="184867" y="102002"/>
                </a:cubicBezTo>
                <a:lnTo>
                  <a:pt x="184867" y="132873"/>
                </a:lnTo>
                <a:cubicBezTo>
                  <a:pt x="184867" y="167969"/>
                  <a:pt x="156415" y="196422"/>
                  <a:pt x="121319" y="196422"/>
                </a:cubicBezTo>
                <a:cubicBezTo>
                  <a:pt x="86223" y="196422"/>
                  <a:pt x="57771" y="167969"/>
                  <a:pt x="57771" y="132873"/>
                </a:cubicBezTo>
                <a:lnTo>
                  <a:pt x="57771" y="125941"/>
                </a:lnTo>
                <a:cubicBezTo>
                  <a:pt x="31413" y="120597"/>
                  <a:pt x="11554" y="97272"/>
                  <a:pt x="11554" y="69325"/>
                </a:cubicBezTo>
                <a:lnTo>
                  <a:pt x="11554" y="17331"/>
                </a:lnTo>
                <a:close/>
                <a:moveTo>
                  <a:pt x="173313" y="80879"/>
                </a:moveTo>
                <a:cubicBezTo>
                  <a:pt x="179690" y="80879"/>
                  <a:pt x="184867" y="75702"/>
                  <a:pt x="184867" y="69325"/>
                </a:cubicBezTo>
                <a:cubicBezTo>
                  <a:pt x="184867" y="62948"/>
                  <a:pt x="179690" y="57771"/>
                  <a:pt x="173313" y="57771"/>
                </a:cubicBezTo>
                <a:cubicBezTo>
                  <a:pt x="166936" y="57771"/>
                  <a:pt x="161759" y="62948"/>
                  <a:pt x="161759" y="69325"/>
                </a:cubicBezTo>
                <a:cubicBezTo>
                  <a:pt x="161759" y="75702"/>
                  <a:pt x="166936" y="80879"/>
                  <a:pt x="173313" y="8087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Text 35"/>
          <p:cNvSpPr/>
          <p:nvPr/>
        </p:nvSpPr>
        <p:spPr>
          <a:xfrm>
            <a:off x="7523234" y="2504952"/>
            <a:ext cx="179321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Predecir enfermedades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81229" y="2837713"/>
            <a:ext cx="43351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Diagnóstico temprano y personalizado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33335" y="3355342"/>
            <a:ext cx="4556980" cy="850390"/>
          </a:xfrm>
          <a:custGeom>
            <a:avLst/>
            <a:gdLst/>
            <a:ahLst/>
            <a:cxnLst/>
            <a:rect l="l" t="t" r="r" b="b"/>
            <a:pathLst>
              <a:path w="4556980" h="850390">
                <a:moveTo>
                  <a:pt x="110916" y="0"/>
                </a:moveTo>
                <a:lnTo>
                  <a:pt x="4446063" y="0"/>
                </a:lnTo>
                <a:cubicBezTo>
                  <a:pt x="4507321" y="0"/>
                  <a:pt x="4556980" y="49659"/>
                  <a:pt x="4556980" y="110916"/>
                </a:cubicBezTo>
                <a:lnTo>
                  <a:pt x="4556980" y="739473"/>
                </a:lnTo>
                <a:cubicBezTo>
                  <a:pt x="4556980" y="800731"/>
                  <a:pt x="4507321" y="850390"/>
                  <a:pt x="4446063" y="850390"/>
                </a:cubicBezTo>
                <a:lnTo>
                  <a:pt x="110916" y="850390"/>
                </a:lnTo>
                <a:cubicBezTo>
                  <a:pt x="49659" y="850390"/>
                  <a:pt x="0" y="800731"/>
                  <a:pt x="0" y="739473"/>
                </a:cubicBezTo>
                <a:lnTo>
                  <a:pt x="0" y="110916"/>
                </a:lnTo>
                <a:cubicBezTo>
                  <a:pt x="0" y="49659"/>
                  <a:pt x="49659" y="0"/>
                  <a:pt x="1109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04337" y="3540209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84867" y="34663"/>
                </a:moveTo>
                <a:cubicBezTo>
                  <a:pt x="184867" y="52788"/>
                  <a:pt x="163528" y="79832"/>
                  <a:pt x="154321" y="90628"/>
                </a:cubicBezTo>
                <a:cubicBezTo>
                  <a:pt x="152949" y="92217"/>
                  <a:pt x="150927" y="92831"/>
                  <a:pt x="149085" y="92434"/>
                </a:cubicBezTo>
                <a:lnTo>
                  <a:pt x="115542" y="92434"/>
                </a:lnTo>
                <a:cubicBezTo>
                  <a:pt x="109151" y="92434"/>
                  <a:pt x="103988" y="97597"/>
                  <a:pt x="103988" y="103988"/>
                </a:cubicBezTo>
                <a:cubicBezTo>
                  <a:pt x="103988" y="110379"/>
                  <a:pt x="109151" y="115542"/>
                  <a:pt x="115542" y="115542"/>
                </a:cubicBezTo>
                <a:lnTo>
                  <a:pt x="150205" y="115542"/>
                </a:lnTo>
                <a:cubicBezTo>
                  <a:pt x="169341" y="115542"/>
                  <a:pt x="184867" y="131068"/>
                  <a:pt x="184867" y="150205"/>
                </a:cubicBezTo>
                <a:cubicBezTo>
                  <a:pt x="184867" y="169341"/>
                  <a:pt x="169341" y="184867"/>
                  <a:pt x="150205" y="184867"/>
                </a:cubicBezTo>
                <a:lnTo>
                  <a:pt x="50405" y="184867"/>
                </a:lnTo>
                <a:cubicBezTo>
                  <a:pt x="53547" y="181293"/>
                  <a:pt x="57374" y="176707"/>
                  <a:pt x="61237" y="171580"/>
                </a:cubicBezTo>
                <a:cubicBezTo>
                  <a:pt x="63512" y="168547"/>
                  <a:pt x="65859" y="165225"/>
                  <a:pt x="68098" y="161759"/>
                </a:cubicBezTo>
                <a:lnTo>
                  <a:pt x="150205" y="161759"/>
                </a:lnTo>
                <a:cubicBezTo>
                  <a:pt x="156596" y="161759"/>
                  <a:pt x="161759" y="156596"/>
                  <a:pt x="161759" y="150205"/>
                </a:cubicBezTo>
                <a:cubicBezTo>
                  <a:pt x="161759" y="143814"/>
                  <a:pt x="156596" y="138650"/>
                  <a:pt x="150205" y="138650"/>
                </a:cubicBezTo>
                <a:lnTo>
                  <a:pt x="115542" y="138650"/>
                </a:lnTo>
                <a:cubicBezTo>
                  <a:pt x="96405" y="138650"/>
                  <a:pt x="80879" y="123125"/>
                  <a:pt x="80879" y="103988"/>
                </a:cubicBezTo>
                <a:cubicBezTo>
                  <a:pt x="80879" y="84851"/>
                  <a:pt x="96405" y="69325"/>
                  <a:pt x="115542" y="69325"/>
                </a:cubicBezTo>
                <a:lnTo>
                  <a:pt x="129913" y="69325"/>
                </a:lnTo>
                <a:cubicBezTo>
                  <a:pt x="122330" y="57952"/>
                  <a:pt x="115542" y="44881"/>
                  <a:pt x="115542" y="34663"/>
                </a:cubicBezTo>
                <a:cubicBezTo>
                  <a:pt x="115542" y="15526"/>
                  <a:pt x="131068" y="0"/>
                  <a:pt x="150205" y="0"/>
                </a:cubicBezTo>
                <a:cubicBezTo>
                  <a:pt x="169341" y="0"/>
                  <a:pt x="184867" y="15526"/>
                  <a:pt x="184867" y="34663"/>
                </a:cubicBezTo>
                <a:close/>
                <a:moveTo>
                  <a:pt x="42281" y="176599"/>
                </a:moveTo>
                <a:cubicBezTo>
                  <a:pt x="40909" y="178151"/>
                  <a:pt x="39681" y="179524"/>
                  <a:pt x="38634" y="180679"/>
                </a:cubicBezTo>
                <a:lnTo>
                  <a:pt x="37984" y="181401"/>
                </a:lnTo>
                <a:lnTo>
                  <a:pt x="37912" y="181329"/>
                </a:lnTo>
                <a:cubicBezTo>
                  <a:pt x="35746" y="182990"/>
                  <a:pt x="32641" y="182773"/>
                  <a:pt x="30691" y="180679"/>
                </a:cubicBezTo>
                <a:cubicBezTo>
                  <a:pt x="21592" y="170786"/>
                  <a:pt x="0" y="145330"/>
                  <a:pt x="0" y="127096"/>
                </a:cubicBezTo>
                <a:cubicBezTo>
                  <a:pt x="0" y="107960"/>
                  <a:pt x="15526" y="92434"/>
                  <a:pt x="34663" y="92434"/>
                </a:cubicBezTo>
                <a:cubicBezTo>
                  <a:pt x="53799" y="92434"/>
                  <a:pt x="69325" y="107960"/>
                  <a:pt x="69325" y="127096"/>
                </a:cubicBezTo>
                <a:cubicBezTo>
                  <a:pt x="69325" y="137928"/>
                  <a:pt x="61707" y="151288"/>
                  <a:pt x="53619" y="162445"/>
                </a:cubicBezTo>
                <a:cubicBezTo>
                  <a:pt x="49755" y="167753"/>
                  <a:pt x="45784" y="172555"/>
                  <a:pt x="42498" y="176346"/>
                </a:cubicBezTo>
                <a:lnTo>
                  <a:pt x="42281" y="176599"/>
                </a:lnTo>
                <a:close/>
                <a:moveTo>
                  <a:pt x="46217" y="127096"/>
                </a:moveTo>
                <a:cubicBezTo>
                  <a:pt x="46217" y="120719"/>
                  <a:pt x="41040" y="115542"/>
                  <a:pt x="34663" y="115542"/>
                </a:cubicBezTo>
                <a:cubicBezTo>
                  <a:pt x="28286" y="115542"/>
                  <a:pt x="23108" y="120719"/>
                  <a:pt x="23108" y="127096"/>
                </a:cubicBezTo>
                <a:cubicBezTo>
                  <a:pt x="23108" y="133473"/>
                  <a:pt x="28286" y="138650"/>
                  <a:pt x="34663" y="138650"/>
                </a:cubicBezTo>
                <a:cubicBezTo>
                  <a:pt x="41040" y="138650"/>
                  <a:pt x="46217" y="133473"/>
                  <a:pt x="46217" y="127096"/>
                </a:cubicBezTo>
                <a:close/>
                <a:moveTo>
                  <a:pt x="150205" y="46217"/>
                </a:moveTo>
                <a:cubicBezTo>
                  <a:pt x="156582" y="46217"/>
                  <a:pt x="161759" y="41040"/>
                  <a:pt x="161759" y="34663"/>
                </a:cubicBezTo>
                <a:cubicBezTo>
                  <a:pt x="161759" y="28286"/>
                  <a:pt x="156582" y="23108"/>
                  <a:pt x="150205" y="23108"/>
                </a:cubicBezTo>
                <a:cubicBezTo>
                  <a:pt x="143828" y="23108"/>
                  <a:pt x="138650" y="28286"/>
                  <a:pt x="138650" y="34663"/>
                </a:cubicBezTo>
                <a:cubicBezTo>
                  <a:pt x="138650" y="41040"/>
                  <a:pt x="143828" y="46217"/>
                  <a:pt x="150205" y="4621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7523234" y="3503236"/>
            <a:ext cx="1201638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Optimizar rutas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81229" y="3835997"/>
            <a:ext cx="43351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Logística y transporte eficiente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33335" y="4353625"/>
            <a:ext cx="4556980" cy="850390"/>
          </a:xfrm>
          <a:custGeom>
            <a:avLst/>
            <a:gdLst/>
            <a:ahLst/>
            <a:cxnLst/>
            <a:rect l="l" t="t" r="r" b="b"/>
            <a:pathLst>
              <a:path w="4556980" h="850390">
                <a:moveTo>
                  <a:pt x="110916" y="0"/>
                </a:moveTo>
                <a:lnTo>
                  <a:pt x="4446063" y="0"/>
                </a:lnTo>
                <a:cubicBezTo>
                  <a:pt x="4507321" y="0"/>
                  <a:pt x="4556980" y="49659"/>
                  <a:pt x="4556980" y="110916"/>
                </a:cubicBezTo>
                <a:lnTo>
                  <a:pt x="4556980" y="739473"/>
                </a:lnTo>
                <a:cubicBezTo>
                  <a:pt x="4556980" y="800731"/>
                  <a:pt x="4507321" y="850390"/>
                  <a:pt x="4446063" y="850390"/>
                </a:cubicBezTo>
                <a:lnTo>
                  <a:pt x="110916" y="850390"/>
                </a:lnTo>
                <a:cubicBezTo>
                  <a:pt x="49659" y="850390"/>
                  <a:pt x="0" y="800731"/>
                  <a:pt x="0" y="739473"/>
                </a:cubicBezTo>
                <a:lnTo>
                  <a:pt x="0" y="110916"/>
                </a:lnTo>
                <a:cubicBezTo>
                  <a:pt x="0" y="49659"/>
                  <a:pt x="49659" y="0"/>
                  <a:pt x="1109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04337" y="4538493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61759" y="92434"/>
                </a:moveTo>
                <a:cubicBezTo>
                  <a:pt x="161759" y="54172"/>
                  <a:pt x="130695" y="23108"/>
                  <a:pt x="92434" y="23108"/>
                </a:cubicBezTo>
                <a:cubicBezTo>
                  <a:pt x="54172" y="23108"/>
                  <a:pt x="23108" y="54172"/>
                  <a:pt x="23108" y="92434"/>
                </a:cubicBezTo>
                <a:cubicBezTo>
                  <a:pt x="23108" y="130695"/>
                  <a:pt x="54172" y="161759"/>
                  <a:pt x="92434" y="161759"/>
                </a:cubicBezTo>
                <a:cubicBezTo>
                  <a:pt x="130695" y="161759"/>
                  <a:pt x="161759" y="130695"/>
                  <a:pt x="161759" y="92434"/>
                </a:cubicBezTo>
                <a:close/>
                <a:moveTo>
                  <a:pt x="0" y="92434"/>
                </a:moveTo>
                <a:cubicBezTo>
                  <a:pt x="0" y="41418"/>
                  <a:pt x="41418" y="0"/>
                  <a:pt x="92434" y="0"/>
                </a:cubicBezTo>
                <a:cubicBezTo>
                  <a:pt x="143449" y="0"/>
                  <a:pt x="184867" y="41418"/>
                  <a:pt x="184867" y="92434"/>
                </a:cubicBezTo>
                <a:cubicBezTo>
                  <a:pt x="184867" y="143449"/>
                  <a:pt x="143449" y="184867"/>
                  <a:pt x="92434" y="184867"/>
                </a:cubicBezTo>
                <a:cubicBezTo>
                  <a:pt x="41418" y="184867"/>
                  <a:pt x="0" y="143449"/>
                  <a:pt x="0" y="92434"/>
                </a:cubicBezTo>
                <a:close/>
                <a:moveTo>
                  <a:pt x="92434" y="121319"/>
                </a:moveTo>
                <a:cubicBezTo>
                  <a:pt x="108376" y="121319"/>
                  <a:pt x="121319" y="108376"/>
                  <a:pt x="121319" y="92434"/>
                </a:cubicBezTo>
                <a:cubicBezTo>
                  <a:pt x="121319" y="76491"/>
                  <a:pt x="108376" y="63548"/>
                  <a:pt x="92434" y="63548"/>
                </a:cubicBezTo>
                <a:cubicBezTo>
                  <a:pt x="76491" y="63548"/>
                  <a:pt x="63548" y="76491"/>
                  <a:pt x="63548" y="92434"/>
                </a:cubicBezTo>
                <a:cubicBezTo>
                  <a:pt x="63548" y="108376"/>
                  <a:pt x="76491" y="121319"/>
                  <a:pt x="92434" y="121319"/>
                </a:cubicBezTo>
                <a:close/>
                <a:moveTo>
                  <a:pt x="92434" y="40440"/>
                </a:moveTo>
                <a:cubicBezTo>
                  <a:pt x="121130" y="40440"/>
                  <a:pt x="144428" y="63737"/>
                  <a:pt x="144428" y="92434"/>
                </a:cubicBezTo>
                <a:cubicBezTo>
                  <a:pt x="144428" y="121130"/>
                  <a:pt x="121130" y="144428"/>
                  <a:pt x="92434" y="144428"/>
                </a:cubicBezTo>
                <a:cubicBezTo>
                  <a:pt x="63737" y="144428"/>
                  <a:pt x="40440" y="121130"/>
                  <a:pt x="40440" y="92434"/>
                </a:cubicBezTo>
                <a:cubicBezTo>
                  <a:pt x="40440" y="63737"/>
                  <a:pt x="63737" y="40440"/>
                  <a:pt x="92434" y="40440"/>
                </a:cubicBezTo>
                <a:close/>
                <a:moveTo>
                  <a:pt x="80879" y="92434"/>
                </a:moveTo>
                <a:cubicBezTo>
                  <a:pt x="80879" y="86057"/>
                  <a:pt x="86057" y="80879"/>
                  <a:pt x="92434" y="80879"/>
                </a:cubicBezTo>
                <a:cubicBezTo>
                  <a:pt x="98811" y="80879"/>
                  <a:pt x="103988" y="86057"/>
                  <a:pt x="103988" y="92434"/>
                </a:cubicBezTo>
                <a:cubicBezTo>
                  <a:pt x="103988" y="98811"/>
                  <a:pt x="98811" y="103988"/>
                  <a:pt x="92434" y="103988"/>
                </a:cubicBezTo>
                <a:cubicBezTo>
                  <a:pt x="86057" y="103988"/>
                  <a:pt x="80879" y="98811"/>
                  <a:pt x="80879" y="9243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7523234" y="4501519"/>
            <a:ext cx="177472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Personalizar publicidad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81229" y="4834281"/>
            <a:ext cx="4335139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segmentado y efectivo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806873" y="5624588"/>
            <a:ext cx="5009904" cy="619306"/>
          </a:xfrm>
          <a:custGeom>
            <a:avLst/>
            <a:gdLst/>
            <a:ahLst/>
            <a:cxnLst/>
            <a:rect l="l" t="t" r="r" b="b"/>
            <a:pathLst>
              <a:path w="5009904" h="619306">
                <a:moveTo>
                  <a:pt x="110918" y="0"/>
                </a:moveTo>
                <a:lnTo>
                  <a:pt x="4898987" y="0"/>
                </a:lnTo>
                <a:cubicBezTo>
                  <a:pt x="4960245" y="0"/>
                  <a:pt x="5009904" y="49660"/>
                  <a:pt x="5009904" y="110918"/>
                </a:cubicBezTo>
                <a:lnTo>
                  <a:pt x="5009904" y="508388"/>
                </a:lnTo>
                <a:cubicBezTo>
                  <a:pt x="5009904" y="569646"/>
                  <a:pt x="4960245" y="619306"/>
                  <a:pt x="4898987" y="619306"/>
                </a:cubicBezTo>
                <a:lnTo>
                  <a:pt x="110918" y="619306"/>
                </a:lnTo>
                <a:cubicBezTo>
                  <a:pt x="49660" y="619306"/>
                  <a:pt x="0" y="569646"/>
                  <a:pt x="0" y="508388"/>
                </a:cubicBezTo>
                <a:lnTo>
                  <a:pt x="0" y="110918"/>
                </a:lnTo>
                <a:cubicBezTo>
                  <a:pt x="0" y="49660"/>
                  <a:pt x="49660" y="0"/>
                  <a:pt x="11091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1822" y="5823321"/>
            <a:ext cx="166381" cy="221841"/>
          </a:xfrm>
          <a:custGeom>
            <a:avLst/>
            <a:gdLst/>
            <a:ahLst/>
            <a:cxnLst/>
            <a:rect l="l" t="t" r="r" b="b"/>
            <a:pathLst>
              <a:path w="166381" h="221841">
                <a:moveTo>
                  <a:pt x="126909" y="166381"/>
                </a:moveTo>
                <a:cubicBezTo>
                  <a:pt x="130071" y="156718"/>
                  <a:pt x="136397" y="147966"/>
                  <a:pt x="143547" y="140427"/>
                </a:cubicBezTo>
                <a:cubicBezTo>
                  <a:pt x="157715" y="125522"/>
                  <a:pt x="166381" y="105374"/>
                  <a:pt x="166381" y="83190"/>
                </a:cubicBezTo>
                <a:cubicBezTo>
                  <a:pt x="166381" y="37262"/>
                  <a:pt x="129118" y="0"/>
                  <a:pt x="83190" y="0"/>
                </a:cubicBezTo>
                <a:cubicBezTo>
                  <a:pt x="37262" y="0"/>
                  <a:pt x="0" y="37262"/>
                  <a:pt x="0" y="83190"/>
                </a:cubicBezTo>
                <a:cubicBezTo>
                  <a:pt x="0" y="105374"/>
                  <a:pt x="8666" y="125522"/>
                  <a:pt x="22834" y="140427"/>
                </a:cubicBezTo>
                <a:cubicBezTo>
                  <a:pt x="29983" y="147966"/>
                  <a:pt x="36352" y="156718"/>
                  <a:pt x="39472" y="166381"/>
                </a:cubicBezTo>
                <a:lnTo>
                  <a:pt x="126865" y="166381"/>
                </a:lnTo>
                <a:close/>
                <a:moveTo>
                  <a:pt x="124785" y="187178"/>
                </a:moveTo>
                <a:lnTo>
                  <a:pt x="41595" y="187178"/>
                </a:lnTo>
                <a:lnTo>
                  <a:pt x="41595" y="194111"/>
                </a:lnTo>
                <a:cubicBezTo>
                  <a:pt x="41595" y="213262"/>
                  <a:pt x="57107" y="228773"/>
                  <a:pt x="76258" y="228773"/>
                </a:cubicBezTo>
                <a:lnTo>
                  <a:pt x="90123" y="228773"/>
                </a:lnTo>
                <a:cubicBezTo>
                  <a:pt x="109274" y="228773"/>
                  <a:pt x="124785" y="213262"/>
                  <a:pt x="124785" y="194111"/>
                </a:cubicBezTo>
                <a:lnTo>
                  <a:pt x="124785" y="187178"/>
                </a:lnTo>
                <a:close/>
                <a:moveTo>
                  <a:pt x="79724" y="48528"/>
                </a:moveTo>
                <a:cubicBezTo>
                  <a:pt x="62479" y="48528"/>
                  <a:pt x="48528" y="62479"/>
                  <a:pt x="48528" y="79724"/>
                </a:cubicBezTo>
                <a:cubicBezTo>
                  <a:pt x="48528" y="85487"/>
                  <a:pt x="43892" y="90123"/>
                  <a:pt x="38129" y="90123"/>
                </a:cubicBezTo>
                <a:cubicBezTo>
                  <a:pt x="32366" y="90123"/>
                  <a:pt x="27730" y="85487"/>
                  <a:pt x="27730" y="79724"/>
                </a:cubicBezTo>
                <a:cubicBezTo>
                  <a:pt x="27730" y="50997"/>
                  <a:pt x="50997" y="27730"/>
                  <a:pt x="79724" y="27730"/>
                </a:cubicBezTo>
                <a:cubicBezTo>
                  <a:pt x="85487" y="27730"/>
                  <a:pt x="90123" y="32366"/>
                  <a:pt x="90123" y="38129"/>
                </a:cubicBezTo>
                <a:cubicBezTo>
                  <a:pt x="90123" y="43892"/>
                  <a:pt x="85487" y="48528"/>
                  <a:pt x="79724" y="4852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7"/>
          <p:cNvSpPr/>
          <p:nvPr/>
        </p:nvSpPr>
        <p:spPr>
          <a:xfrm>
            <a:off x="7384583" y="5814077"/>
            <a:ext cx="3743563" cy="24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Ayudan a tomar </a:t>
            </a:r>
            <a:pPr>
              <a:lnSpc>
                <a:spcPct val="140000"/>
              </a:lnSpc>
            </a:pPr>
            <a:r>
              <a:rPr lang="en-US" sz="1165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decisiones inteligentes</a:t>
            </a:r>
            <a:pPr>
              <a:lnSpc>
                <a:spcPct val="140000"/>
              </a:lnSpc>
            </a:pPr>
            <a:r>
              <a:rPr lang="en-US" sz="116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basadas en datos.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88614ef39a7b0e3ffa5a489ce5c7ae392d194f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902" r="11902" t="0" b="0"/>
          <a:stretch/>
        </p:blipFill>
        <p:spPr>
          <a:xfrm>
            <a:off x="0" y="0"/>
            <a:ext cx="12192000" cy="686035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359"/>
          </a:xfrm>
          <a:custGeom>
            <a:avLst/>
            <a:gdLst/>
            <a:ahLst/>
            <a:cxnLst/>
            <a:rect l="l" t="t" r="r" b="b"/>
            <a:pathLst>
              <a:path w="12192000" h="6860359">
                <a:moveTo>
                  <a:pt x="0" y="0"/>
                </a:moveTo>
                <a:lnTo>
                  <a:pt x="12192000" y="0"/>
                </a:lnTo>
                <a:lnTo>
                  <a:pt x="12192000" y="6860359"/>
                </a:lnTo>
                <a:lnTo>
                  <a:pt x="0" y="686035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2180" y="382180"/>
            <a:ext cx="1321115" cy="386898"/>
          </a:xfrm>
          <a:custGeom>
            <a:avLst/>
            <a:gdLst/>
            <a:ahLst/>
            <a:cxnLst/>
            <a:rect l="l" t="t" r="r" b="b"/>
            <a:pathLst>
              <a:path w="1321115" h="386898">
                <a:moveTo>
                  <a:pt x="75492" y="0"/>
                </a:moveTo>
                <a:lnTo>
                  <a:pt x="1245623" y="0"/>
                </a:lnTo>
                <a:cubicBezTo>
                  <a:pt x="1287316" y="0"/>
                  <a:pt x="1321115" y="33799"/>
                  <a:pt x="1321115" y="75492"/>
                </a:cubicBezTo>
                <a:lnTo>
                  <a:pt x="1321115" y="311406"/>
                </a:lnTo>
                <a:cubicBezTo>
                  <a:pt x="1321115" y="353099"/>
                  <a:pt x="1287316" y="386898"/>
                  <a:pt x="1245623" y="386898"/>
                </a:cubicBezTo>
                <a:lnTo>
                  <a:pt x="75492" y="386898"/>
                </a:lnTo>
                <a:cubicBezTo>
                  <a:pt x="33827" y="386898"/>
                  <a:pt x="0" y="353071"/>
                  <a:pt x="0" y="311406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7882" y="490700"/>
            <a:ext cx="1087413" cy="16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b="1" spc="59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7461" y="1000272"/>
            <a:ext cx="11663554" cy="16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67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Materia Prima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6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la IA Moderna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2180" y="3232012"/>
            <a:ext cx="5595864" cy="1557028"/>
          </a:xfrm>
          <a:custGeom>
            <a:avLst/>
            <a:gdLst/>
            <a:ahLst/>
            <a:cxnLst/>
            <a:rect l="l" t="t" r="r" b="b"/>
            <a:pathLst>
              <a:path w="5595864" h="1557028">
                <a:moveTo>
                  <a:pt x="113243" y="0"/>
                </a:moveTo>
                <a:lnTo>
                  <a:pt x="5482621" y="0"/>
                </a:lnTo>
                <a:cubicBezTo>
                  <a:pt x="5545163" y="0"/>
                  <a:pt x="5595864" y="50700"/>
                  <a:pt x="5595864" y="113243"/>
                </a:cubicBezTo>
                <a:lnTo>
                  <a:pt x="5595864" y="1443785"/>
                </a:lnTo>
                <a:cubicBezTo>
                  <a:pt x="5595864" y="1506327"/>
                  <a:pt x="5545163" y="1557028"/>
                  <a:pt x="5482621" y="1557028"/>
                </a:cubicBezTo>
                <a:lnTo>
                  <a:pt x="113243" y="1557028"/>
                </a:lnTo>
                <a:cubicBezTo>
                  <a:pt x="50700" y="1557028"/>
                  <a:pt x="0" y="1506327"/>
                  <a:pt x="0" y="1443785"/>
                </a:cubicBezTo>
                <a:lnTo>
                  <a:pt x="0" y="113243"/>
                </a:lnTo>
                <a:cubicBezTo>
                  <a:pt x="0" y="50700"/>
                  <a:pt x="50700" y="0"/>
                  <a:pt x="1132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3375" y="3463207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113238" y="0"/>
                </a:moveTo>
                <a:lnTo>
                  <a:pt x="339715" y="0"/>
                </a:lnTo>
                <a:cubicBezTo>
                  <a:pt x="402213" y="0"/>
                  <a:pt x="452954" y="50740"/>
                  <a:pt x="452954" y="113238"/>
                </a:cubicBezTo>
                <a:lnTo>
                  <a:pt x="452954" y="339715"/>
                </a:lnTo>
                <a:cubicBezTo>
                  <a:pt x="452954" y="402213"/>
                  <a:pt x="402213" y="452954"/>
                  <a:pt x="339715" y="452954"/>
                </a:cubicBezTo>
                <a:lnTo>
                  <a:pt x="113238" y="452954"/>
                </a:lnTo>
                <a:cubicBezTo>
                  <a:pt x="50740" y="452954"/>
                  <a:pt x="0" y="402213"/>
                  <a:pt x="0" y="339715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26613" y="3576446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81624" y="54894"/>
                </a:moveTo>
                <a:cubicBezTo>
                  <a:pt x="190780" y="61795"/>
                  <a:pt x="201971" y="68474"/>
                  <a:pt x="214445" y="70155"/>
                </a:cubicBezTo>
                <a:cubicBezTo>
                  <a:pt x="220240" y="70951"/>
                  <a:pt x="225592" y="66837"/>
                  <a:pt x="226388" y="61043"/>
                </a:cubicBezTo>
                <a:cubicBezTo>
                  <a:pt x="227185" y="55248"/>
                  <a:pt x="223071" y="49896"/>
                  <a:pt x="217276" y="49099"/>
                </a:cubicBezTo>
                <a:cubicBezTo>
                  <a:pt x="210243" y="48171"/>
                  <a:pt x="202591" y="44101"/>
                  <a:pt x="194407" y="37953"/>
                </a:cubicBezTo>
                <a:cubicBezTo>
                  <a:pt x="177422" y="25125"/>
                  <a:pt x="154376" y="25125"/>
                  <a:pt x="137346" y="37953"/>
                </a:cubicBezTo>
                <a:cubicBezTo>
                  <a:pt x="126730" y="45959"/>
                  <a:pt x="119343" y="49586"/>
                  <a:pt x="113238" y="49586"/>
                </a:cubicBezTo>
                <a:cubicBezTo>
                  <a:pt x="107134" y="49586"/>
                  <a:pt x="99747" y="45959"/>
                  <a:pt x="89131" y="37953"/>
                </a:cubicBezTo>
                <a:cubicBezTo>
                  <a:pt x="72145" y="25125"/>
                  <a:pt x="49099" y="25125"/>
                  <a:pt x="32069" y="37953"/>
                </a:cubicBezTo>
                <a:cubicBezTo>
                  <a:pt x="23886" y="44101"/>
                  <a:pt x="16234" y="48171"/>
                  <a:pt x="9201" y="49099"/>
                </a:cubicBezTo>
                <a:cubicBezTo>
                  <a:pt x="3406" y="49896"/>
                  <a:pt x="-708" y="55204"/>
                  <a:pt x="88" y="61043"/>
                </a:cubicBezTo>
                <a:cubicBezTo>
                  <a:pt x="885" y="66881"/>
                  <a:pt x="6193" y="70951"/>
                  <a:pt x="12032" y="70155"/>
                </a:cubicBezTo>
                <a:cubicBezTo>
                  <a:pt x="24505" y="68474"/>
                  <a:pt x="35741" y="61795"/>
                  <a:pt x="44853" y="54894"/>
                </a:cubicBezTo>
                <a:cubicBezTo>
                  <a:pt x="54275" y="47772"/>
                  <a:pt x="66926" y="47772"/>
                  <a:pt x="76347" y="54894"/>
                </a:cubicBezTo>
                <a:cubicBezTo>
                  <a:pt x="87052" y="62989"/>
                  <a:pt x="99482" y="70774"/>
                  <a:pt x="113238" y="70774"/>
                </a:cubicBezTo>
                <a:cubicBezTo>
                  <a:pt x="126995" y="70774"/>
                  <a:pt x="139381" y="62945"/>
                  <a:pt x="150129" y="54894"/>
                </a:cubicBezTo>
                <a:cubicBezTo>
                  <a:pt x="159551" y="47772"/>
                  <a:pt x="172202" y="47772"/>
                  <a:pt x="181624" y="54894"/>
                </a:cubicBezTo>
                <a:close/>
                <a:moveTo>
                  <a:pt x="181624" y="118591"/>
                </a:moveTo>
                <a:cubicBezTo>
                  <a:pt x="190780" y="125491"/>
                  <a:pt x="201971" y="132170"/>
                  <a:pt x="214445" y="133851"/>
                </a:cubicBezTo>
                <a:cubicBezTo>
                  <a:pt x="220240" y="134648"/>
                  <a:pt x="225592" y="130534"/>
                  <a:pt x="226388" y="124739"/>
                </a:cubicBezTo>
                <a:cubicBezTo>
                  <a:pt x="227185" y="118945"/>
                  <a:pt x="223071" y="113592"/>
                  <a:pt x="217276" y="112796"/>
                </a:cubicBezTo>
                <a:cubicBezTo>
                  <a:pt x="210243" y="111867"/>
                  <a:pt x="202591" y="107798"/>
                  <a:pt x="194407" y="101649"/>
                </a:cubicBezTo>
                <a:cubicBezTo>
                  <a:pt x="177422" y="88821"/>
                  <a:pt x="154376" y="88821"/>
                  <a:pt x="137346" y="101649"/>
                </a:cubicBezTo>
                <a:cubicBezTo>
                  <a:pt x="126730" y="109655"/>
                  <a:pt x="119343" y="113283"/>
                  <a:pt x="113238" y="113283"/>
                </a:cubicBezTo>
                <a:cubicBezTo>
                  <a:pt x="107134" y="113283"/>
                  <a:pt x="99747" y="109655"/>
                  <a:pt x="89131" y="101649"/>
                </a:cubicBezTo>
                <a:cubicBezTo>
                  <a:pt x="72145" y="88821"/>
                  <a:pt x="49099" y="88821"/>
                  <a:pt x="32069" y="101649"/>
                </a:cubicBezTo>
                <a:cubicBezTo>
                  <a:pt x="23886" y="107798"/>
                  <a:pt x="16234" y="111867"/>
                  <a:pt x="9201" y="112796"/>
                </a:cubicBezTo>
                <a:cubicBezTo>
                  <a:pt x="3406" y="113548"/>
                  <a:pt x="-708" y="118900"/>
                  <a:pt x="88" y="124739"/>
                </a:cubicBezTo>
                <a:cubicBezTo>
                  <a:pt x="885" y="130578"/>
                  <a:pt x="6193" y="134648"/>
                  <a:pt x="12032" y="133851"/>
                </a:cubicBezTo>
                <a:cubicBezTo>
                  <a:pt x="24505" y="132170"/>
                  <a:pt x="35741" y="125491"/>
                  <a:pt x="44853" y="118591"/>
                </a:cubicBezTo>
                <a:cubicBezTo>
                  <a:pt x="54275" y="111469"/>
                  <a:pt x="66926" y="111469"/>
                  <a:pt x="76347" y="118591"/>
                </a:cubicBezTo>
                <a:cubicBezTo>
                  <a:pt x="87052" y="126685"/>
                  <a:pt x="99482" y="134471"/>
                  <a:pt x="113238" y="134471"/>
                </a:cubicBezTo>
                <a:cubicBezTo>
                  <a:pt x="126995" y="134471"/>
                  <a:pt x="139381" y="126641"/>
                  <a:pt x="150129" y="118591"/>
                </a:cubicBezTo>
                <a:cubicBezTo>
                  <a:pt x="159551" y="111469"/>
                  <a:pt x="172202" y="111469"/>
                  <a:pt x="181624" y="118591"/>
                </a:cubicBezTo>
                <a:close/>
                <a:moveTo>
                  <a:pt x="150129" y="182287"/>
                </a:moveTo>
                <a:cubicBezTo>
                  <a:pt x="159551" y="175166"/>
                  <a:pt x="172202" y="175166"/>
                  <a:pt x="181624" y="182287"/>
                </a:cubicBezTo>
                <a:cubicBezTo>
                  <a:pt x="190780" y="189188"/>
                  <a:pt x="201971" y="195867"/>
                  <a:pt x="214445" y="197548"/>
                </a:cubicBezTo>
                <a:cubicBezTo>
                  <a:pt x="220240" y="198344"/>
                  <a:pt x="225592" y="194230"/>
                  <a:pt x="226388" y="188436"/>
                </a:cubicBezTo>
                <a:cubicBezTo>
                  <a:pt x="227185" y="182641"/>
                  <a:pt x="223071" y="177289"/>
                  <a:pt x="217276" y="176493"/>
                </a:cubicBezTo>
                <a:cubicBezTo>
                  <a:pt x="210243" y="175564"/>
                  <a:pt x="202591" y="171494"/>
                  <a:pt x="194407" y="165346"/>
                </a:cubicBezTo>
                <a:cubicBezTo>
                  <a:pt x="177422" y="152518"/>
                  <a:pt x="154376" y="152518"/>
                  <a:pt x="137346" y="165346"/>
                </a:cubicBezTo>
                <a:cubicBezTo>
                  <a:pt x="126730" y="173352"/>
                  <a:pt x="119343" y="176979"/>
                  <a:pt x="113238" y="176979"/>
                </a:cubicBezTo>
                <a:cubicBezTo>
                  <a:pt x="107134" y="176979"/>
                  <a:pt x="99747" y="173352"/>
                  <a:pt x="89131" y="165346"/>
                </a:cubicBezTo>
                <a:cubicBezTo>
                  <a:pt x="72145" y="152518"/>
                  <a:pt x="49099" y="152518"/>
                  <a:pt x="32069" y="165346"/>
                </a:cubicBezTo>
                <a:cubicBezTo>
                  <a:pt x="23886" y="171494"/>
                  <a:pt x="16234" y="175564"/>
                  <a:pt x="9201" y="176493"/>
                </a:cubicBezTo>
                <a:cubicBezTo>
                  <a:pt x="3406" y="177289"/>
                  <a:pt x="-708" y="182597"/>
                  <a:pt x="88" y="188436"/>
                </a:cubicBezTo>
                <a:cubicBezTo>
                  <a:pt x="885" y="194275"/>
                  <a:pt x="6193" y="198344"/>
                  <a:pt x="12032" y="197548"/>
                </a:cubicBezTo>
                <a:cubicBezTo>
                  <a:pt x="24505" y="195867"/>
                  <a:pt x="35741" y="189188"/>
                  <a:pt x="44853" y="182287"/>
                </a:cubicBezTo>
                <a:cubicBezTo>
                  <a:pt x="54275" y="175166"/>
                  <a:pt x="66926" y="175166"/>
                  <a:pt x="76347" y="182287"/>
                </a:cubicBezTo>
                <a:cubicBezTo>
                  <a:pt x="87052" y="190382"/>
                  <a:pt x="99482" y="198167"/>
                  <a:pt x="113238" y="198167"/>
                </a:cubicBezTo>
                <a:cubicBezTo>
                  <a:pt x="126995" y="198167"/>
                  <a:pt x="139381" y="190338"/>
                  <a:pt x="150129" y="18228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7"/>
          <p:cNvSpPr/>
          <p:nvPr/>
        </p:nvSpPr>
        <p:spPr>
          <a:xfrm>
            <a:off x="1179567" y="3557573"/>
            <a:ext cx="1708012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Océano de Datos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3375" y="4067146"/>
            <a:ext cx="5208966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es el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océano de información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la IA necesita para aprender. Sin los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5V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(volumen, velocidad, variedad, veracidad, valor), la IA se queda en la orilla.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6021" y="3232012"/>
            <a:ext cx="5595864" cy="1557028"/>
          </a:xfrm>
          <a:custGeom>
            <a:avLst/>
            <a:gdLst/>
            <a:ahLst/>
            <a:cxnLst/>
            <a:rect l="l" t="t" r="r" b="b"/>
            <a:pathLst>
              <a:path w="5595864" h="1557028">
                <a:moveTo>
                  <a:pt x="113243" y="0"/>
                </a:moveTo>
                <a:lnTo>
                  <a:pt x="5482621" y="0"/>
                </a:lnTo>
                <a:cubicBezTo>
                  <a:pt x="5545163" y="0"/>
                  <a:pt x="5595864" y="50700"/>
                  <a:pt x="5595864" y="113243"/>
                </a:cubicBezTo>
                <a:lnTo>
                  <a:pt x="5595864" y="1443785"/>
                </a:lnTo>
                <a:cubicBezTo>
                  <a:pt x="5595864" y="1506327"/>
                  <a:pt x="5545163" y="1557028"/>
                  <a:pt x="5482621" y="1557028"/>
                </a:cubicBezTo>
                <a:lnTo>
                  <a:pt x="113243" y="1557028"/>
                </a:lnTo>
                <a:cubicBezTo>
                  <a:pt x="50700" y="1557028"/>
                  <a:pt x="0" y="1506327"/>
                  <a:pt x="0" y="1443785"/>
                </a:cubicBezTo>
                <a:lnTo>
                  <a:pt x="0" y="113243"/>
                </a:lnTo>
                <a:cubicBezTo>
                  <a:pt x="0" y="50700"/>
                  <a:pt x="50700" y="0"/>
                  <a:pt x="1132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7216" y="3463207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113238" y="0"/>
                </a:moveTo>
                <a:lnTo>
                  <a:pt x="339715" y="0"/>
                </a:lnTo>
                <a:cubicBezTo>
                  <a:pt x="402213" y="0"/>
                  <a:pt x="452954" y="50740"/>
                  <a:pt x="452954" y="113238"/>
                </a:cubicBezTo>
                <a:lnTo>
                  <a:pt x="452954" y="339715"/>
                </a:lnTo>
                <a:cubicBezTo>
                  <a:pt x="452954" y="402213"/>
                  <a:pt x="402213" y="452954"/>
                  <a:pt x="339715" y="452954"/>
                </a:cubicBezTo>
                <a:lnTo>
                  <a:pt x="113238" y="452954"/>
                </a:lnTo>
                <a:cubicBezTo>
                  <a:pt x="50740" y="452954"/>
                  <a:pt x="0" y="402213"/>
                  <a:pt x="0" y="339715"/>
                </a:cubicBezTo>
                <a:lnTo>
                  <a:pt x="0" y="113238"/>
                </a:lnTo>
                <a:cubicBezTo>
                  <a:pt x="0" y="50740"/>
                  <a:pt x="50740" y="0"/>
                  <a:pt x="113238" y="0"/>
                </a:cubicBezTo>
                <a:close/>
              </a:path>
            </a:pathLst>
          </a:custGeom>
          <a:solidFill>
            <a:srgbClr val="C8A46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560454" y="3576446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14155" y="14155"/>
                </a:moveTo>
                <a:cubicBezTo>
                  <a:pt x="6325" y="14155"/>
                  <a:pt x="0" y="20480"/>
                  <a:pt x="0" y="28310"/>
                </a:cubicBezTo>
                <a:lnTo>
                  <a:pt x="0" y="191090"/>
                </a:lnTo>
                <a:cubicBezTo>
                  <a:pt x="0" y="202812"/>
                  <a:pt x="9510" y="212322"/>
                  <a:pt x="21232" y="212322"/>
                </a:cubicBezTo>
                <a:lnTo>
                  <a:pt x="205245" y="212322"/>
                </a:lnTo>
                <a:cubicBezTo>
                  <a:pt x="216967" y="212322"/>
                  <a:pt x="226477" y="202812"/>
                  <a:pt x="226477" y="191090"/>
                </a:cubicBezTo>
                <a:lnTo>
                  <a:pt x="226477" y="67324"/>
                </a:lnTo>
                <a:cubicBezTo>
                  <a:pt x="226477" y="59273"/>
                  <a:pt x="217895" y="54186"/>
                  <a:pt x="210818" y="57990"/>
                </a:cubicBezTo>
                <a:lnTo>
                  <a:pt x="141548" y="95279"/>
                </a:lnTo>
                <a:lnTo>
                  <a:pt x="141548" y="67324"/>
                </a:lnTo>
                <a:cubicBezTo>
                  <a:pt x="141548" y="59273"/>
                  <a:pt x="132967" y="54186"/>
                  <a:pt x="125889" y="57990"/>
                </a:cubicBezTo>
                <a:lnTo>
                  <a:pt x="56619" y="95279"/>
                </a:lnTo>
                <a:lnTo>
                  <a:pt x="56619" y="28310"/>
                </a:lnTo>
                <a:cubicBezTo>
                  <a:pt x="56619" y="20480"/>
                  <a:pt x="50294" y="14155"/>
                  <a:pt x="42464" y="14155"/>
                </a:cubicBezTo>
                <a:lnTo>
                  <a:pt x="14155" y="14155"/>
                </a:ln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15" name="Text 12"/>
          <p:cNvSpPr/>
          <p:nvPr/>
        </p:nvSpPr>
        <p:spPr>
          <a:xfrm>
            <a:off x="7013408" y="3557573"/>
            <a:ext cx="148153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Inversión Masiva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47216" y="4067146"/>
            <a:ext cx="5208966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2026, empresas como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OpenAI, Google, Meta, xAI y Anthropic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invierten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 de millones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recolectar, limpiar y procesar datos cada año.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2180" y="5100446"/>
            <a:ext cx="11427641" cy="1047455"/>
          </a:xfrm>
          <a:custGeom>
            <a:avLst/>
            <a:gdLst/>
            <a:ahLst/>
            <a:cxnLst/>
            <a:rect l="l" t="t" r="r" b="b"/>
            <a:pathLst>
              <a:path w="11427641" h="1047455">
                <a:moveTo>
                  <a:pt x="113240" y="0"/>
                </a:moveTo>
                <a:lnTo>
                  <a:pt x="11314400" y="0"/>
                </a:lnTo>
                <a:cubicBezTo>
                  <a:pt x="11376941" y="0"/>
                  <a:pt x="11427641" y="50699"/>
                  <a:pt x="11427641" y="113240"/>
                </a:cubicBezTo>
                <a:lnTo>
                  <a:pt x="11427641" y="934215"/>
                </a:lnTo>
                <a:cubicBezTo>
                  <a:pt x="11427641" y="996756"/>
                  <a:pt x="11376941" y="1047455"/>
                  <a:pt x="11314400" y="1047455"/>
                </a:cubicBezTo>
                <a:lnTo>
                  <a:pt x="113240" y="1047455"/>
                </a:lnTo>
                <a:cubicBezTo>
                  <a:pt x="50699" y="1047455"/>
                  <a:pt x="0" y="996756"/>
                  <a:pt x="0" y="934215"/>
                </a:cubicBezTo>
                <a:lnTo>
                  <a:pt x="0" y="113240"/>
                </a:lnTo>
                <a:cubicBezTo>
                  <a:pt x="0" y="50699"/>
                  <a:pt x="50699" y="0"/>
                  <a:pt x="113240" y="0"/>
                </a:cubicBezTo>
                <a:close/>
              </a:path>
            </a:pathLst>
          </a:custGeom>
          <a:solidFill>
            <a:srgbClr val="3D8F8A">
              <a:alpha val="14902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3427" y="5482625"/>
            <a:ext cx="318483" cy="283096"/>
          </a:xfrm>
          <a:custGeom>
            <a:avLst/>
            <a:gdLst/>
            <a:ahLst/>
            <a:cxnLst/>
            <a:rect l="l" t="t" r="r" b="b"/>
            <a:pathLst>
              <a:path w="318483" h="283096">
                <a:moveTo>
                  <a:pt x="26540" y="108262"/>
                </a:moveTo>
                <a:lnTo>
                  <a:pt x="142211" y="155869"/>
                </a:lnTo>
                <a:cubicBezTo>
                  <a:pt x="147630" y="158080"/>
                  <a:pt x="153381" y="159241"/>
                  <a:pt x="159241" y="159241"/>
                </a:cubicBezTo>
                <a:cubicBezTo>
                  <a:pt x="165102" y="159241"/>
                  <a:pt x="170853" y="158080"/>
                  <a:pt x="176271" y="155869"/>
                </a:cubicBezTo>
                <a:lnTo>
                  <a:pt x="310300" y="100687"/>
                </a:lnTo>
                <a:cubicBezTo>
                  <a:pt x="315276" y="98641"/>
                  <a:pt x="318483" y="93831"/>
                  <a:pt x="318483" y="88467"/>
                </a:cubicBezTo>
                <a:cubicBezTo>
                  <a:pt x="318483" y="83104"/>
                  <a:pt x="315276" y="78294"/>
                  <a:pt x="310300" y="76248"/>
                </a:cubicBezTo>
                <a:lnTo>
                  <a:pt x="176271" y="21066"/>
                </a:lnTo>
                <a:cubicBezTo>
                  <a:pt x="170853" y="18855"/>
                  <a:pt x="165102" y="17693"/>
                  <a:pt x="159241" y="17693"/>
                </a:cubicBezTo>
                <a:cubicBezTo>
                  <a:pt x="153381" y="17693"/>
                  <a:pt x="147630" y="18855"/>
                  <a:pt x="142211" y="21066"/>
                </a:cubicBezTo>
                <a:lnTo>
                  <a:pt x="8183" y="76248"/>
                </a:lnTo>
                <a:cubicBezTo>
                  <a:pt x="3207" y="78294"/>
                  <a:pt x="0" y="83104"/>
                  <a:pt x="0" y="88467"/>
                </a:cubicBezTo>
                <a:lnTo>
                  <a:pt x="0" y="252132"/>
                </a:lnTo>
                <a:cubicBezTo>
                  <a:pt x="0" y="259486"/>
                  <a:pt x="5916" y="265402"/>
                  <a:pt x="13270" y="265402"/>
                </a:cubicBezTo>
                <a:cubicBezTo>
                  <a:pt x="20624" y="265402"/>
                  <a:pt x="26540" y="259486"/>
                  <a:pt x="26540" y="252132"/>
                </a:cubicBezTo>
                <a:lnTo>
                  <a:pt x="26540" y="108262"/>
                </a:lnTo>
                <a:close/>
                <a:moveTo>
                  <a:pt x="53080" y="147907"/>
                </a:moveTo>
                <a:lnTo>
                  <a:pt x="53080" y="212322"/>
                </a:lnTo>
                <a:cubicBezTo>
                  <a:pt x="53080" y="241627"/>
                  <a:pt x="100632" y="265402"/>
                  <a:pt x="159241" y="265402"/>
                </a:cubicBezTo>
                <a:cubicBezTo>
                  <a:pt x="217851" y="265402"/>
                  <a:pt x="265402" y="241627"/>
                  <a:pt x="265402" y="212322"/>
                </a:cubicBezTo>
                <a:lnTo>
                  <a:pt x="265402" y="147851"/>
                </a:lnTo>
                <a:lnTo>
                  <a:pt x="186390" y="180418"/>
                </a:lnTo>
                <a:cubicBezTo>
                  <a:pt x="177764" y="183957"/>
                  <a:pt x="168586" y="185782"/>
                  <a:pt x="159241" y="185782"/>
                </a:cubicBezTo>
                <a:cubicBezTo>
                  <a:pt x="149897" y="185782"/>
                  <a:pt x="140719" y="183957"/>
                  <a:pt x="132093" y="180418"/>
                </a:cubicBezTo>
                <a:lnTo>
                  <a:pt x="53080" y="14785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9" name="Text 16"/>
          <p:cNvSpPr/>
          <p:nvPr/>
        </p:nvSpPr>
        <p:spPr>
          <a:xfrm>
            <a:off x="1118229" y="5331641"/>
            <a:ext cx="9795121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Esencial para el Aprendizaje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8229" y="5671356"/>
            <a:ext cx="9776248" cy="24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es esencial para entrenar modelos de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C8A4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puedan generalizar y aplicar lo aprendido a situaciones nuevas.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7461" y="6157337"/>
            <a:ext cx="11437077" cy="9437"/>
          </a:xfrm>
          <a:custGeom>
            <a:avLst/>
            <a:gdLst/>
            <a:ahLst/>
            <a:cxnLst/>
            <a:rect l="l" t="t" r="r" b="b"/>
            <a:pathLst>
              <a:path w="11437077" h="9437">
                <a:moveTo>
                  <a:pt x="0" y="0"/>
                </a:moveTo>
                <a:lnTo>
                  <a:pt x="11437077" y="0"/>
                </a:lnTo>
                <a:lnTo>
                  <a:pt x="11437077" y="9437"/>
                </a:lnTo>
                <a:lnTo>
                  <a:pt x="0" y="9437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906135" y="6426279"/>
            <a:ext cx="132111" cy="150985"/>
          </a:xfrm>
          <a:custGeom>
            <a:avLst/>
            <a:gdLst/>
            <a:ahLst/>
            <a:cxnLst/>
            <a:rect l="l" t="t" r="r" b="b"/>
            <a:pathLst>
              <a:path w="132111" h="150985">
                <a:moveTo>
                  <a:pt x="37746" y="0"/>
                </a:moveTo>
                <a:cubicBezTo>
                  <a:pt x="42966" y="0"/>
                  <a:pt x="47183" y="4217"/>
                  <a:pt x="47183" y="9437"/>
                </a:cubicBezTo>
                <a:lnTo>
                  <a:pt x="47183" y="18873"/>
                </a:lnTo>
                <a:lnTo>
                  <a:pt x="84929" y="18873"/>
                </a:lnTo>
                <a:lnTo>
                  <a:pt x="84929" y="9437"/>
                </a:lnTo>
                <a:cubicBezTo>
                  <a:pt x="84929" y="4217"/>
                  <a:pt x="89146" y="0"/>
                  <a:pt x="94365" y="0"/>
                </a:cubicBezTo>
                <a:cubicBezTo>
                  <a:pt x="99585" y="0"/>
                  <a:pt x="103802" y="4217"/>
                  <a:pt x="103802" y="9437"/>
                </a:cubicBezTo>
                <a:lnTo>
                  <a:pt x="103802" y="18873"/>
                </a:lnTo>
                <a:lnTo>
                  <a:pt x="113238" y="18873"/>
                </a:lnTo>
                <a:cubicBezTo>
                  <a:pt x="123648" y="18873"/>
                  <a:pt x="132111" y="27336"/>
                  <a:pt x="132111" y="37746"/>
                </a:cubicBezTo>
                <a:lnTo>
                  <a:pt x="132111" y="122675"/>
                </a:lnTo>
                <a:cubicBezTo>
                  <a:pt x="132111" y="133085"/>
                  <a:pt x="123648" y="141548"/>
                  <a:pt x="113238" y="141548"/>
                </a:cubicBezTo>
                <a:lnTo>
                  <a:pt x="18873" y="141548"/>
                </a:lnTo>
                <a:cubicBezTo>
                  <a:pt x="8463" y="141548"/>
                  <a:pt x="0" y="133085"/>
                  <a:pt x="0" y="122675"/>
                </a:cubicBezTo>
                <a:lnTo>
                  <a:pt x="0" y="37746"/>
                </a:lnTo>
                <a:cubicBezTo>
                  <a:pt x="0" y="27336"/>
                  <a:pt x="8463" y="18873"/>
                  <a:pt x="18873" y="18873"/>
                </a:cubicBezTo>
                <a:lnTo>
                  <a:pt x="28310" y="18873"/>
                </a:lnTo>
                <a:lnTo>
                  <a:pt x="28310" y="9437"/>
                </a:lnTo>
                <a:cubicBezTo>
                  <a:pt x="28310" y="4217"/>
                  <a:pt x="32527" y="0"/>
                  <a:pt x="37746" y="0"/>
                </a:cubicBezTo>
                <a:close/>
                <a:moveTo>
                  <a:pt x="18873" y="70774"/>
                </a:moveTo>
                <a:lnTo>
                  <a:pt x="18873" y="80211"/>
                </a:lnTo>
                <a:cubicBezTo>
                  <a:pt x="18873" y="82806"/>
                  <a:pt x="20996" y="84929"/>
                  <a:pt x="23591" y="84929"/>
                </a:cubicBezTo>
                <a:lnTo>
                  <a:pt x="33028" y="84929"/>
                </a:lnTo>
                <a:cubicBezTo>
                  <a:pt x="35623" y="84929"/>
                  <a:pt x="37746" y="82806"/>
                  <a:pt x="37746" y="80211"/>
                </a:cubicBezTo>
                <a:lnTo>
                  <a:pt x="37746" y="70774"/>
                </a:lnTo>
                <a:cubicBezTo>
                  <a:pt x="37746" y="68179"/>
                  <a:pt x="35623" y="66056"/>
                  <a:pt x="33028" y="66056"/>
                </a:cubicBezTo>
                <a:lnTo>
                  <a:pt x="23591" y="66056"/>
                </a:lnTo>
                <a:cubicBezTo>
                  <a:pt x="20996" y="66056"/>
                  <a:pt x="18873" y="68179"/>
                  <a:pt x="18873" y="70774"/>
                </a:cubicBezTo>
                <a:close/>
                <a:moveTo>
                  <a:pt x="56619" y="70774"/>
                </a:moveTo>
                <a:lnTo>
                  <a:pt x="56619" y="80211"/>
                </a:lnTo>
                <a:cubicBezTo>
                  <a:pt x="56619" y="82806"/>
                  <a:pt x="58742" y="84929"/>
                  <a:pt x="61337" y="84929"/>
                </a:cubicBezTo>
                <a:lnTo>
                  <a:pt x="70774" y="84929"/>
                </a:lnTo>
                <a:cubicBezTo>
                  <a:pt x="73369" y="84929"/>
                  <a:pt x="75492" y="82806"/>
                  <a:pt x="75492" y="80211"/>
                </a:cubicBezTo>
                <a:lnTo>
                  <a:pt x="75492" y="70774"/>
                </a:lnTo>
                <a:cubicBezTo>
                  <a:pt x="75492" y="68179"/>
                  <a:pt x="73369" y="66056"/>
                  <a:pt x="70774" y="66056"/>
                </a:cubicBezTo>
                <a:lnTo>
                  <a:pt x="61337" y="66056"/>
                </a:lnTo>
                <a:cubicBezTo>
                  <a:pt x="58742" y="66056"/>
                  <a:pt x="56619" y="68179"/>
                  <a:pt x="56619" y="70774"/>
                </a:cubicBezTo>
                <a:close/>
                <a:moveTo>
                  <a:pt x="99084" y="66056"/>
                </a:moveTo>
                <a:cubicBezTo>
                  <a:pt x="96489" y="66056"/>
                  <a:pt x="94365" y="68179"/>
                  <a:pt x="94365" y="70774"/>
                </a:cubicBezTo>
                <a:lnTo>
                  <a:pt x="94365" y="80211"/>
                </a:lnTo>
                <a:cubicBezTo>
                  <a:pt x="94365" y="82806"/>
                  <a:pt x="96489" y="84929"/>
                  <a:pt x="99084" y="84929"/>
                </a:cubicBezTo>
                <a:lnTo>
                  <a:pt x="108520" y="84929"/>
                </a:lnTo>
                <a:cubicBezTo>
                  <a:pt x="111115" y="84929"/>
                  <a:pt x="113238" y="82806"/>
                  <a:pt x="113238" y="80211"/>
                </a:cubicBezTo>
                <a:lnTo>
                  <a:pt x="113238" y="70774"/>
                </a:lnTo>
                <a:cubicBezTo>
                  <a:pt x="113238" y="68179"/>
                  <a:pt x="111115" y="66056"/>
                  <a:pt x="108520" y="66056"/>
                </a:cubicBezTo>
                <a:lnTo>
                  <a:pt x="99084" y="66056"/>
                </a:lnTo>
                <a:close/>
                <a:moveTo>
                  <a:pt x="18873" y="108520"/>
                </a:moveTo>
                <a:lnTo>
                  <a:pt x="18873" y="117957"/>
                </a:lnTo>
                <a:cubicBezTo>
                  <a:pt x="18873" y="120552"/>
                  <a:pt x="20996" y="122675"/>
                  <a:pt x="23591" y="122675"/>
                </a:cubicBezTo>
                <a:lnTo>
                  <a:pt x="33028" y="122675"/>
                </a:lnTo>
                <a:cubicBezTo>
                  <a:pt x="35623" y="122675"/>
                  <a:pt x="37746" y="120552"/>
                  <a:pt x="37746" y="117957"/>
                </a:cubicBezTo>
                <a:lnTo>
                  <a:pt x="37746" y="108520"/>
                </a:lnTo>
                <a:cubicBezTo>
                  <a:pt x="37746" y="105925"/>
                  <a:pt x="35623" y="103802"/>
                  <a:pt x="33028" y="103802"/>
                </a:cubicBezTo>
                <a:lnTo>
                  <a:pt x="23591" y="103802"/>
                </a:lnTo>
                <a:cubicBezTo>
                  <a:pt x="20996" y="103802"/>
                  <a:pt x="18873" y="105925"/>
                  <a:pt x="18873" y="108520"/>
                </a:cubicBezTo>
                <a:close/>
                <a:moveTo>
                  <a:pt x="61337" y="103802"/>
                </a:moveTo>
                <a:cubicBezTo>
                  <a:pt x="58742" y="103802"/>
                  <a:pt x="56619" y="105925"/>
                  <a:pt x="56619" y="108520"/>
                </a:cubicBezTo>
                <a:lnTo>
                  <a:pt x="56619" y="117957"/>
                </a:lnTo>
                <a:cubicBezTo>
                  <a:pt x="56619" y="120552"/>
                  <a:pt x="58742" y="122675"/>
                  <a:pt x="61337" y="122675"/>
                </a:cubicBezTo>
                <a:lnTo>
                  <a:pt x="70774" y="122675"/>
                </a:lnTo>
                <a:cubicBezTo>
                  <a:pt x="73369" y="122675"/>
                  <a:pt x="75492" y="120552"/>
                  <a:pt x="75492" y="117957"/>
                </a:cubicBezTo>
                <a:lnTo>
                  <a:pt x="75492" y="108520"/>
                </a:lnTo>
                <a:cubicBezTo>
                  <a:pt x="75492" y="105925"/>
                  <a:pt x="73369" y="103802"/>
                  <a:pt x="70774" y="103802"/>
                </a:cubicBezTo>
                <a:lnTo>
                  <a:pt x="61337" y="103802"/>
                </a:lnTo>
                <a:close/>
                <a:moveTo>
                  <a:pt x="94365" y="108520"/>
                </a:moveTo>
                <a:lnTo>
                  <a:pt x="94365" y="117957"/>
                </a:lnTo>
                <a:cubicBezTo>
                  <a:pt x="94365" y="120552"/>
                  <a:pt x="96489" y="122675"/>
                  <a:pt x="99084" y="122675"/>
                </a:cubicBezTo>
                <a:lnTo>
                  <a:pt x="108520" y="122675"/>
                </a:lnTo>
                <a:cubicBezTo>
                  <a:pt x="111115" y="122675"/>
                  <a:pt x="113238" y="120552"/>
                  <a:pt x="113238" y="117957"/>
                </a:cubicBezTo>
                <a:lnTo>
                  <a:pt x="113238" y="108520"/>
                </a:lnTo>
                <a:cubicBezTo>
                  <a:pt x="113238" y="105925"/>
                  <a:pt x="111115" y="103802"/>
                  <a:pt x="108520" y="103802"/>
                </a:cubicBezTo>
                <a:lnTo>
                  <a:pt x="99084" y="103802"/>
                </a:lnTo>
                <a:cubicBezTo>
                  <a:pt x="96489" y="103802"/>
                  <a:pt x="94365" y="105925"/>
                  <a:pt x="94365" y="108520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048" y="6388533"/>
            <a:ext cx="95309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Febrero 2026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52136" y="6426279"/>
            <a:ext cx="132111" cy="150985"/>
          </a:xfrm>
          <a:custGeom>
            <a:avLst/>
            <a:gdLst/>
            <a:ahLst/>
            <a:cxnLst/>
            <a:rect l="l" t="t" r="r" b="b"/>
            <a:pathLst>
              <a:path w="132111" h="150985">
                <a:moveTo>
                  <a:pt x="132111" y="60689"/>
                </a:moveTo>
                <a:cubicBezTo>
                  <a:pt x="127747" y="63579"/>
                  <a:pt x="122734" y="65908"/>
                  <a:pt x="117514" y="67766"/>
                </a:cubicBezTo>
                <a:cubicBezTo>
                  <a:pt x="103654" y="72720"/>
                  <a:pt x="85460" y="75492"/>
                  <a:pt x="66056" y="75492"/>
                </a:cubicBezTo>
                <a:cubicBezTo>
                  <a:pt x="46652" y="75492"/>
                  <a:pt x="28428" y="72691"/>
                  <a:pt x="14597" y="67766"/>
                </a:cubicBezTo>
                <a:cubicBezTo>
                  <a:pt x="9407" y="65908"/>
                  <a:pt x="4364" y="63579"/>
                  <a:pt x="0" y="60689"/>
                </a:cubicBezTo>
                <a:lnTo>
                  <a:pt x="0" y="84929"/>
                </a:lnTo>
                <a:cubicBezTo>
                  <a:pt x="0" y="97963"/>
                  <a:pt x="29578" y="108520"/>
                  <a:pt x="66056" y="108520"/>
                </a:cubicBezTo>
                <a:cubicBezTo>
                  <a:pt x="102534" y="108520"/>
                  <a:pt x="132111" y="97963"/>
                  <a:pt x="132111" y="84929"/>
                </a:cubicBezTo>
                <a:lnTo>
                  <a:pt x="132111" y="60689"/>
                </a:lnTo>
                <a:close/>
                <a:moveTo>
                  <a:pt x="132111" y="37746"/>
                </a:moveTo>
                <a:lnTo>
                  <a:pt x="132111" y="23591"/>
                </a:lnTo>
                <a:cubicBezTo>
                  <a:pt x="132111" y="10557"/>
                  <a:pt x="102534" y="0"/>
                  <a:pt x="66056" y="0"/>
                </a:cubicBezTo>
                <a:cubicBezTo>
                  <a:pt x="29578" y="0"/>
                  <a:pt x="0" y="10557"/>
                  <a:pt x="0" y="23591"/>
                </a:cubicBezTo>
                <a:lnTo>
                  <a:pt x="0" y="37746"/>
                </a:lnTo>
                <a:cubicBezTo>
                  <a:pt x="0" y="50780"/>
                  <a:pt x="29578" y="61337"/>
                  <a:pt x="66056" y="61337"/>
                </a:cubicBezTo>
                <a:cubicBezTo>
                  <a:pt x="102534" y="61337"/>
                  <a:pt x="132111" y="50780"/>
                  <a:pt x="132111" y="37746"/>
                </a:cubicBezTo>
                <a:close/>
                <a:moveTo>
                  <a:pt x="117514" y="114949"/>
                </a:moveTo>
                <a:cubicBezTo>
                  <a:pt x="103684" y="119873"/>
                  <a:pt x="85489" y="122675"/>
                  <a:pt x="66056" y="122675"/>
                </a:cubicBezTo>
                <a:cubicBezTo>
                  <a:pt x="46622" y="122675"/>
                  <a:pt x="28428" y="119873"/>
                  <a:pt x="14597" y="114949"/>
                </a:cubicBezTo>
                <a:cubicBezTo>
                  <a:pt x="9407" y="113091"/>
                  <a:pt x="4364" y="110761"/>
                  <a:pt x="0" y="107871"/>
                </a:cubicBezTo>
                <a:lnTo>
                  <a:pt x="0" y="127393"/>
                </a:lnTo>
                <a:cubicBezTo>
                  <a:pt x="0" y="140427"/>
                  <a:pt x="29578" y="150985"/>
                  <a:pt x="66056" y="150985"/>
                </a:cubicBezTo>
                <a:cubicBezTo>
                  <a:pt x="102534" y="150985"/>
                  <a:pt x="132111" y="140427"/>
                  <a:pt x="132111" y="127393"/>
                </a:cubicBezTo>
                <a:lnTo>
                  <a:pt x="132111" y="107871"/>
                </a:lnTo>
                <a:cubicBezTo>
                  <a:pt x="127747" y="110761"/>
                  <a:pt x="122734" y="113091"/>
                  <a:pt x="117514" y="114949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5" name="Text 22"/>
          <p:cNvSpPr/>
          <p:nvPr/>
        </p:nvSpPr>
        <p:spPr>
          <a:xfrm>
            <a:off x="5588049" y="6388533"/>
            <a:ext cx="934217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&amp; AI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63045" y="6426279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35387" y="16514"/>
                </a:moveTo>
                <a:cubicBezTo>
                  <a:pt x="35387" y="7402"/>
                  <a:pt x="42789" y="0"/>
                  <a:pt x="51901" y="0"/>
                </a:cubicBezTo>
                <a:lnTo>
                  <a:pt x="58978" y="0"/>
                </a:lnTo>
                <a:cubicBezTo>
                  <a:pt x="64198" y="0"/>
                  <a:pt x="68415" y="4217"/>
                  <a:pt x="68415" y="9437"/>
                </a:cubicBezTo>
                <a:lnTo>
                  <a:pt x="68415" y="141548"/>
                </a:lnTo>
                <a:cubicBezTo>
                  <a:pt x="68415" y="146768"/>
                  <a:pt x="64198" y="150985"/>
                  <a:pt x="58978" y="150985"/>
                </a:cubicBezTo>
                <a:lnTo>
                  <a:pt x="49542" y="150985"/>
                </a:lnTo>
                <a:cubicBezTo>
                  <a:pt x="40754" y="150985"/>
                  <a:pt x="33352" y="144969"/>
                  <a:pt x="31259" y="136830"/>
                </a:cubicBezTo>
                <a:cubicBezTo>
                  <a:pt x="31052" y="136830"/>
                  <a:pt x="30875" y="136830"/>
                  <a:pt x="30669" y="136830"/>
                </a:cubicBezTo>
                <a:cubicBezTo>
                  <a:pt x="17635" y="136830"/>
                  <a:pt x="7077" y="126273"/>
                  <a:pt x="7077" y="113238"/>
                </a:cubicBezTo>
                <a:cubicBezTo>
                  <a:pt x="7077" y="107930"/>
                  <a:pt x="8847" y="103035"/>
                  <a:pt x="11796" y="99084"/>
                </a:cubicBezTo>
                <a:cubicBezTo>
                  <a:pt x="6075" y="94778"/>
                  <a:pt x="2359" y="87937"/>
                  <a:pt x="2359" y="80211"/>
                </a:cubicBezTo>
                <a:cubicBezTo>
                  <a:pt x="2359" y="71098"/>
                  <a:pt x="7549" y="63166"/>
                  <a:pt x="15098" y="59244"/>
                </a:cubicBezTo>
                <a:cubicBezTo>
                  <a:pt x="13005" y="55705"/>
                  <a:pt x="11796" y="51577"/>
                  <a:pt x="11796" y="47183"/>
                </a:cubicBezTo>
                <a:cubicBezTo>
                  <a:pt x="11796" y="34148"/>
                  <a:pt x="22353" y="23591"/>
                  <a:pt x="35387" y="23591"/>
                </a:cubicBezTo>
                <a:lnTo>
                  <a:pt x="35387" y="16514"/>
                </a:lnTo>
                <a:close/>
                <a:moveTo>
                  <a:pt x="115598" y="16514"/>
                </a:moveTo>
                <a:lnTo>
                  <a:pt x="115598" y="23591"/>
                </a:lnTo>
                <a:cubicBezTo>
                  <a:pt x="128632" y="23591"/>
                  <a:pt x="139189" y="34148"/>
                  <a:pt x="139189" y="47183"/>
                </a:cubicBezTo>
                <a:cubicBezTo>
                  <a:pt x="139189" y="51606"/>
                  <a:pt x="137980" y="55735"/>
                  <a:pt x="135886" y="59244"/>
                </a:cubicBezTo>
                <a:cubicBezTo>
                  <a:pt x="143465" y="63166"/>
                  <a:pt x="148625" y="71069"/>
                  <a:pt x="148625" y="80211"/>
                </a:cubicBezTo>
                <a:cubicBezTo>
                  <a:pt x="148625" y="87937"/>
                  <a:pt x="144910" y="94778"/>
                  <a:pt x="139189" y="99084"/>
                </a:cubicBezTo>
                <a:cubicBezTo>
                  <a:pt x="142138" y="103035"/>
                  <a:pt x="143907" y="107930"/>
                  <a:pt x="143907" y="113238"/>
                </a:cubicBezTo>
                <a:cubicBezTo>
                  <a:pt x="143907" y="126273"/>
                  <a:pt x="133350" y="136830"/>
                  <a:pt x="120316" y="136830"/>
                </a:cubicBezTo>
                <a:cubicBezTo>
                  <a:pt x="120109" y="136830"/>
                  <a:pt x="119932" y="136830"/>
                  <a:pt x="119726" y="136830"/>
                </a:cubicBezTo>
                <a:cubicBezTo>
                  <a:pt x="117632" y="144969"/>
                  <a:pt x="110230" y="150985"/>
                  <a:pt x="101443" y="150985"/>
                </a:cubicBezTo>
                <a:lnTo>
                  <a:pt x="92006" y="150985"/>
                </a:lnTo>
                <a:cubicBezTo>
                  <a:pt x="86787" y="150985"/>
                  <a:pt x="82570" y="146768"/>
                  <a:pt x="82570" y="141548"/>
                </a:cubicBezTo>
                <a:lnTo>
                  <a:pt x="82570" y="9437"/>
                </a:lnTo>
                <a:cubicBezTo>
                  <a:pt x="82570" y="4217"/>
                  <a:pt x="86787" y="0"/>
                  <a:pt x="92006" y="0"/>
                </a:cubicBezTo>
                <a:lnTo>
                  <a:pt x="99084" y="0"/>
                </a:lnTo>
                <a:cubicBezTo>
                  <a:pt x="108196" y="0"/>
                  <a:pt x="115598" y="7402"/>
                  <a:pt x="115598" y="16514"/>
                </a:cubicBezTo>
                <a:close/>
              </a:path>
            </a:pathLst>
          </a:custGeom>
          <a:solidFill>
            <a:srgbClr val="C8A464"/>
          </a:solidFill>
          <a:ln/>
        </p:spPr>
      </p:sp>
      <p:sp>
        <p:nvSpPr>
          <p:cNvPr id="27" name="Text 24"/>
          <p:cNvSpPr/>
          <p:nvPr/>
        </p:nvSpPr>
        <p:spPr>
          <a:xfrm>
            <a:off x="7008395" y="6388533"/>
            <a:ext cx="1387170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Data: El Cambio Clave en la Inteligencia Artificial</dc:title>
  <dc:subject>Big Data: El Cambio Clave en la Inteligencia Artificial</dc:subject>
  <dc:creator>Kimi</dc:creator>
  <cp:lastModifiedBy>Kimi</cp:lastModifiedBy>
  <cp:revision>1</cp:revision>
  <dcterms:created xsi:type="dcterms:W3CDTF">2026-02-19T11:49:41Z</dcterms:created>
  <dcterms:modified xsi:type="dcterms:W3CDTF">2026-02-19T11:49:41Z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{"Label":"Big Data: El Cambio Clave en la Inteligencia Artificial","ContentProducer":"001191110108MACG2KBH8F10000","ProduceID":"19c75b4e-3b02-8029-8000-0000bfeb9545","ReservedCode1":"","ContentPropagator":"001191110108MACG2KBH8F20000","PropagateID":"19c75b4e-3b02-8029-8000-0000bfeb9545","ReservedCode2":""}</vt:lpwstr>
  </property>
</Properties>
</file>