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unsplash.com/a2c56e6b04bfc8f80d2c85fea81b9f3ff7328696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6709" b="670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4A6C8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95300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315" kern="0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723900"/>
            <a:ext cx="2571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Regulatorio y Ético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301204"/>
            <a:ext cx="6858000" cy="3019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7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Retos y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7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Regulación de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7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</a:t>
            </a:r>
            <a:pPr>
              <a:lnSpc>
                <a:spcPct val="90000"/>
              </a:lnSpc>
            </a:pPr>
            <a:r>
              <a:rPr lang="en-US" sz="720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23346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966246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de Big Data, Prácticas Prohibidas y Sistemas de Alto Riesgo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5763" y="60245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223838" y="0"/>
                </a:moveTo>
                <a:lnTo>
                  <a:pt x="223838" y="0"/>
                </a:lnTo>
                <a:cubicBezTo>
                  <a:pt x="347377" y="0"/>
                  <a:pt x="447675" y="100298"/>
                  <a:pt x="447675" y="223838"/>
                </a:cubicBezTo>
                <a:lnTo>
                  <a:pt x="447675" y="223838"/>
                </a:lnTo>
                <a:cubicBezTo>
                  <a:pt x="447675" y="347377"/>
                  <a:pt x="347377" y="447675"/>
                  <a:pt x="223838" y="447675"/>
                </a:cubicBezTo>
                <a:lnTo>
                  <a:pt x="223838" y="447675"/>
                </a:lnTo>
                <a:cubicBezTo>
                  <a:pt x="100298" y="447675"/>
                  <a:pt x="0" y="347377"/>
                  <a:pt x="0" y="223838"/>
                </a:cubicBezTo>
                <a:lnTo>
                  <a:pt x="0" y="223838"/>
                </a:lnTo>
                <a:cubicBezTo>
                  <a:pt x="0" y="100298"/>
                  <a:pt x="100298" y="0"/>
                  <a:pt x="223837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6972" y="6162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615315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 Data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712863" y="60245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223838" y="0"/>
                </a:moveTo>
                <a:lnTo>
                  <a:pt x="223838" y="0"/>
                </a:lnTo>
                <a:cubicBezTo>
                  <a:pt x="347377" y="0"/>
                  <a:pt x="447675" y="100298"/>
                  <a:pt x="447675" y="223838"/>
                </a:cubicBezTo>
                <a:lnTo>
                  <a:pt x="447675" y="223838"/>
                </a:lnTo>
                <a:cubicBezTo>
                  <a:pt x="447675" y="347377"/>
                  <a:pt x="347377" y="447675"/>
                  <a:pt x="223838" y="447675"/>
                </a:cubicBezTo>
                <a:lnTo>
                  <a:pt x="223838" y="447675"/>
                </a:lnTo>
                <a:cubicBezTo>
                  <a:pt x="100298" y="447675"/>
                  <a:pt x="0" y="347377"/>
                  <a:pt x="0" y="223838"/>
                </a:cubicBezTo>
                <a:lnTo>
                  <a:pt x="0" y="223838"/>
                </a:lnTo>
                <a:cubicBezTo>
                  <a:pt x="0" y="100298"/>
                  <a:pt x="100298" y="0"/>
                  <a:pt x="223837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53357" y="6162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5" name="Text 12"/>
          <p:cNvSpPr/>
          <p:nvPr/>
        </p:nvSpPr>
        <p:spPr>
          <a:xfrm>
            <a:off x="2279600" y="6153150"/>
            <a:ext cx="371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Ética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813000" y="6024563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223838" y="0"/>
                </a:moveTo>
                <a:lnTo>
                  <a:pt x="223838" y="0"/>
                </a:lnTo>
                <a:cubicBezTo>
                  <a:pt x="347377" y="0"/>
                  <a:pt x="447675" y="100298"/>
                  <a:pt x="447675" y="223838"/>
                </a:cubicBezTo>
                <a:lnTo>
                  <a:pt x="447675" y="223838"/>
                </a:lnTo>
                <a:cubicBezTo>
                  <a:pt x="447675" y="347377"/>
                  <a:pt x="347377" y="447675"/>
                  <a:pt x="223838" y="447675"/>
                </a:cubicBezTo>
                <a:lnTo>
                  <a:pt x="223838" y="447675"/>
                </a:lnTo>
                <a:cubicBezTo>
                  <a:pt x="100298" y="447675"/>
                  <a:pt x="0" y="347377"/>
                  <a:pt x="0" y="223838"/>
                </a:cubicBezTo>
                <a:lnTo>
                  <a:pt x="0" y="223838"/>
                </a:lnTo>
                <a:cubicBezTo>
                  <a:pt x="0" y="100298"/>
                  <a:pt x="100298" y="0"/>
                  <a:pt x="223837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12700">
            <a:solidFill>
              <a:srgbClr val="4A6C8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32063" y="61626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8" name="Text 15"/>
          <p:cNvSpPr/>
          <p:nvPr/>
        </p:nvSpPr>
        <p:spPr>
          <a:xfrm>
            <a:off x="3379738" y="615315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Regulación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978455" y="615315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Febrero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315" kern="0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097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24003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Text 4"/>
          <p:cNvSpPr/>
          <p:nvPr/>
        </p:nvSpPr>
        <p:spPr>
          <a:xfrm>
            <a:off x="663178" y="2667000"/>
            <a:ext cx="523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2147888"/>
            <a:ext cx="4486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Retos en la Integración de Big Data con 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2947988"/>
            <a:ext cx="4438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técnicos y éticos que enfrentan las organizaciones en la era digital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4600" y="24003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0" name="Text 8"/>
          <p:cNvSpPr/>
          <p:nvPr/>
        </p:nvSpPr>
        <p:spPr>
          <a:xfrm>
            <a:off x="6577905" y="2667000"/>
            <a:ext cx="581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67600" y="2147888"/>
            <a:ext cx="4486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Prácticas Prohibidas de Sistemas de 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67600" y="2947988"/>
            <a:ext cx="4438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IA prohibidos por presentar riesgos inaceptables para los derechos humanos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459105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2"/>
          <p:cNvSpPr/>
          <p:nvPr/>
        </p:nvSpPr>
        <p:spPr>
          <a:xfrm>
            <a:off x="629841" y="4857750"/>
            <a:ext cx="59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4510088"/>
            <a:ext cx="448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IA de Alto Riesgo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4967288"/>
            <a:ext cx="4438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que requieren gestión especial de riesgos y supervisión estricta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24600" y="459105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8" name="Text 16"/>
          <p:cNvSpPr/>
          <p:nvPr/>
        </p:nvSpPr>
        <p:spPr>
          <a:xfrm>
            <a:off x="6573738" y="4857750"/>
            <a:ext cx="59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67600" y="4510088"/>
            <a:ext cx="448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Regulatorio de la 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67600" y="4967288"/>
            <a:ext cx="4438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Reglamento Europeo de Inteligencia Artificial y sus implicaciones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57885" y="6248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2" name="Text 20"/>
          <p:cNvSpPr/>
          <p:nvPr/>
        </p:nvSpPr>
        <p:spPr>
          <a:xfrm>
            <a:off x="3874591" y="6210300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Vigente desde agosto 2024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19863" y="624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324" y="17859"/>
                </a:moveTo>
                <a:cubicBezTo>
                  <a:pt x="138038" y="17897"/>
                  <a:pt x="172641" y="52536"/>
                  <a:pt x="172641" y="95250"/>
                </a:cubicBezTo>
                <a:cubicBezTo>
                  <a:pt x="172641" y="103473"/>
                  <a:pt x="171376" y="111398"/>
                  <a:pt x="168994" y="118839"/>
                </a:cubicBezTo>
                <a:cubicBezTo>
                  <a:pt x="168250" y="118988"/>
                  <a:pt x="167469" y="119063"/>
                  <a:pt x="166688" y="119063"/>
                </a:cubicBezTo>
                <a:lnTo>
                  <a:pt x="165683" y="119063"/>
                </a:lnTo>
                <a:cubicBezTo>
                  <a:pt x="162520" y="119063"/>
                  <a:pt x="159507" y="117797"/>
                  <a:pt x="157274" y="115565"/>
                </a:cubicBezTo>
                <a:lnTo>
                  <a:pt x="146372" y="104663"/>
                </a:lnTo>
                <a:cubicBezTo>
                  <a:pt x="144140" y="102431"/>
                  <a:pt x="142875" y="99417"/>
                  <a:pt x="142875" y="96255"/>
                </a:cubicBezTo>
                <a:lnTo>
                  <a:pt x="142875" y="77391"/>
                </a:lnTo>
                <a:cubicBezTo>
                  <a:pt x="142875" y="74116"/>
                  <a:pt x="145554" y="71438"/>
                  <a:pt x="148828" y="71438"/>
                </a:cubicBezTo>
                <a:cubicBezTo>
                  <a:pt x="152102" y="71438"/>
                  <a:pt x="154781" y="68759"/>
                  <a:pt x="154781" y="65484"/>
                </a:cubicBezTo>
                <a:cubicBezTo>
                  <a:pt x="154781" y="62210"/>
                  <a:pt x="152102" y="59531"/>
                  <a:pt x="148828" y="59531"/>
                </a:cubicBezTo>
                <a:lnTo>
                  <a:pt x="139898" y="59531"/>
                </a:lnTo>
                <a:cubicBezTo>
                  <a:pt x="134950" y="59531"/>
                  <a:pt x="130969" y="63512"/>
                  <a:pt x="130969" y="68461"/>
                </a:cubicBezTo>
                <a:cubicBezTo>
                  <a:pt x="130969" y="73409"/>
                  <a:pt x="126988" y="77391"/>
                  <a:pt x="122039" y="77391"/>
                </a:cubicBezTo>
                <a:lnTo>
                  <a:pt x="101203" y="77391"/>
                </a:lnTo>
                <a:cubicBezTo>
                  <a:pt x="97929" y="77391"/>
                  <a:pt x="95250" y="80070"/>
                  <a:pt x="95250" y="83344"/>
                </a:cubicBezTo>
                <a:cubicBezTo>
                  <a:pt x="95250" y="86618"/>
                  <a:pt x="92571" y="89297"/>
                  <a:pt x="89297" y="89297"/>
                </a:cubicBezTo>
                <a:lnTo>
                  <a:pt x="79846" y="89297"/>
                </a:lnTo>
                <a:cubicBezTo>
                  <a:pt x="75195" y="89297"/>
                  <a:pt x="71438" y="85539"/>
                  <a:pt x="71438" y="80888"/>
                </a:cubicBezTo>
                <a:cubicBezTo>
                  <a:pt x="71438" y="78656"/>
                  <a:pt x="72330" y="76498"/>
                  <a:pt x="73893" y="74935"/>
                </a:cubicBezTo>
                <a:lnTo>
                  <a:pt x="99975" y="48853"/>
                </a:lnTo>
                <a:cubicBezTo>
                  <a:pt x="100757" y="48071"/>
                  <a:pt x="101203" y="46992"/>
                  <a:pt x="101203" y="45876"/>
                </a:cubicBezTo>
                <a:cubicBezTo>
                  <a:pt x="101203" y="43569"/>
                  <a:pt x="99306" y="41672"/>
                  <a:pt x="96999" y="41672"/>
                </a:cubicBezTo>
                <a:lnTo>
                  <a:pt x="91753" y="41672"/>
                </a:lnTo>
                <a:cubicBezTo>
                  <a:pt x="87102" y="41672"/>
                  <a:pt x="83344" y="37914"/>
                  <a:pt x="83344" y="33263"/>
                </a:cubicBezTo>
                <a:cubicBezTo>
                  <a:pt x="83344" y="31031"/>
                  <a:pt x="84237" y="28873"/>
                  <a:pt x="85799" y="27310"/>
                </a:cubicBezTo>
                <a:lnTo>
                  <a:pt x="94394" y="18715"/>
                </a:lnTo>
                <a:cubicBezTo>
                  <a:pt x="94692" y="18417"/>
                  <a:pt x="94990" y="18157"/>
                  <a:pt x="95324" y="17897"/>
                </a:cubicBezTo>
                <a:close/>
                <a:moveTo>
                  <a:pt x="163116" y="132494"/>
                </a:moveTo>
                <a:cubicBezTo>
                  <a:pt x="150912" y="154670"/>
                  <a:pt x="128178" y="170222"/>
                  <a:pt x="101650" y="172380"/>
                </a:cubicBezTo>
                <a:cubicBezTo>
                  <a:pt x="101389" y="171524"/>
                  <a:pt x="101240" y="170594"/>
                  <a:pt x="101240" y="169664"/>
                </a:cubicBezTo>
                <a:cubicBezTo>
                  <a:pt x="101240" y="164716"/>
                  <a:pt x="97259" y="160734"/>
                  <a:pt x="92311" y="160734"/>
                </a:cubicBezTo>
                <a:lnTo>
                  <a:pt x="82376" y="160734"/>
                </a:lnTo>
                <a:cubicBezTo>
                  <a:pt x="79214" y="160734"/>
                  <a:pt x="76200" y="159469"/>
                  <a:pt x="73968" y="157237"/>
                </a:cubicBezTo>
                <a:lnTo>
                  <a:pt x="63066" y="146335"/>
                </a:lnTo>
                <a:cubicBezTo>
                  <a:pt x="60833" y="144103"/>
                  <a:pt x="59568" y="141089"/>
                  <a:pt x="59568" y="137926"/>
                </a:cubicBezTo>
                <a:lnTo>
                  <a:pt x="59568" y="113109"/>
                </a:lnTo>
                <a:cubicBezTo>
                  <a:pt x="59568" y="106524"/>
                  <a:pt x="64889" y="101203"/>
                  <a:pt x="71475" y="101203"/>
                </a:cubicBezTo>
                <a:lnTo>
                  <a:pt x="108198" y="101203"/>
                </a:lnTo>
                <a:cubicBezTo>
                  <a:pt x="111361" y="101203"/>
                  <a:pt x="114374" y="102468"/>
                  <a:pt x="116607" y="104701"/>
                </a:cubicBezTo>
                <a:lnTo>
                  <a:pt x="127508" y="115602"/>
                </a:lnTo>
                <a:cubicBezTo>
                  <a:pt x="129741" y="117835"/>
                  <a:pt x="132755" y="119100"/>
                  <a:pt x="135917" y="119100"/>
                </a:cubicBezTo>
                <a:lnTo>
                  <a:pt x="137964" y="119100"/>
                </a:lnTo>
                <a:cubicBezTo>
                  <a:pt x="141126" y="119100"/>
                  <a:pt x="144140" y="120365"/>
                  <a:pt x="146372" y="122597"/>
                </a:cubicBezTo>
                <a:lnTo>
                  <a:pt x="152326" y="128550"/>
                </a:lnTo>
                <a:cubicBezTo>
                  <a:pt x="153888" y="130113"/>
                  <a:pt x="156046" y="131006"/>
                  <a:pt x="158279" y="131006"/>
                </a:cubicBezTo>
                <a:cubicBezTo>
                  <a:pt x="160065" y="131006"/>
                  <a:pt x="161739" y="131564"/>
                  <a:pt x="163116" y="132531"/>
                </a:cubicBezTo>
                <a:close/>
                <a:moveTo>
                  <a:pt x="95250" y="190500"/>
                </a:moveTo>
                <a:lnTo>
                  <a:pt x="104998" y="190016"/>
                </a:lnTo>
                <a:cubicBezTo>
                  <a:pt x="101798" y="190351"/>
                  <a:pt x="98561" y="190500"/>
                  <a:pt x="95250" y="190500"/>
                </a:cubicBezTo>
                <a:close/>
                <a:moveTo>
                  <a:pt x="104998" y="190016"/>
                </a:moveTo>
                <a:cubicBezTo>
                  <a:pt x="153033" y="185142"/>
                  <a:pt x="190500" y="144587"/>
                  <a:pt x="190500" y="95250"/>
                </a:cubicBezTo>
                <a:cubicBezTo>
                  <a:pt x="190500" y="42639"/>
                  <a:pt x="147861" y="0"/>
                  <a:pt x="95250" y="0"/>
                </a:cubicBezTo>
                <a:lnTo>
                  <a:pt x="95250" y="0"/>
                </a:lnTo>
                <a:cubicBezTo>
                  <a:pt x="42639" y="0"/>
                  <a:pt x="0" y="42639"/>
                  <a:pt x="0" y="95250"/>
                </a:cubicBezTo>
                <a:cubicBezTo>
                  <a:pt x="0" y="142689"/>
                  <a:pt x="34677" y="182054"/>
                  <a:pt x="80107" y="189309"/>
                </a:cubicBezTo>
                <a:cubicBezTo>
                  <a:pt x="85018" y="190091"/>
                  <a:pt x="90078" y="190500"/>
                  <a:pt x="95250" y="190500"/>
                </a:cubicBezTo>
                <a:close/>
                <a:moveTo>
                  <a:pt x="69689" y="45876"/>
                </a:moveTo>
                <a:lnTo>
                  <a:pt x="57783" y="57783"/>
                </a:lnTo>
                <a:cubicBezTo>
                  <a:pt x="55476" y="60089"/>
                  <a:pt x="51681" y="60089"/>
                  <a:pt x="49374" y="57783"/>
                </a:cubicBezTo>
                <a:cubicBezTo>
                  <a:pt x="47067" y="55476"/>
                  <a:pt x="47067" y="51681"/>
                  <a:pt x="49374" y="49374"/>
                </a:cubicBezTo>
                <a:lnTo>
                  <a:pt x="61280" y="37467"/>
                </a:lnTo>
                <a:cubicBezTo>
                  <a:pt x="63587" y="35161"/>
                  <a:pt x="67382" y="35161"/>
                  <a:pt x="69689" y="37467"/>
                </a:cubicBezTo>
                <a:cubicBezTo>
                  <a:pt x="71996" y="39774"/>
                  <a:pt x="71996" y="43569"/>
                  <a:pt x="69689" y="4587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4" name="Text 22"/>
          <p:cNvSpPr/>
          <p:nvPr/>
        </p:nvSpPr>
        <p:spPr>
          <a:xfrm>
            <a:off x="6848475" y="621030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Aplicable en toda la UE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7acafb83d2d587d2d3dfda16d3f9f14d90a188d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444" r="1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8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481012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4A6C8C"/>
          </a:solidFill>
          <a:ln w="50800">
            <a:solidFill>
              <a:srgbClr val="C8A97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4986" y="690563"/>
            <a:ext cx="695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47800" y="9001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1681163"/>
            <a:ext cx="67437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Retos en la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 Data con IA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57713"/>
            <a:ext cx="6515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técnicos y éticos que enfrentan las organizaciones en la convergencia de grandes volúmenes de datos e inteligencia artificial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8150" y="614838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6129338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Privacidad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856631" y="61483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2" name="Text 9"/>
          <p:cNvSpPr/>
          <p:nvPr/>
        </p:nvSpPr>
        <p:spPr>
          <a:xfrm>
            <a:off x="2228106" y="6129338"/>
            <a:ext cx="67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Calidad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091011" y="614838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4" name="Text 11"/>
          <p:cNvSpPr/>
          <p:nvPr/>
        </p:nvSpPr>
        <p:spPr>
          <a:xfrm>
            <a:off x="3448199" y="6129338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Infraestructura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315" kern="0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Privacidad y Seguridad de Datos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85900"/>
            <a:ext cx="6705600" cy="1790700"/>
          </a:xfrm>
          <a:custGeom>
            <a:avLst/>
            <a:gdLst/>
            <a:ahLst/>
            <a:cxnLst/>
            <a:rect l="l" t="t" r="r" b="b"/>
            <a:pathLst>
              <a:path w="6705600" h="1790700">
                <a:moveTo>
                  <a:pt x="0" y="0"/>
                </a:moveTo>
                <a:lnTo>
                  <a:pt x="6629406" y="0"/>
                </a:lnTo>
                <a:cubicBezTo>
                  <a:pt x="6671458" y="0"/>
                  <a:pt x="6705600" y="34142"/>
                  <a:pt x="6705600" y="76194"/>
                </a:cubicBezTo>
                <a:lnTo>
                  <a:pt x="6705600" y="1714506"/>
                </a:lnTo>
                <a:cubicBezTo>
                  <a:pt x="6705600" y="1756587"/>
                  <a:pt x="6671487" y="1790700"/>
                  <a:pt x="6629406" y="1790700"/>
                </a:cubicBez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85900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713" y="1828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1676400"/>
            <a:ext cx="573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de Información Personal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2095500"/>
            <a:ext cx="56959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recopilación y análisis de información sensible plantea serias preocupaciones sobre 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consentimiento informado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la protección contra accesos no autorizados. Las organizaciones deben cumplir con regulaciones estrictas como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8A97E"/>
                </a:solidFill>
                <a:highlight>
                  <a:srgbClr val="C8A9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GDPR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8A97E"/>
                </a:solidFill>
                <a:highlight>
                  <a:srgbClr val="C8A97E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CCPA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429000"/>
            <a:ext cx="6705600" cy="1543050"/>
          </a:xfrm>
          <a:custGeom>
            <a:avLst/>
            <a:gdLst/>
            <a:ahLst/>
            <a:cxnLst/>
            <a:rect l="l" t="t" r="r" b="b"/>
            <a:pathLst>
              <a:path w="6705600" h="1543050">
                <a:moveTo>
                  <a:pt x="0" y="0"/>
                </a:moveTo>
                <a:lnTo>
                  <a:pt x="6629404" y="0"/>
                </a:lnTo>
                <a:cubicBezTo>
                  <a:pt x="6671486" y="0"/>
                  <a:pt x="6705600" y="34114"/>
                  <a:pt x="6705600" y="76196"/>
                </a:cubicBezTo>
                <a:lnTo>
                  <a:pt x="6705600" y="1466854"/>
                </a:lnTo>
                <a:cubicBezTo>
                  <a:pt x="6705600" y="1508936"/>
                  <a:pt x="6671486" y="1543050"/>
                  <a:pt x="6629404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42900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619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771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3619500"/>
            <a:ext cx="573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Riesgos de Filtraciones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5400" y="4038600"/>
            <a:ext cx="5695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bases de datos masivas presentan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vulnerabilidades críticas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pueden ser explotadas. El manejo de datos de localización y registros médicos requiere infraestructuras regulatorias robustas para prevenir abusos.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5124450"/>
            <a:ext cx="6724650" cy="1543050"/>
          </a:xfrm>
          <a:custGeom>
            <a:avLst/>
            <a:gdLst/>
            <a:ahLst/>
            <a:cxnLst/>
            <a:rect l="l" t="t" r="r" b="b"/>
            <a:pathLst>
              <a:path w="6724650" h="1543050">
                <a:moveTo>
                  <a:pt x="76196" y="0"/>
                </a:moveTo>
                <a:lnTo>
                  <a:pt x="6648454" y="0"/>
                </a:lnTo>
                <a:cubicBezTo>
                  <a:pt x="6690536" y="0"/>
                  <a:pt x="6724650" y="34114"/>
                  <a:pt x="6724650" y="76196"/>
                </a:cubicBezTo>
                <a:lnTo>
                  <a:pt x="6724650" y="1466854"/>
                </a:lnTo>
                <a:cubicBezTo>
                  <a:pt x="6724650" y="1508936"/>
                  <a:pt x="6690536" y="1543050"/>
                  <a:pt x="6648454" y="1543050"/>
                </a:cubicBezTo>
                <a:lnTo>
                  <a:pt x="76196" y="1543050"/>
                </a:lnTo>
                <a:cubicBezTo>
                  <a:pt x="34114" y="1543050"/>
                  <a:pt x="0" y="1508936"/>
                  <a:pt x="0" y="14668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16744" y="53625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9" name="Text 17"/>
          <p:cNvSpPr/>
          <p:nvPr/>
        </p:nvSpPr>
        <p:spPr>
          <a:xfrm>
            <a:off x="790575" y="5314950"/>
            <a:ext cx="621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 Crítico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5734050"/>
            <a:ext cx="6419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Este desafío se agrava en contextos donde las infraestructuras regulatorias son débiles o inexistentes, dejando un vacío normativo preocupante que puede llevar al uso indebido de datos y decisiones automatizadas sin supervisión humana adecuada.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30380" y="1485900"/>
            <a:ext cx="4476750" cy="3200400"/>
          </a:xfrm>
          <a:custGeom>
            <a:avLst/>
            <a:gdLst/>
            <a:ahLst/>
            <a:cxnLst/>
            <a:rect l="l" t="t" r="r" b="b"/>
            <a:pathLst>
              <a:path w="4476750" h="3200400">
                <a:moveTo>
                  <a:pt x="76202" y="0"/>
                </a:moveTo>
                <a:lnTo>
                  <a:pt x="4400548" y="0"/>
                </a:lnTo>
                <a:cubicBezTo>
                  <a:pt x="4442633" y="0"/>
                  <a:pt x="4476750" y="34117"/>
                  <a:pt x="4476750" y="76202"/>
                </a:cubicBezTo>
                <a:lnTo>
                  <a:pt x="4476750" y="3124198"/>
                </a:lnTo>
                <a:cubicBezTo>
                  <a:pt x="4476750" y="3166283"/>
                  <a:pt x="4442633" y="3200400"/>
                  <a:pt x="4400548" y="3200400"/>
                </a:cubicBezTo>
                <a:lnTo>
                  <a:pt x="76202" y="3200400"/>
                </a:lnTo>
                <a:cubicBezTo>
                  <a:pt x="34117" y="3200400"/>
                  <a:pt x="0" y="3166283"/>
                  <a:pt x="0" y="3124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520880" y="1676400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Regulaciones Clave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20880" y="213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54230" y="2266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324" y="17859"/>
                </a:moveTo>
                <a:cubicBezTo>
                  <a:pt x="138038" y="17897"/>
                  <a:pt x="172641" y="52536"/>
                  <a:pt x="172641" y="95250"/>
                </a:cubicBezTo>
                <a:cubicBezTo>
                  <a:pt x="172641" y="103473"/>
                  <a:pt x="171376" y="111398"/>
                  <a:pt x="168994" y="118839"/>
                </a:cubicBezTo>
                <a:cubicBezTo>
                  <a:pt x="168250" y="118988"/>
                  <a:pt x="167469" y="119063"/>
                  <a:pt x="166688" y="119063"/>
                </a:cubicBezTo>
                <a:lnTo>
                  <a:pt x="165683" y="119063"/>
                </a:lnTo>
                <a:cubicBezTo>
                  <a:pt x="162520" y="119063"/>
                  <a:pt x="159507" y="117797"/>
                  <a:pt x="157274" y="115565"/>
                </a:cubicBezTo>
                <a:lnTo>
                  <a:pt x="146372" y="104663"/>
                </a:lnTo>
                <a:cubicBezTo>
                  <a:pt x="144140" y="102431"/>
                  <a:pt x="142875" y="99417"/>
                  <a:pt x="142875" y="96255"/>
                </a:cubicBezTo>
                <a:lnTo>
                  <a:pt x="142875" y="77391"/>
                </a:lnTo>
                <a:cubicBezTo>
                  <a:pt x="142875" y="74116"/>
                  <a:pt x="145554" y="71438"/>
                  <a:pt x="148828" y="71438"/>
                </a:cubicBezTo>
                <a:cubicBezTo>
                  <a:pt x="152102" y="71438"/>
                  <a:pt x="154781" y="68759"/>
                  <a:pt x="154781" y="65484"/>
                </a:cubicBezTo>
                <a:cubicBezTo>
                  <a:pt x="154781" y="62210"/>
                  <a:pt x="152102" y="59531"/>
                  <a:pt x="148828" y="59531"/>
                </a:cubicBezTo>
                <a:lnTo>
                  <a:pt x="139898" y="59531"/>
                </a:lnTo>
                <a:cubicBezTo>
                  <a:pt x="134950" y="59531"/>
                  <a:pt x="130969" y="63512"/>
                  <a:pt x="130969" y="68461"/>
                </a:cubicBezTo>
                <a:cubicBezTo>
                  <a:pt x="130969" y="73409"/>
                  <a:pt x="126988" y="77391"/>
                  <a:pt x="122039" y="77391"/>
                </a:cubicBezTo>
                <a:lnTo>
                  <a:pt x="101203" y="77391"/>
                </a:lnTo>
                <a:cubicBezTo>
                  <a:pt x="97929" y="77391"/>
                  <a:pt x="95250" y="80070"/>
                  <a:pt x="95250" y="83344"/>
                </a:cubicBezTo>
                <a:cubicBezTo>
                  <a:pt x="95250" y="86618"/>
                  <a:pt x="92571" y="89297"/>
                  <a:pt x="89297" y="89297"/>
                </a:cubicBezTo>
                <a:lnTo>
                  <a:pt x="79846" y="89297"/>
                </a:lnTo>
                <a:cubicBezTo>
                  <a:pt x="75195" y="89297"/>
                  <a:pt x="71438" y="85539"/>
                  <a:pt x="71438" y="80888"/>
                </a:cubicBezTo>
                <a:cubicBezTo>
                  <a:pt x="71438" y="78656"/>
                  <a:pt x="72330" y="76498"/>
                  <a:pt x="73893" y="74935"/>
                </a:cubicBezTo>
                <a:lnTo>
                  <a:pt x="99975" y="48853"/>
                </a:lnTo>
                <a:cubicBezTo>
                  <a:pt x="100757" y="48071"/>
                  <a:pt x="101203" y="46992"/>
                  <a:pt x="101203" y="45876"/>
                </a:cubicBezTo>
                <a:cubicBezTo>
                  <a:pt x="101203" y="43569"/>
                  <a:pt x="99306" y="41672"/>
                  <a:pt x="96999" y="41672"/>
                </a:cubicBezTo>
                <a:lnTo>
                  <a:pt x="91753" y="41672"/>
                </a:lnTo>
                <a:cubicBezTo>
                  <a:pt x="87102" y="41672"/>
                  <a:pt x="83344" y="37914"/>
                  <a:pt x="83344" y="33263"/>
                </a:cubicBezTo>
                <a:cubicBezTo>
                  <a:pt x="83344" y="31031"/>
                  <a:pt x="84237" y="28873"/>
                  <a:pt x="85799" y="27310"/>
                </a:cubicBezTo>
                <a:lnTo>
                  <a:pt x="94394" y="18715"/>
                </a:lnTo>
                <a:cubicBezTo>
                  <a:pt x="94692" y="18417"/>
                  <a:pt x="94990" y="18157"/>
                  <a:pt x="95324" y="17897"/>
                </a:cubicBezTo>
                <a:close/>
                <a:moveTo>
                  <a:pt x="163116" y="132494"/>
                </a:moveTo>
                <a:cubicBezTo>
                  <a:pt x="150912" y="154670"/>
                  <a:pt x="128178" y="170222"/>
                  <a:pt x="101650" y="172380"/>
                </a:cubicBezTo>
                <a:cubicBezTo>
                  <a:pt x="101389" y="171524"/>
                  <a:pt x="101240" y="170594"/>
                  <a:pt x="101240" y="169664"/>
                </a:cubicBezTo>
                <a:cubicBezTo>
                  <a:pt x="101240" y="164716"/>
                  <a:pt x="97259" y="160734"/>
                  <a:pt x="92311" y="160734"/>
                </a:cubicBezTo>
                <a:lnTo>
                  <a:pt x="82376" y="160734"/>
                </a:lnTo>
                <a:cubicBezTo>
                  <a:pt x="79214" y="160734"/>
                  <a:pt x="76200" y="159469"/>
                  <a:pt x="73968" y="157237"/>
                </a:cubicBezTo>
                <a:lnTo>
                  <a:pt x="63066" y="146335"/>
                </a:lnTo>
                <a:cubicBezTo>
                  <a:pt x="60833" y="144103"/>
                  <a:pt x="59568" y="141089"/>
                  <a:pt x="59568" y="137926"/>
                </a:cubicBezTo>
                <a:lnTo>
                  <a:pt x="59568" y="113109"/>
                </a:lnTo>
                <a:cubicBezTo>
                  <a:pt x="59568" y="106524"/>
                  <a:pt x="64889" y="101203"/>
                  <a:pt x="71475" y="101203"/>
                </a:cubicBezTo>
                <a:lnTo>
                  <a:pt x="108198" y="101203"/>
                </a:lnTo>
                <a:cubicBezTo>
                  <a:pt x="111361" y="101203"/>
                  <a:pt x="114374" y="102468"/>
                  <a:pt x="116607" y="104701"/>
                </a:cubicBezTo>
                <a:lnTo>
                  <a:pt x="127508" y="115602"/>
                </a:lnTo>
                <a:cubicBezTo>
                  <a:pt x="129741" y="117835"/>
                  <a:pt x="132755" y="119100"/>
                  <a:pt x="135917" y="119100"/>
                </a:cubicBezTo>
                <a:lnTo>
                  <a:pt x="137964" y="119100"/>
                </a:lnTo>
                <a:cubicBezTo>
                  <a:pt x="141126" y="119100"/>
                  <a:pt x="144140" y="120365"/>
                  <a:pt x="146372" y="122597"/>
                </a:cubicBezTo>
                <a:lnTo>
                  <a:pt x="152326" y="128550"/>
                </a:lnTo>
                <a:cubicBezTo>
                  <a:pt x="153888" y="130113"/>
                  <a:pt x="156046" y="131006"/>
                  <a:pt x="158279" y="131006"/>
                </a:cubicBezTo>
                <a:cubicBezTo>
                  <a:pt x="160065" y="131006"/>
                  <a:pt x="161739" y="131564"/>
                  <a:pt x="163116" y="132531"/>
                </a:cubicBezTo>
                <a:close/>
                <a:moveTo>
                  <a:pt x="95250" y="190500"/>
                </a:moveTo>
                <a:lnTo>
                  <a:pt x="104998" y="190016"/>
                </a:lnTo>
                <a:cubicBezTo>
                  <a:pt x="101798" y="190351"/>
                  <a:pt x="98561" y="190500"/>
                  <a:pt x="95250" y="190500"/>
                </a:cubicBezTo>
                <a:close/>
                <a:moveTo>
                  <a:pt x="104998" y="190016"/>
                </a:moveTo>
                <a:cubicBezTo>
                  <a:pt x="153033" y="185142"/>
                  <a:pt x="190500" y="144587"/>
                  <a:pt x="190500" y="95250"/>
                </a:cubicBezTo>
                <a:cubicBezTo>
                  <a:pt x="190500" y="42639"/>
                  <a:pt x="147861" y="0"/>
                  <a:pt x="95250" y="0"/>
                </a:cubicBezTo>
                <a:lnTo>
                  <a:pt x="95250" y="0"/>
                </a:lnTo>
                <a:cubicBezTo>
                  <a:pt x="42639" y="0"/>
                  <a:pt x="0" y="42639"/>
                  <a:pt x="0" y="95250"/>
                </a:cubicBezTo>
                <a:cubicBezTo>
                  <a:pt x="0" y="142689"/>
                  <a:pt x="34677" y="182054"/>
                  <a:pt x="80107" y="189309"/>
                </a:cubicBezTo>
                <a:cubicBezTo>
                  <a:pt x="85018" y="190091"/>
                  <a:pt x="90078" y="190500"/>
                  <a:pt x="95250" y="190500"/>
                </a:cubicBezTo>
                <a:close/>
                <a:moveTo>
                  <a:pt x="69689" y="45876"/>
                </a:moveTo>
                <a:lnTo>
                  <a:pt x="57783" y="57783"/>
                </a:lnTo>
                <a:cubicBezTo>
                  <a:pt x="55476" y="60089"/>
                  <a:pt x="51681" y="60089"/>
                  <a:pt x="49374" y="57783"/>
                </a:cubicBezTo>
                <a:cubicBezTo>
                  <a:pt x="47067" y="55476"/>
                  <a:pt x="47067" y="51681"/>
                  <a:pt x="49374" y="49374"/>
                </a:cubicBezTo>
                <a:lnTo>
                  <a:pt x="61280" y="37467"/>
                </a:lnTo>
                <a:cubicBezTo>
                  <a:pt x="63587" y="35161"/>
                  <a:pt x="67382" y="35161"/>
                  <a:pt x="69689" y="37467"/>
                </a:cubicBezTo>
                <a:cubicBezTo>
                  <a:pt x="71996" y="39774"/>
                  <a:pt x="71996" y="43569"/>
                  <a:pt x="69689" y="4587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380" y="2133600"/>
            <a:ext cx="310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92380" y="2400300"/>
            <a:ext cx="3086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Reglamento General de Protección de Datos (UE)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20880" y="2743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666137" y="2876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1906" y="0"/>
                </a:moveTo>
                <a:cubicBezTo>
                  <a:pt x="18492" y="0"/>
                  <a:pt x="23812" y="5321"/>
                  <a:pt x="23812" y="11906"/>
                </a:cubicBezTo>
                <a:lnTo>
                  <a:pt x="23812" y="17859"/>
                </a:lnTo>
                <a:lnTo>
                  <a:pt x="49485" y="11460"/>
                </a:lnTo>
                <a:cubicBezTo>
                  <a:pt x="63661" y="7925"/>
                  <a:pt x="78618" y="9562"/>
                  <a:pt x="91715" y="16111"/>
                </a:cubicBezTo>
                <a:cubicBezTo>
                  <a:pt x="108942" y="24743"/>
                  <a:pt x="129220" y="24743"/>
                  <a:pt x="146447" y="16111"/>
                </a:cubicBezTo>
                <a:lnTo>
                  <a:pt x="150019" y="14325"/>
                </a:lnTo>
                <a:cubicBezTo>
                  <a:pt x="157683" y="10455"/>
                  <a:pt x="166688" y="16036"/>
                  <a:pt x="166688" y="24594"/>
                </a:cubicBezTo>
                <a:lnTo>
                  <a:pt x="166688" y="38026"/>
                </a:lnTo>
                <a:lnTo>
                  <a:pt x="150056" y="44053"/>
                </a:lnTo>
                <a:cubicBezTo>
                  <a:pt x="134131" y="49857"/>
                  <a:pt x="116570" y="49225"/>
                  <a:pt x="101092" y="42342"/>
                </a:cubicBezTo>
                <a:lnTo>
                  <a:pt x="95101" y="39663"/>
                </a:lnTo>
                <a:cubicBezTo>
                  <a:pt x="87548" y="36314"/>
                  <a:pt x="79549" y="34193"/>
                  <a:pt x="71438" y="33375"/>
                </a:cubicBezTo>
                <a:lnTo>
                  <a:pt x="71438" y="45355"/>
                </a:lnTo>
                <a:cubicBezTo>
                  <a:pt x="77912" y="46137"/>
                  <a:pt x="84237" y="47848"/>
                  <a:pt x="90264" y="50527"/>
                </a:cubicBezTo>
                <a:lnTo>
                  <a:pt x="96255" y="53206"/>
                </a:lnTo>
                <a:cubicBezTo>
                  <a:pt x="114560" y="61354"/>
                  <a:pt x="135322" y="62061"/>
                  <a:pt x="154149" y="55215"/>
                </a:cubicBezTo>
                <a:lnTo>
                  <a:pt x="166688" y="50639"/>
                </a:lnTo>
                <a:lnTo>
                  <a:pt x="166688" y="73707"/>
                </a:lnTo>
                <a:lnTo>
                  <a:pt x="150056" y="79735"/>
                </a:lnTo>
                <a:cubicBezTo>
                  <a:pt x="134131" y="85539"/>
                  <a:pt x="116570" y="84906"/>
                  <a:pt x="101092" y="78023"/>
                </a:cubicBezTo>
                <a:lnTo>
                  <a:pt x="95101" y="75344"/>
                </a:lnTo>
                <a:cubicBezTo>
                  <a:pt x="80144" y="68684"/>
                  <a:pt x="63475" y="66973"/>
                  <a:pt x="47439" y="70396"/>
                </a:cubicBezTo>
                <a:lnTo>
                  <a:pt x="23813" y="75456"/>
                </a:lnTo>
                <a:lnTo>
                  <a:pt x="23813" y="87623"/>
                </a:lnTo>
                <a:lnTo>
                  <a:pt x="49932" y="82004"/>
                </a:lnTo>
                <a:cubicBezTo>
                  <a:pt x="63475" y="79102"/>
                  <a:pt x="77577" y="80553"/>
                  <a:pt x="90264" y="86209"/>
                </a:cubicBezTo>
                <a:lnTo>
                  <a:pt x="96255" y="88888"/>
                </a:lnTo>
                <a:cubicBezTo>
                  <a:pt x="114560" y="97036"/>
                  <a:pt x="135322" y="97743"/>
                  <a:pt x="154149" y="90897"/>
                </a:cubicBezTo>
                <a:lnTo>
                  <a:pt x="166688" y="86320"/>
                </a:lnTo>
                <a:lnTo>
                  <a:pt x="166688" y="109351"/>
                </a:lnTo>
                <a:lnTo>
                  <a:pt x="150056" y="115379"/>
                </a:lnTo>
                <a:cubicBezTo>
                  <a:pt x="134131" y="121183"/>
                  <a:pt x="116570" y="120551"/>
                  <a:pt x="101092" y="113667"/>
                </a:cubicBezTo>
                <a:lnTo>
                  <a:pt x="95101" y="110989"/>
                </a:lnTo>
                <a:cubicBezTo>
                  <a:pt x="80144" y="104329"/>
                  <a:pt x="63475" y="102617"/>
                  <a:pt x="47439" y="106040"/>
                </a:cubicBezTo>
                <a:lnTo>
                  <a:pt x="23813" y="111100"/>
                </a:lnTo>
                <a:lnTo>
                  <a:pt x="23813" y="123267"/>
                </a:lnTo>
                <a:lnTo>
                  <a:pt x="49932" y="117649"/>
                </a:lnTo>
                <a:cubicBezTo>
                  <a:pt x="63475" y="114746"/>
                  <a:pt x="77577" y="116198"/>
                  <a:pt x="90264" y="121853"/>
                </a:cubicBezTo>
                <a:lnTo>
                  <a:pt x="96255" y="124532"/>
                </a:lnTo>
                <a:cubicBezTo>
                  <a:pt x="114560" y="132680"/>
                  <a:pt x="135322" y="133387"/>
                  <a:pt x="154149" y="126541"/>
                </a:cubicBezTo>
                <a:lnTo>
                  <a:pt x="166688" y="121965"/>
                </a:lnTo>
                <a:lnTo>
                  <a:pt x="166688" y="134429"/>
                </a:lnTo>
                <a:cubicBezTo>
                  <a:pt x="166688" y="139378"/>
                  <a:pt x="163599" y="143842"/>
                  <a:pt x="158948" y="145591"/>
                </a:cubicBezTo>
                <a:lnTo>
                  <a:pt x="146038" y="150428"/>
                </a:lnTo>
                <a:cubicBezTo>
                  <a:pt x="128848" y="156865"/>
                  <a:pt x="109724" y="155860"/>
                  <a:pt x="93315" y="147675"/>
                </a:cubicBezTo>
                <a:cubicBezTo>
                  <a:pt x="79214" y="140605"/>
                  <a:pt x="63029" y="138857"/>
                  <a:pt x="47737" y="142689"/>
                </a:cubicBezTo>
                <a:lnTo>
                  <a:pt x="23812" y="148828"/>
                </a:ln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lnTo>
                  <a:pt x="0" y="11906"/>
                </a:lnTo>
                <a:cubicBezTo>
                  <a:pt x="0" y="5321"/>
                  <a:pt x="5321" y="0"/>
                  <a:pt x="11906" y="0"/>
                </a:cubicBezTo>
                <a:close/>
                <a:moveTo>
                  <a:pt x="41672" y="35719"/>
                </a:moveTo>
                <a:cubicBezTo>
                  <a:pt x="41672" y="32433"/>
                  <a:pt x="39004" y="29766"/>
                  <a:pt x="35719" y="29766"/>
                </a:cubicBezTo>
                <a:cubicBezTo>
                  <a:pt x="32433" y="29766"/>
                  <a:pt x="29766" y="32433"/>
                  <a:pt x="29766" y="35719"/>
                </a:cubicBezTo>
                <a:cubicBezTo>
                  <a:pt x="29766" y="39004"/>
                  <a:pt x="32433" y="41672"/>
                  <a:pt x="35719" y="41672"/>
                </a:cubicBezTo>
                <a:cubicBezTo>
                  <a:pt x="39004" y="41672"/>
                  <a:pt x="41672" y="39004"/>
                  <a:pt x="41672" y="35719"/>
                </a:cubicBezTo>
                <a:close/>
                <a:moveTo>
                  <a:pt x="53578" y="35719"/>
                </a:moveTo>
                <a:cubicBezTo>
                  <a:pt x="56864" y="35719"/>
                  <a:pt x="59531" y="33051"/>
                  <a:pt x="59531" y="29766"/>
                </a:cubicBezTo>
                <a:cubicBezTo>
                  <a:pt x="59531" y="26480"/>
                  <a:pt x="56864" y="23812"/>
                  <a:pt x="53578" y="23812"/>
                </a:cubicBezTo>
                <a:cubicBezTo>
                  <a:pt x="50293" y="23812"/>
                  <a:pt x="47625" y="26480"/>
                  <a:pt x="47625" y="29766"/>
                </a:cubicBezTo>
                <a:cubicBezTo>
                  <a:pt x="47625" y="33051"/>
                  <a:pt x="50293" y="35719"/>
                  <a:pt x="53578" y="35719"/>
                </a:cubicBezTo>
                <a:close/>
                <a:moveTo>
                  <a:pt x="41672" y="53578"/>
                </a:moveTo>
                <a:cubicBezTo>
                  <a:pt x="41672" y="50293"/>
                  <a:pt x="39004" y="47625"/>
                  <a:pt x="35719" y="47625"/>
                </a:cubicBezTo>
                <a:cubicBezTo>
                  <a:pt x="32433" y="47625"/>
                  <a:pt x="29766" y="50293"/>
                  <a:pt x="29766" y="53578"/>
                </a:cubicBezTo>
                <a:cubicBezTo>
                  <a:pt x="29766" y="56864"/>
                  <a:pt x="32433" y="59531"/>
                  <a:pt x="35719" y="59531"/>
                </a:cubicBezTo>
                <a:cubicBezTo>
                  <a:pt x="39004" y="59531"/>
                  <a:pt x="41672" y="56864"/>
                  <a:pt x="41672" y="53578"/>
                </a:cubicBezTo>
                <a:close/>
                <a:moveTo>
                  <a:pt x="53578" y="53578"/>
                </a:moveTo>
                <a:cubicBezTo>
                  <a:pt x="56864" y="53578"/>
                  <a:pt x="59531" y="50911"/>
                  <a:pt x="59531" y="47625"/>
                </a:cubicBezTo>
                <a:cubicBezTo>
                  <a:pt x="59531" y="44339"/>
                  <a:pt x="56864" y="41672"/>
                  <a:pt x="53578" y="41672"/>
                </a:cubicBezTo>
                <a:cubicBezTo>
                  <a:pt x="50293" y="41672"/>
                  <a:pt x="47625" y="44339"/>
                  <a:pt x="47625" y="47625"/>
                </a:cubicBezTo>
                <a:cubicBezTo>
                  <a:pt x="47625" y="50911"/>
                  <a:pt x="50293" y="53578"/>
                  <a:pt x="53578" y="5357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9" name="Text 27"/>
          <p:cNvSpPr/>
          <p:nvPr/>
        </p:nvSpPr>
        <p:spPr>
          <a:xfrm>
            <a:off x="8092380" y="2743200"/>
            <a:ext cx="299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CCPA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92380" y="300990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Ley de Privacidad del Consumidor de California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20880" y="3352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30418" y="34861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3" name="Text 31"/>
          <p:cNvSpPr/>
          <p:nvPr/>
        </p:nvSpPr>
        <p:spPr>
          <a:xfrm>
            <a:off x="8092380" y="3352800"/>
            <a:ext cx="283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Act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92380" y="361950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Reglamento Europeo de Inteligencia Artificial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35143" y="4843463"/>
            <a:ext cx="4467225" cy="1819275"/>
          </a:xfrm>
          <a:custGeom>
            <a:avLst/>
            <a:gdLst/>
            <a:ahLst/>
            <a:cxnLst/>
            <a:rect l="l" t="t" r="r" b="b"/>
            <a:pathLst>
              <a:path w="4467225" h="1819275">
                <a:moveTo>
                  <a:pt x="76191" y="0"/>
                </a:moveTo>
                <a:lnTo>
                  <a:pt x="4391034" y="0"/>
                </a:lnTo>
                <a:cubicBezTo>
                  <a:pt x="4433113" y="0"/>
                  <a:pt x="4467225" y="34112"/>
                  <a:pt x="4467225" y="76191"/>
                </a:cubicBezTo>
                <a:lnTo>
                  <a:pt x="4467225" y="1743084"/>
                </a:lnTo>
                <a:cubicBezTo>
                  <a:pt x="4467225" y="1785163"/>
                  <a:pt x="4433113" y="1819275"/>
                  <a:pt x="4391034" y="1819275"/>
                </a:cubicBezTo>
                <a:lnTo>
                  <a:pt x="76191" y="1819275"/>
                </a:lnTo>
                <a:cubicBezTo>
                  <a:pt x="34112" y="1819275"/>
                  <a:pt x="0" y="1785163"/>
                  <a:pt x="0" y="17430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66124" y="50768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7" name="Text 35"/>
          <p:cNvSpPr/>
          <p:nvPr/>
        </p:nvSpPr>
        <p:spPr>
          <a:xfrm>
            <a:off x="7882830" y="503872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Principio Fundamental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30405" y="5419725"/>
            <a:ext cx="4152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"El equilibrio entre innovación y regulación es crucial. La IA debe servir al bien común, respetar la dignidad humana y proteger la diversidad cultural."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63730" y="6276975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UNESCO, 2021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spc="297" kern="0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10498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Calidad y Sesgo en los Datos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116" y="1077349"/>
            <a:ext cx="861879" cy="35912"/>
          </a:xfrm>
          <a:custGeom>
            <a:avLst/>
            <a:gdLst/>
            <a:ahLst/>
            <a:cxnLst/>
            <a:rect l="l" t="t" r="r" b="b"/>
            <a:pathLst>
              <a:path w="861879" h="35912">
                <a:moveTo>
                  <a:pt x="0" y="0"/>
                </a:moveTo>
                <a:lnTo>
                  <a:pt x="861879" y="0"/>
                </a:lnTo>
                <a:lnTo>
                  <a:pt x="861879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377072" y="1256907"/>
            <a:ext cx="6814233" cy="2082875"/>
          </a:xfrm>
          <a:custGeom>
            <a:avLst/>
            <a:gdLst/>
            <a:ahLst/>
            <a:cxnLst/>
            <a:rect l="l" t="t" r="r" b="b"/>
            <a:pathLst>
              <a:path w="6814233" h="2082875">
                <a:moveTo>
                  <a:pt x="0" y="0"/>
                </a:moveTo>
                <a:lnTo>
                  <a:pt x="6742415" y="0"/>
                </a:lnTo>
                <a:cubicBezTo>
                  <a:pt x="6782079" y="0"/>
                  <a:pt x="6814233" y="32154"/>
                  <a:pt x="6814233" y="71818"/>
                </a:cubicBezTo>
                <a:lnTo>
                  <a:pt x="6814233" y="2011057"/>
                </a:lnTo>
                <a:cubicBezTo>
                  <a:pt x="6814233" y="2050721"/>
                  <a:pt x="6782079" y="2082875"/>
                  <a:pt x="6742415" y="2082875"/>
                </a:cubicBezTo>
                <a:lnTo>
                  <a:pt x="0" y="20828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7072" y="1256907"/>
            <a:ext cx="35912" cy="2082875"/>
          </a:xfrm>
          <a:custGeom>
            <a:avLst/>
            <a:gdLst/>
            <a:ahLst/>
            <a:cxnLst/>
            <a:rect l="l" t="t" r="r" b="b"/>
            <a:pathLst>
              <a:path w="35912" h="2082875">
                <a:moveTo>
                  <a:pt x="0" y="0"/>
                </a:moveTo>
                <a:lnTo>
                  <a:pt x="35912" y="0"/>
                </a:lnTo>
                <a:lnTo>
                  <a:pt x="35912" y="2082875"/>
                </a:lnTo>
                <a:lnTo>
                  <a:pt x="0" y="2082875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Shape 5"/>
          <p:cNvSpPr/>
          <p:nvPr/>
        </p:nvSpPr>
        <p:spPr>
          <a:xfrm>
            <a:off x="561119" y="1436465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89779" y="179558"/>
                </a:moveTo>
                <a:cubicBezTo>
                  <a:pt x="139330" y="179558"/>
                  <a:pt x="179558" y="139330"/>
                  <a:pt x="179558" y="89779"/>
                </a:cubicBezTo>
                <a:cubicBezTo>
                  <a:pt x="179558" y="40229"/>
                  <a:pt x="139330" y="0"/>
                  <a:pt x="89779" y="0"/>
                </a:cubicBezTo>
                <a:cubicBezTo>
                  <a:pt x="40229" y="0"/>
                  <a:pt x="0" y="40229"/>
                  <a:pt x="0" y="89779"/>
                </a:cubicBezTo>
                <a:cubicBezTo>
                  <a:pt x="0" y="139330"/>
                  <a:pt x="40229" y="179558"/>
                  <a:pt x="89779" y="179558"/>
                </a:cubicBezTo>
                <a:close/>
                <a:moveTo>
                  <a:pt x="89779" y="47695"/>
                </a:moveTo>
                <a:cubicBezTo>
                  <a:pt x="94443" y="47695"/>
                  <a:pt x="98196" y="51448"/>
                  <a:pt x="98196" y="56112"/>
                </a:cubicBezTo>
                <a:lnTo>
                  <a:pt x="98196" y="95390"/>
                </a:lnTo>
                <a:cubicBezTo>
                  <a:pt x="98196" y="100055"/>
                  <a:pt x="94443" y="103807"/>
                  <a:pt x="89779" y="103807"/>
                </a:cubicBezTo>
                <a:cubicBezTo>
                  <a:pt x="85115" y="103807"/>
                  <a:pt x="81362" y="100055"/>
                  <a:pt x="81362" y="95390"/>
                </a:cubicBezTo>
                <a:lnTo>
                  <a:pt x="81362" y="56112"/>
                </a:lnTo>
                <a:cubicBezTo>
                  <a:pt x="81362" y="51448"/>
                  <a:pt x="85115" y="47695"/>
                  <a:pt x="89779" y="47695"/>
                </a:cubicBezTo>
                <a:close/>
                <a:moveTo>
                  <a:pt x="80415" y="123446"/>
                </a:moveTo>
                <a:cubicBezTo>
                  <a:pt x="80202" y="119971"/>
                  <a:pt x="81936" y="116664"/>
                  <a:pt x="84915" y="114861"/>
                </a:cubicBezTo>
                <a:cubicBezTo>
                  <a:pt x="87895" y="113059"/>
                  <a:pt x="91628" y="113059"/>
                  <a:pt x="94608" y="114861"/>
                </a:cubicBezTo>
                <a:cubicBezTo>
                  <a:pt x="97587" y="116664"/>
                  <a:pt x="99321" y="119971"/>
                  <a:pt x="99108" y="123446"/>
                </a:cubicBezTo>
                <a:cubicBezTo>
                  <a:pt x="99321" y="126922"/>
                  <a:pt x="97587" y="130229"/>
                  <a:pt x="94608" y="132031"/>
                </a:cubicBezTo>
                <a:cubicBezTo>
                  <a:pt x="91628" y="133833"/>
                  <a:pt x="87895" y="133833"/>
                  <a:pt x="84915" y="132031"/>
                </a:cubicBezTo>
                <a:cubicBezTo>
                  <a:pt x="81936" y="130229"/>
                  <a:pt x="80202" y="126922"/>
                  <a:pt x="80415" y="12344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6"/>
          <p:cNvSpPr/>
          <p:nvPr/>
        </p:nvSpPr>
        <p:spPr>
          <a:xfrm>
            <a:off x="763122" y="1400554"/>
            <a:ext cx="6374315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Problema del Sesgo Algorítmico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8675" y="1759670"/>
            <a:ext cx="6580807" cy="70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datos de entrenamiento que reflejan </a:t>
            </a:r>
            <a:pPr>
              <a:lnSpc>
                <a:spcPct val="140000"/>
              </a:lnSpc>
            </a:pPr>
            <a:r>
              <a:rPr lang="en-US" sz="113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desigualdades sociales, económicas o culturales preexistentes</a:t>
            </a:r>
            <a:pPr>
              <a:lnSpc>
                <a:spcPct val="140000"/>
              </a:lnSpc>
            </a:pPr>
            <a:r>
              <a:rPr lang="en-US" sz="11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pueden conducir a resultados que perpetúan o incluso amplifican dichas disparidades.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8675" y="2567682"/>
            <a:ext cx="6508984" cy="628454"/>
          </a:xfrm>
          <a:custGeom>
            <a:avLst/>
            <a:gdLst/>
            <a:ahLst/>
            <a:cxnLst/>
            <a:rect l="l" t="t" r="r" b="b"/>
            <a:pathLst>
              <a:path w="6508984" h="628454">
                <a:moveTo>
                  <a:pt x="35910" y="0"/>
                </a:moveTo>
                <a:lnTo>
                  <a:pt x="6473074" y="0"/>
                </a:lnTo>
                <a:cubicBezTo>
                  <a:pt x="6492906" y="0"/>
                  <a:pt x="6508984" y="16077"/>
                  <a:pt x="6508984" y="35910"/>
                </a:cubicBezTo>
                <a:lnTo>
                  <a:pt x="6508984" y="592544"/>
                </a:lnTo>
                <a:cubicBezTo>
                  <a:pt x="6508984" y="612376"/>
                  <a:pt x="6492906" y="628454"/>
                  <a:pt x="6473074" y="628454"/>
                </a:cubicBezTo>
                <a:lnTo>
                  <a:pt x="35910" y="628454"/>
                </a:lnTo>
                <a:cubicBezTo>
                  <a:pt x="16091" y="628454"/>
                  <a:pt x="0" y="612363"/>
                  <a:pt x="0" y="592544"/>
                </a:cubicBezTo>
                <a:lnTo>
                  <a:pt x="0" y="35910"/>
                </a:lnTo>
                <a:cubicBezTo>
                  <a:pt x="0" y="16091"/>
                  <a:pt x="16091" y="0"/>
                  <a:pt x="35910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6409" y="2675417"/>
            <a:ext cx="6356359" cy="41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 crítico:</a:t>
            </a:r>
            <a:pPr>
              <a:lnSpc>
                <a:spcPct val="140000"/>
              </a:lnSpc>
            </a:pPr>
            <a:r>
              <a:rPr lang="en-US" sz="99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Los modelos entrenados en conjuntos de datos no representativos tienden a discriminar a poblaciones marginadas, generando atención desigual o discriminatoria.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7072" y="3443028"/>
            <a:ext cx="6814233" cy="1903317"/>
          </a:xfrm>
          <a:custGeom>
            <a:avLst/>
            <a:gdLst/>
            <a:ahLst/>
            <a:cxnLst/>
            <a:rect l="l" t="t" r="r" b="b"/>
            <a:pathLst>
              <a:path w="6814233" h="1903317">
                <a:moveTo>
                  <a:pt x="0" y="0"/>
                </a:moveTo>
                <a:lnTo>
                  <a:pt x="6742402" y="0"/>
                </a:lnTo>
                <a:cubicBezTo>
                  <a:pt x="6782073" y="0"/>
                  <a:pt x="6814233" y="32160"/>
                  <a:pt x="6814233" y="71831"/>
                </a:cubicBezTo>
                <a:lnTo>
                  <a:pt x="6814233" y="1831485"/>
                </a:lnTo>
                <a:cubicBezTo>
                  <a:pt x="6814233" y="1871157"/>
                  <a:pt x="6782073" y="1903317"/>
                  <a:pt x="6742402" y="1903317"/>
                </a:cubicBezTo>
                <a:lnTo>
                  <a:pt x="0" y="1903317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7072" y="3443028"/>
            <a:ext cx="35912" cy="1903317"/>
          </a:xfrm>
          <a:custGeom>
            <a:avLst/>
            <a:gdLst/>
            <a:ahLst/>
            <a:cxnLst/>
            <a:rect l="l" t="t" r="r" b="b"/>
            <a:pathLst>
              <a:path w="35912" h="1903317">
                <a:moveTo>
                  <a:pt x="0" y="0"/>
                </a:moveTo>
                <a:lnTo>
                  <a:pt x="35912" y="0"/>
                </a:lnTo>
                <a:lnTo>
                  <a:pt x="35912" y="1903317"/>
                </a:lnTo>
                <a:lnTo>
                  <a:pt x="0" y="1903317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561119" y="3622586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145891" y="72946"/>
                </a:moveTo>
                <a:cubicBezTo>
                  <a:pt x="145891" y="89043"/>
                  <a:pt x="140666" y="103912"/>
                  <a:pt x="131863" y="115976"/>
                </a:cubicBezTo>
                <a:lnTo>
                  <a:pt x="176262" y="160410"/>
                </a:lnTo>
                <a:cubicBezTo>
                  <a:pt x="180645" y="164794"/>
                  <a:pt x="180645" y="171913"/>
                  <a:pt x="176262" y="176297"/>
                </a:cubicBezTo>
                <a:cubicBezTo>
                  <a:pt x="171878" y="180680"/>
                  <a:pt x="164759" y="180680"/>
                  <a:pt x="160375" y="176297"/>
                </a:cubicBezTo>
                <a:lnTo>
                  <a:pt x="115976" y="131863"/>
                </a:lnTo>
                <a:cubicBezTo>
                  <a:pt x="103912" y="140666"/>
                  <a:pt x="89043" y="145891"/>
                  <a:pt x="72946" y="145891"/>
                </a:cubicBezTo>
                <a:cubicBezTo>
                  <a:pt x="32650" y="145891"/>
                  <a:pt x="0" y="113241"/>
                  <a:pt x="0" y="72946"/>
                </a:cubicBezTo>
                <a:cubicBezTo>
                  <a:pt x="0" y="32650"/>
                  <a:pt x="32650" y="0"/>
                  <a:pt x="72946" y="0"/>
                </a:cubicBezTo>
                <a:cubicBezTo>
                  <a:pt x="113241" y="0"/>
                  <a:pt x="145891" y="32650"/>
                  <a:pt x="145891" y="72946"/>
                </a:cubicBezTo>
                <a:close/>
                <a:moveTo>
                  <a:pt x="72946" y="123446"/>
                </a:moveTo>
                <a:cubicBezTo>
                  <a:pt x="100818" y="123446"/>
                  <a:pt x="123446" y="100818"/>
                  <a:pt x="123446" y="72946"/>
                </a:cubicBezTo>
                <a:cubicBezTo>
                  <a:pt x="123446" y="45073"/>
                  <a:pt x="100818" y="22445"/>
                  <a:pt x="72946" y="22445"/>
                </a:cubicBezTo>
                <a:cubicBezTo>
                  <a:pt x="45073" y="22445"/>
                  <a:pt x="22445" y="45073"/>
                  <a:pt x="22445" y="72946"/>
                </a:cubicBezTo>
                <a:cubicBezTo>
                  <a:pt x="22445" y="100818"/>
                  <a:pt x="45073" y="123446"/>
                  <a:pt x="72946" y="12344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5" name="Text 13"/>
          <p:cNvSpPr/>
          <p:nvPr/>
        </p:nvSpPr>
        <p:spPr>
          <a:xfrm>
            <a:off x="763122" y="3586675"/>
            <a:ext cx="6374315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Necesidad de Auditorías Constantes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8675" y="3945791"/>
            <a:ext cx="658080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garantizar imparcialidad en la IA, se requiere un </a:t>
            </a:r>
            <a:pPr>
              <a:lnSpc>
                <a:spcPct val="140000"/>
              </a:lnSpc>
            </a:pPr>
            <a:r>
              <a:rPr lang="en-US" sz="113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proceso continuo de evaluación</a:t>
            </a:r>
            <a:pPr>
              <a:lnSpc>
                <a:spcPct val="140000"/>
              </a:lnSpc>
            </a:pPr>
            <a:r>
              <a:rPr lang="en-US" sz="11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verifique la representatividad de los datos y la equidad de los resultados.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8675" y="4520377"/>
            <a:ext cx="3196135" cy="682321"/>
          </a:xfrm>
          <a:custGeom>
            <a:avLst/>
            <a:gdLst/>
            <a:ahLst/>
            <a:cxnLst/>
            <a:rect l="l" t="t" r="r" b="b"/>
            <a:pathLst>
              <a:path w="3196135" h="682321">
                <a:moveTo>
                  <a:pt x="35911" y="0"/>
                </a:moveTo>
                <a:lnTo>
                  <a:pt x="3160225" y="0"/>
                </a:lnTo>
                <a:cubicBezTo>
                  <a:pt x="3180058" y="0"/>
                  <a:pt x="3196135" y="16078"/>
                  <a:pt x="3196135" y="35911"/>
                </a:cubicBezTo>
                <a:lnTo>
                  <a:pt x="3196135" y="646411"/>
                </a:lnTo>
                <a:cubicBezTo>
                  <a:pt x="3196135" y="666243"/>
                  <a:pt x="3180058" y="682321"/>
                  <a:pt x="3160225" y="682321"/>
                </a:cubicBezTo>
                <a:lnTo>
                  <a:pt x="35911" y="682321"/>
                </a:lnTo>
                <a:cubicBezTo>
                  <a:pt x="16078" y="682321"/>
                  <a:pt x="0" y="666243"/>
                  <a:pt x="0" y="646411"/>
                </a:cubicBezTo>
                <a:lnTo>
                  <a:pt x="0" y="35911"/>
                </a:lnTo>
                <a:cubicBezTo>
                  <a:pt x="0" y="16091"/>
                  <a:pt x="16091" y="0"/>
                  <a:pt x="35911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57063" y="4628112"/>
            <a:ext cx="161602" cy="215470"/>
          </a:xfrm>
          <a:custGeom>
            <a:avLst/>
            <a:gdLst/>
            <a:ahLst/>
            <a:cxnLst/>
            <a:rect l="l" t="t" r="r" b="b"/>
            <a:pathLst>
              <a:path w="161602" h="215470">
                <a:moveTo>
                  <a:pt x="131049" y="13467"/>
                </a:moveTo>
                <a:lnTo>
                  <a:pt x="134669" y="13467"/>
                </a:lnTo>
                <a:cubicBezTo>
                  <a:pt x="149524" y="13467"/>
                  <a:pt x="161602" y="25545"/>
                  <a:pt x="161602" y="40401"/>
                </a:cubicBezTo>
                <a:lnTo>
                  <a:pt x="161602" y="188536"/>
                </a:lnTo>
                <a:cubicBezTo>
                  <a:pt x="161602" y="203392"/>
                  <a:pt x="149524" y="215470"/>
                  <a:pt x="134669" y="215470"/>
                </a:cubicBezTo>
                <a:lnTo>
                  <a:pt x="26934" y="215470"/>
                </a:lnTo>
                <a:cubicBezTo>
                  <a:pt x="12078" y="215470"/>
                  <a:pt x="0" y="203392"/>
                  <a:pt x="0" y="188536"/>
                </a:cubicBezTo>
                <a:lnTo>
                  <a:pt x="0" y="40401"/>
                </a:lnTo>
                <a:cubicBezTo>
                  <a:pt x="0" y="25545"/>
                  <a:pt x="12078" y="13467"/>
                  <a:pt x="26934" y="13467"/>
                </a:cubicBezTo>
                <a:lnTo>
                  <a:pt x="30553" y="13467"/>
                </a:lnTo>
                <a:cubicBezTo>
                  <a:pt x="35182" y="5429"/>
                  <a:pt x="43894" y="0"/>
                  <a:pt x="53867" y="0"/>
                </a:cubicBezTo>
                <a:lnTo>
                  <a:pt x="107735" y="0"/>
                </a:lnTo>
                <a:cubicBezTo>
                  <a:pt x="117709" y="0"/>
                  <a:pt x="126420" y="5429"/>
                  <a:pt x="131049" y="13467"/>
                </a:cubicBezTo>
                <a:close/>
                <a:moveTo>
                  <a:pt x="104368" y="47134"/>
                </a:moveTo>
                <a:cubicBezTo>
                  <a:pt x="109965" y="47134"/>
                  <a:pt x="114468" y="42631"/>
                  <a:pt x="114468" y="37034"/>
                </a:cubicBezTo>
                <a:cubicBezTo>
                  <a:pt x="114468" y="31437"/>
                  <a:pt x="109965" y="26934"/>
                  <a:pt x="104368" y="26934"/>
                </a:cubicBezTo>
                <a:lnTo>
                  <a:pt x="57234" y="26934"/>
                </a:lnTo>
                <a:cubicBezTo>
                  <a:pt x="51637" y="26934"/>
                  <a:pt x="47134" y="31437"/>
                  <a:pt x="47134" y="37034"/>
                </a:cubicBezTo>
                <a:cubicBezTo>
                  <a:pt x="47134" y="42631"/>
                  <a:pt x="51637" y="47134"/>
                  <a:pt x="57234" y="47134"/>
                </a:cubicBezTo>
                <a:lnTo>
                  <a:pt x="104368" y="47134"/>
                </a:lnTo>
                <a:close/>
                <a:moveTo>
                  <a:pt x="116320" y="109713"/>
                </a:moveTo>
                <a:cubicBezTo>
                  <a:pt x="119266" y="104999"/>
                  <a:pt x="117835" y="98771"/>
                  <a:pt x="113122" y="95783"/>
                </a:cubicBezTo>
                <a:cubicBezTo>
                  <a:pt x="108408" y="92795"/>
                  <a:pt x="102180" y="94268"/>
                  <a:pt x="99192" y="98981"/>
                </a:cubicBezTo>
                <a:lnTo>
                  <a:pt x="73352" y="140350"/>
                </a:lnTo>
                <a:lnTo>
                  <a:pt x="61990" y="125200"/>
                </a:lnTo>
                <a:cubicBezTo>
                  <a:pt x="58623" y="120739"/>
                  <a:pt x="52310" y="119813"/>
                  <a:pt x="47849" y="123180"/>
                </a:cubicBezTo>
                <a:cubicBezTo>
                  <a:pt x="43389" y="126546"/>
                  <a:pt x="42463" y="132859"/>
                  <a:pt x="45829" y="137320"/>
                </a:cubicBezTo>
                <a:lnTo>
                  <a:pt x="66030" y="164254"/>
                </a:lnTo>
                <a:cubicBezTo>
                  <a:pt x="68008" y="166905"/>
                  <a:pt x="71206" y="168420"/>
                  <a:pt x="74531" y="168294"/>
                </a:cubicBezTo>
                <a:cubicBezTo>
                  <a:pt x="77855" y="168167"/>
                  <a:pt x="80885" y="166400"/>
                  <a:pt x="82653" y="163538"/>
                </a:cubicBezTo>
                <a:lnTo>
                  <a:pt x="116320" y="109671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9" name="Text 17"/>
          <p:cNvSpPr/>
          <p:nvPr/>
        </p:nvSpPr>
        <p:spPr>
          <a:xfrm>
            <a:off x="614987" y="4915405"/>
            <a:ext cx="304351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Auditorías Regulares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4930" y="4520377"/>
            <a:ext cx="3196135" cy="682321"/>
          </a:xfrm>
          <a:custGeom>
            <a:avLst/>
            <a:gdLst/>
            <a:ahLst/>
            <a:cxnLst/>
            <a:rect l="l" t="t" r="r" b="b"/>
            <a:pathLst>
              <a:path w="3196135" h="682321">
                <a:moveTo>
                  <a:pt x="35911" y="0"/>
                </a:moveTo>
                <a:lnTo>
                  <a:pt x="3160225" y="0"/>
                </a:lnTo>
                <a:cubicBezTo>
                  <a:pt x="3180058" y="0"/>
                  <a:pt x="3196135" y="16078"/>
                  <a:pt x="3196135" y="35911"/>
                </a:cubicBezTo>
                <a:lnTo>
                  <a:pt x="3196135" y="646411"/>
                </a:lnTo>
                <a:cubicBezTo>
                  <a:pt x="3196135" y="666243"/>
                  <a:pt x="3180058" y="682321"/>
                  <a:pt x="3160225" y="682321"/>
                </a:cubicBezTo>
                <a:lnTo>
                  <a:pt x="35911" y="682321"/>
                </a:lnTo>
                <a:cubicBezTo>
                  <a:pt x="16078" y="682321"/>
                  <a:pt x="0" y="666243"/>
                  <a:pt x="0" y="646411"/>
                </a:cubicBezTo>
                <a:lnTo>
                  <a:pt x="0" y="35911"/>
                </a:lnTo>
                <a:cubicBezTo>
                  <a:pt x="0" y="16091"/>
                  <a:pt x="16091" y="0"/>
                  <a:pt x="35911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309451" y="4628112"/>
            <a:ext cx="269337" cy="215470"/>
          </a:xfrm>
          <a:custGeom>
            <a:avLst/>
            <a:gdLst/>
            <a:ahLst/>
            <a:cxnLst/>
            <a:rect l="l" t="t" r="r" b="b"/>
            <a:pathLst>
              <a:path w="269337" h="215470">
                <a:moveTo>
                  <a:pt x="134669" y="6733"/>
                </a:moveTo>
                <a:cubicBezTo>
                  <a:pt x="158824" y="6733"/>
                  <a:pt x="178436" y="26345"/>
                  <a:pt x="178436" y="50501"/>
                </a:cubicBezTo>
                <a:cubicBezTo>
                  <a:pt x="178436" y="74657"/>
                  <a:pt x="158824" y="94268"/>
                  <a:pt x="134669" y="94268"/>
                </a:cubicBezTo>
                <a:cubicBezTo>
                  <a:pt x="110513" y="94268"/>
                  <a:pt x="90901" y="74657"/>
                  <a:pt x="90901" y="50501"/>
                </a:cubicBezTo>
                <a:cubicBezTo>
                  <a:pt x="90901" y="26345"/>
                  <a:pt x="110513" y="6733"/>
                  <a:pt x="134669" y="6733"/>
                </a:cubicBezTo>
                <a:close/>
                <a:moveTo>
                  <a:pt x="40401" y="37034"/>
                </a:moveTo>
                <a:cubicBezTo>
                  <a:pt x="57124" y="37034"/>
                  <a:pt x="70701" y="50611"/>
                  <a:pt x="70701" y="67334"/>
                </a:cubicBezTo>
                <a:cubicBezTo>
                  <a:pt x="70701" y="84058"/>
                  <a:pt x="57124" y="97635"/>
                  <a:pt x="40401" y="97635"/>
                </a:cubicBezTo>
                <a:cubicBezTo>
                  <a:pt x="23677" y="97635"/>
                  <a:pt x="10100" y="84058"/>
                  <a:pt x="10100" y="67334"/>
                </a:cubicBezTo>
                <a:cubicBezTo>
                  <a:pt x="10100" y="50611"/>
                  <a:pt x="23677" y="37034"/>
                  <a:pt x="40401" y="37034"/>
                </a:cubicBezTo>
                <a:close/>
                <a:moveTo>
                  <a:pt x="0" y="175069"/>
                </a:moveTo>
                <a:cubicBezTo>
                  <a:pt x="0" y="145316"/>
                  <a:pt x="24114" y="121202"/>
                  <a:pt x="53867" y="121202"/>
                </a:cubicBezTo>
                <a:cubicBezTo>
                  <a:pt x="59254" y="121202"/>
                  <a:pt x="64473" y="122001"/>
                  <a:pt x="69396" y="123474"/>
                </a:cubicBezTo>
                <a:cubicBezTo>
                  <a:pt x="55551" y="138961"/>
                  <a:pt x="47134" y="159414"/>
                  <a:pt x="47134" y="181803"/>
                </a:cubicBezTo>
                <a:lnTo>
                  <a:pt x="47134" y="188536"/>
                </a:lnTo>
                <a:cubicBezTo>
                  <a:pt x="47134" y="193334"/>
                  <a:pt x="48144" y="197879"/>
                  <a:pt x="49954" y="202003"/>
                </a:cubicBezTo>
                <a:lnTo>
                  <a:pt x="13467" y="202003"/>
                </a:lnTo>
                <a:cubicBezTo>
                  <a:pt x="6018" y="202003"/>
                  <a:pt x="0" y="195985"/>
                  <a:pt x="0" y="188536"/>
                </a:cubicBezTo>
                <a:lnTo>
                  <a:pt x="0" y="175069"/>
                </a:lnTo>
                <a:close/>
                <a:moveTo>
                  <a:pt x="219384" y="202003"/>
                </a:moveTo>
                <a:cubicBezTo>
                  <a:pt x="221193" y="197879"/>
                  <a:pt x="222203" y="193334"/>
                  <a:pt x="222203" y="188536"/>
                </a:cubicBezTo>
                <a:lnTo>
                  <a:pt x="222203" y="181803"/>
                </a:lnTo>
                <a:cubicBezTo>
                  <a:pt x="222203" y="159414"/>
                  <a:pt x="213786" y="138961"/>
                  <a:pt x="199941" y="123474"/>
                </a:cubicBezTo>
                <a:cubicBezTo>
                  <a:pt x="204865" y="122001"/>
                  <a:pt x="210083" y="121202"/>
                  <a:pt x="215470" y="121202"/>
                </a:cubicBezTo>
                <a:cubicBezTo>
                  <a:pt x="245223" y="121202"/>
                  <a:pt x="269337" y="145316"/>
                  <a:pt x="269337" y="175069"/>
                </a:cubicBezTo>
                <a:lnTo>
                  <a:pt x="269337" y="188536"/>
                </a:lnTo>
                <a:cubicBezTo>
                  <a:pt x="269337" y="195985"/>
                  <a:pt x="263319" y="202003"/>
                  <a:pt x="255870" y="202003"/>
                </a:cubicBezTo>
                <a:lnTo>
                  <a:pt x="219384" y="202003"/>
                </a:lnTo>
                <a:close/>
                <a:moveTo>
                  <a:pt x="198636" y="67334"/>
                </a:moveTo>
                <a:cubicBezTo>
                  <a:pt x="198636" y="50611"/>
                  <a:pt x="212213" y="37034"/>
                  <a:pt x="228937" y="37034"/>
                </a:cubicBezTo>
                <a:cubicBezTo>
                  <a:pt x="245660" y="37034"/>
                  <a:pt x="259237" y="50611"/>
                  <a:pt x="259237" y="67334"/>
                </a:cubicBezTo>
                <a:cubicBezTo>
                  <a:pt x="259237" y="84058"/>
                  <a:pt x="245660" y="97635"/>
                  <a:pt x="228937" y="97635"/>
                </a:cubicBezTo>
                <a:cubicBezTo>
                  <a:pt x="212213" y="97635"/>
                  <a:pt x="198636" y="84058"/>
                  <a:pt x="198636" y="67334"/>
                </a:cubicBezTo>
                <a:close/>
                <a:moveTo>
                  <a:pt x="67334" y="181803"/>
                </a:moveTo>
                <a:cubicBezTo>
                  <a:pt x="67334" y="144600"/>
                  <a:pt x="97466" y="114468"/>
                  <a:pt x="134669" y="114468"/>
                </a:cubicBezTo>
                <a:cubicBezTo>
                  <a:pt x="171871" y="114468"/>
                  <a:pt x="202003" y="144600"/>
                  <a:pt x="202003" y="181803"/>
                </a:cubicBezTo>
                <a:lnTo>
                  <a:pt x="202003" y="188536"/>
                </a:lnTo>
                <a:cubicBezTo>
                  <a:pt x="202003" y="195985"/>
                  <a:pt x="195985" y="202003"/>
                  <a:pt x="188536" y="202003"/>
                </a:cubicBezTo>
                <a:lnTo>
                  <a:pt x="80801" y="202003"/>
                </a:lnTo>
                <a:cubicBezTo>
                  <a:pt x="73352" y="202003"/>
                  <a:pt x="67334" y="195985"/>
                  <a:pt x="67334" y="188536"/>
                </a:cubicBezTo>
                <a:lnTo>
                  <a:pt x="67334" y="18180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2" name="Text 20"/>
          <p:cNvSpPr/>
          <p:nvPr/>
        </p:nvSpPr>
        <p:spPr>
          <a:xfrm>
            <a:off x="3921242" y="4915405"/>
            <a:ext cx="304351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Representativos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3605" y="5458568"/>
            <a:ext cx="6823211" cy="1319753"/>
          </a:xfrm>
          <a:custGeom>
            <a:avLst/>
            <a:gdLst/>
            <a:ahLst/>
            <a:cxnLst/>
            <a:rect l="l" t="t" r="r" b="b"/>
            <a:pathLst>
              <a:path w="6823211" h="1319753">
                <a:moveTo>
                  <a:pt x="71821" y="0"/>
                </a:moveTo>
                <a:lnTo>
                  <a:pt x="6751390" y="0"/>
                </a:lnTo>
                <a:cubicBezTo>
                  <a:pt x="6791055" y="0"/>
                  <a:pt x="6823211" y="32155"/>
                  <a:pt x="6823211" y="71821"/>
                </a:cubicBezTo>
                <a:lnTo>
                  <a:pt x="6823211" y="1247932"/>
                </a:lnTo>
                <a:cubicBezTo>
                  <a:pt x="6823211" y="1287597"/>
                  <a:pt x="6791055" y="1319753"/>
                  <a:pt x="6751390" y="1319753"/>
                </a:cubicBezTo>
                <a:lnTo>
                  <a:pt x="71821" y="1319753"/>
                </a:lnTo>
                <a:cubicBezTo>
                  <a:pt x="32155" y="1319753"/>
                  <a:pt x="0" y="1287597"/>
                  <a:pt x="0" y="1247932"/>
                </a:cubicBezTo>
                <a:lnTo>
                  <a:pt x="0" y="71821"/>
                </a:lnTo>
                <a:cubicBezTo>
                  <a:pt x="0" y="32155"/>
                  <a:pt x="32155" y="0"/>
                  <a:pt x="71821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5608" y="5642616"/>
            <a:ext cx="161602" cy="215470"/>
          </a:xfrm>
          <a:custGeom>
            <a:avLst/>
            <a:gdLst/>
            <a:ahLst/>
            <a:cxnLst/>
            <a:rect l="l" t="t" r="r" b="b"/>
            <a:pathLst>
              <a:path w="161602" h="215470">
                <a:moveTo>
                  <a:pt x="123264" y="161602"/>
                </a:moveTo>
                <a:cubicBezTo>
                  <a:pt x="126336" y="152218"/>
                  <a:pt x="132480" y="143717"/>
                  <a:pt x="139424" y="136394"/>
                </a:cubicBezTo>
                <a:cubicBezTo>
                  <a:pt x="153186" y="121917"/>
                  <a:pt x="161602" y="102348"/>
                  <a:pt x="161602" y="80801"/>
                </a:cubicBezTo>
                <a:cubicBezTo>
                  <a:pt x="161602" y="36192"/>
                  <a:pt x="125410" y="0"/>
                  <a:pt x="80801" y="0"/>
                </a:cubicBezTo>
                <a:cubicBezTo>
                  <a:pt x="36192" y="0"/>
                  <a:pt x="0" y="36192"/>
                  <a:pt x="0" y="80801"/>
                </a:cubicBezTo>
                <a:cubicBezTo>
                  <a:pt x="0" y="102348"/>
                  <a:pt x="8417" y="121917"/>
                  <a:pt x="22178" y="136394"/>
                </a:cubicBezTo>
                <a:cubicBezTo>
                  <a:pt x="29122" y="143717"/>
                  <a:pt x="35308" y="152218"/>
                  <a:pt x="38338" y="161602"/>
                </a:cubicBezTo>
                <a:lnTo>
                  <a:pt x="123222" y="161602"/>
                </a:lnTo>
                <a:close/>
                <a:moveTo>
                  <a:pt x="121202" y="181803"/>
                </a:moveTo>
                <a:lnTo>
                  <a:pt x="40401" y="181803"/>
                </a:lnTo>
                <a:lnTo>
                  <a:pt x="40401" y="188536"/>
                </a:lnTo>
                <a:cubicBezTo>
                  <a:pt x="40401" y="207137"/>
                  <a:pt x="55467" y="222203"/>
                  <a:pt x="74068" y="222203"/>
                </a:cubicBezTo>
                <a:lnTo>
                  <a:pt x="87535" y="222203"/>
                </a:lnTo>
                <a:cubicBezTo>
                  <a:pt x="106136" y="222203"/>
                  <a:pt x="121202" y="207137"/>
                  <a:pt x="121202" y="188536"/>
                </a:cubicBezTo>
                <a:lnTo>
                  <a:pt x="121202" y="181803"/>
                </a:lnTo>
                <a:close/>
                <a:moveTo>
                  <a:pt x="77434" y="47134"/>
                </a:moveTo>
                <a:cubicBezTo>
                  <a:pt x="60685" y="47134"/>
                  <a:pt x="47134" y="60685"/>
                  <a:pt x="47134" y="77434"/>
                </a:cubicBezTo>
                <a:cubicBezTo>
                  <a:pt x="47134" y="83032"/>
                  <a:pt x="42631" y="87535"/>
                  <a:pt x="37034" y="87535"/>
                </a:cubicBezTo>
                <a:cubicBezTo>
                  <a:pt x="31437" y="87535"/>
                  <a:pt x="26934" y="83032"/>
                  <a:pt x="26934" y="77434"/>
                </a:cubicBezTo>
                <a:cubicBezTo>
                  <a:pt x="26934" y="49533"/>
                  <a:pt x="49533" y="26934"/>
                  <a:pt x="77434" y="26934"/>
                </a:cubicBezTo>
                <a:cubicBezTo>
                  <a:pt x="83032" y="26934"/>
                  <a:pt x="87535" y="31437"/>
                  <a:pt x="87535" y="37034"/>
                </a:cubicBezTo>
                <a:cubicBezTo>
                  <a:pt x="87535" y="42631"/>
                  <a:pt x="83032" y="47134"/>
                  <a:pt x="77434" y="47134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5" name="Text 23"/>
          <p:cNvSpPr/>
          <p:nvPr/>
        </p:nvSpPr>
        <p:spPr>
          <a:xfrm>
            <a:off x="888813" y="5606704"/>
            <a:ext cx="6230669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Solución: IA Inclusiva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8813" y="5929909"/>
            <a:ext cx="6221691" cy="70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fundamental desarrollar sistemas de IA inclusivos y representativos que consideren la </a:t>
            </a:r>
            <a:pPr>
              <a:lnSpc>
                <a:spcPct val="140000"/>
              </a:lnSpc>
            </a:pPr>
            <a:r>
              <a:rPr lang="en-US" sz="113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diversidad de las poblaciones objetivo</a:t>
            </a:r>
            <a:pPr>
              <a:lnSpc>
                <a:spcPct val="140000"/>
              </a:lnSpc>
            </a:pPr>
            <a:r>
              <a:rPr lang="en-US" sz="11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incluyendo suficientes representaciones de grupos minoritarios o marginados.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30743" y="1256907"/>
            <a:ext cx="4506910" cy="3914368"/>
          </a:xfrm>
          <a:custGeom>
            <a:avLst/>
            <a:gdLst/>
            <a:ahLst/>
            <a:cxnLst/>
            <a:rect l="l" t="t" r="r" b="b"/>
            <a:pathLst>
              <a:path w="4506910" h="3914368">
                <a:moveTo>
                  <a:pt x="71829" y="0"/>
                </a:moveTo>
                <a:lnTo>
                  <a:pt x="4435082" y="0"/>
                </a:lnTo>
                <a:cubicBezTo>
                  <a:pt x="4474751" y="0"/>
                  <a:pt x="4506910" y="32159"/>
                  <a:pt x="4506910" y="71829"/>
                </a:cubicBezTo>
                <a:lnTo>
                  <a:pt x="4506910" y="3842540"/>
                </a:lnTo>
                <a:cubicBezTo>
                  <a:pt x="4506910" y="3882209"/>
                  <a:pt x="4474751" y="3914368"/>
                  <a:pt x="4435082" y="3914368"/>
                </a:cubicBezTo>
                <a:lnTo>
                  <a:pt x="71829" y="3914368"/>
                </a:lnTo>
                <a:cubicBezTo>
                  <a:pt x="32159" y="3914368"/>
                  <a:pt x="0" y="3882209"/>
                  <a:pt x="0" y="3842540"/>
                </a:cubicBezTo>
                <a:lnTo>
                  <a:pt x="0" y="71829"/>
                </a:lnTo>
                <a:cubicBezTo>
                  <a:pt x="0" y="32185"/>
                  <a:pt x="32185" y="0"/>
                  <a:pt x="7182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474390" y="1400554"/>
            <a:ext cx="430939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del Sesgo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74390" y="1795582"/>
            <a:ext cx="4219617" cy="861879"/>
          </a:xfrm>
          <a:custGeom>
            <a:avLst/>
            <a:gdLst/>
            <a:ahLst/>
            <a:cxnLst/>
            <a:rect l="l" t="t" r="r" b="b"/>
            <a:pathLst>
              <a:path w="4219617" h="861879">
                <a:moveTo>
                  <a:pt x="35915" y="0"/>
                </a:moveTo>
                <a:lnTo>
                  <a:pt x="4183703" y="0"/>
                </a:lnTo>
                <a:cubicBezTo>
                  <a:pt x="4203538" y="0"/>
                  <a:pt x="4219617" y="16079"/>
                  <a:pt x="4219617" y="35915"/>
                </a:cubicBezTo>
                <a:lnTo>
                  <a:pt x="4219617" y="825965"/>
                </a:lnTo>
                <a:cubicBezTo>
                  <a:pt x="4219617" y="845800"/>
                  <a:pt x="4203538" y="861879"/>
                  <a:pt x="4183703" y="861879"/>
                </a:cubicBezTo>
                <a:lnTo>
                  <a:pt x="35915" y="861879"/>
                </a:lnTo>
                <a:cubicBezTo>
                  <a:pt x="16079" y="861879"/>
                  <a:pt x="0" y="845800"/>
                  <a:pt x="0" y="825965"/>
                </a:cubicBezTo>
                <a:lnTo>
                  <a:pt x="0" y="35915"/>
                </a:lnTo>
                <a:cubicBezTo>
                  <a:pt x="0" y="16093"/>
                  <a:pt x="16093" y="0"/>
                  <a:pt x="35915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591102" y="1939228"/>
            <a:ext cx="161602" cy="143647"/>
          </a:xfrm>
          <a:custGeom>
            <a:avLst/>
            <a:gdLst/>
            <a:ahLst/>
            <a:cxnLst/>
            <a:rect l="l" t="t" r="r" b="b"/>
            <a:pathLst>
              <a:path w="161602" h="143647">
                <a:moveTo>
                  <a:pt x="35912" y="17956"/>
                </a:moveTo>
                <a:cubicBezTo>
                  <a:pt x="35912" y="8052"/>
                  <a:pt x="43964" y="0"/>
                  <a:pt x="53867" y="0"/>
                </a:cubicBezTo>
                <a:lnTo>
                  <a:pt x="107735" y="0"/>
                </a:lnTo>
                <a:cubicBezTo>
                  <a:pt x="117639" y="0"/>
                  <a:pt x="125691" y="8052"/>
                  <a:pt x="125691" y="17956"/>
                </a:cubicBezTo>
                <a:lnTo>
                  <a:pt x="125691" y="35912"/>
                </a:lnTo>
                <a:lnTo>
                  <a:pt x="143647" y="35912"/>
                </a:lnTo>
                <a:cubicBezTo>
                  <a:pt x="153550" y="35912"/>
                  <a:pt x="161602" y="43964"/>
                  <a:pt x="161602" y="53867"/>
                </a:cubicBezTo>
                <a:lnTo>
                  <a:pt x="161602" y="125691"/>
                </a:lnTo>
                <a:cubicBezTo>
                  <a:pt x="161602" y="135594"/>
                  <a:pt x="153550" y="143647"/>
                  <a:pt x="143647" y="143647"/>
                </a:cubicBezTo>
                <a:lnTo>
                  <a:pt x="17956" y="143647"/>
                </a:lnTo>
                <a:cubicBezTo>
                  <a:pt x="8052" y="143647"/>
                  <a:pt x="0" y="135594"/>
                  <a:pt x="0" y="125691"/>
                </a:cubicBezTo>
                <a:lnTo>
                  <a:pt x="0" y="53867"/>
                </a:lnTo>
                <a:cubicBezTo>
                  <a:pt x="0" y="43964"/>
                  <a:pt x="8052" y="35912"/>
                  <a:pt x="17956" y="35912"/>
                </a:cubicBezTo>
                <a:lnTo>
                  <a:pt x="35912" y="35912"/>
                </a:lnTo>
                <a:lnTo>
                  <a:pt x="35912" y="17956"/>
                </a:lnTo>
                <a:close/>
                <a:moveTo>
                  <a:pt x="76312" y="98757"/>
                </a:moveTo>
                <a:cubicBezTo>
                  <a:pt x="71346" y="98757"/>
                  <a:pt x="67334" y="102769"/>
                  <a:pt x="67334" y="107735"/>
                </a:cubicBezTo>
                <a:lnTo>
                  <a:pt x="67334" y="130180"/>
                </a:lnTo>
                <a:lnTo>
                  <a:pt x="94268" y="130180"/>
                </a:lnTo>
                <a:lnTo>
                  <a:pt x="94268" y="107735"/>
                </a:lnTo>
                <a:cubicBezTo>
                  <a:pt x="94268" y="102769"/>
                  <a:pt x="90256" y="98757"/>
                  <a:pt x="85290" y="98757"/>
                </a:cubicBezTo>
                <a:lnTo>
                  <a:pt x="76312" y="98757"/>
                </a:lnTo>
                <a:close/>
                <a:moveTo>
                  <a:pt x="35912" y="103246"/>
                </a:moveTo>
                <a:lnTo>
                  <a:pt x="35912" y="94268"/>
                </a:lnTo>
                <a:cubicBezTo>
                  <a:pt x="35912" y="91799"/>
                  <a:pt x="33892" y="89779"/>
                  <a:pt x="31423" y="89779"/>
                </a:cubicBezTo>
                <a:lnTo>
                  <a:pt x="22445" y="89779"/>
                </a:lnTo>
                <a:cubicBezTo>
                  <a:pt x="19976" y="89779"/>
                  <a:pt x="17956" y="91799"/>
                  <a:pt x="17956" y="94268"/>
                </a:cubicBezTo>
                <a:lnTo>
                  <a:pt x="17956" y="103246"/>
                </a:lnTo>
                <a:cubicBezTo>
                  <a:pt x="17956" y="105715"/>
                  <a:pt x="19976" y="107735"/>
                  <a:pt x="22445" y="107735"/>
                </a:cubicBezTo>
                <a:lnTo>
                  <a:pt x="31423" y="107735"/>
                </a:lnTo>
                <a:cubicBezTo>
                  <a:pt x="33892" y="107735"/>
                  <a:pt x="35912" y="105715"/>
                  <a:pt x="35912" y="103246"/>
                </a:cubicBezTo>
                <a:close/>
                <a:moveTo>
                  <a:pt x="31423" y="71823"/>
                </a:moveTo>
                <a:cubicBezTo>
                  <a:pt x="33892" y="71823"/>
                  <a:pt x="35912" y="69803"/>
                  <a:pt x="35912" y="67334"/>
                </a:cubicBezTo>
                <a:lnTo>
                  <a:pt x="35912" y="58356"/>
                </a:lnTo>
                <a:cubicBezTo>
                  <a:pt x="35912" y="55887"/>
                  <a:pt x="33892" y="53867"/>
                  <a:pt x="31423" y="53867"/>
                </a:cubicBezTo>
                <a:lnTo>
                  <a:pt x="22445" y="53867"/>
                </a:lnTo>
                <a:cubicBezTo>
                  <a:pt x="19976" y="53867"/>
                  <a:pt x="17956" y="55887"/>
                  <a:pt x="17956" y="58356"/>
                </a:cubicBezTo>
                <a:lnTo>
                  <a:pt x="17956" y="67334"/>
                </a:lnTo>
                <a:cubicBezTo>
                  <a:pt x="17956" y="69803"/>
                  <a:pt x="19976" y="71823"/>
                  <a:pt x="22445" y="71823"/>
                </a:cubicBezTo>
                <a:lnTo>
                  <a:pt x="31423" y="71823"/>
                </a:lnTo>
                <a:close/>
                <a:moveTo>
                  <a:pt x="143647" y="103246"/>
                </a:moveTo>
                <a:lnTo>
                  <a:pt x="143647" y="94268"/>
                </a:lnTo>
                <a:cubicBezTo>
                  <a:pt x="143647" y="91799"/>
                  <a:pt x="141627" y="89779"/>
                  <a:pt x="139158" y="89779"/>
                </a:cubicBezTo>
                <a:lnTo>
                  <a:pt x="130180" y="89779"/>
                </a:lnTo>
                <a:cubicBezTo>
                  <a:pt x="127711" y="89779"/>
                  <a:pt x="125691" y="91799"/>
                  <a:pt x="125691" y="94268"/>
                </a:cubicBezTo>
                <a:lnTo>
                  <a:pt x="125691" y="103246"/>
                </a:lnTo>
                <a:cubicBezTo>
                  <a:pt x="125691" y="105715"/>
                  <a:pt x="127711" y="107735"/>
                  <a:pt x="130180" y="107735"/>
                </a:cubicBezTo>
                <a:lnTo>
                  <a:pt x="139158" y="107735"/>
                </a:lnTo>
                <a:cubicBezTo>
                  <a:pt x="141627" y="107735"/>
                  <a:pt x="143647" y="105715"/>
                  <a:pt x="143647" y="103246"/>
                </a:cubicBezTo>
                <a:close/>
                <a:moveTo>
                  <a:pt x="139158" y="71823"/>
                </a:moveTo>
                <a:cubicBezTo>
                  <a:pt x="141627" y="71823"/>
                  <a:pt x="143647" y="69803"/>
                  <a:pt x="143647" y="67334"/>
                </a:cubicBezTo>
                <a:lnTo>
                  <a:pt x="143647" y="58356"/>
                </a:lnTo>
                <a:cubicBezTo>
                  <a:pt x="143647" y="55887"/>
                  <a:pt x="141627" y="53867"/>
                  <a:pt x="139158" y="53867"/>
                </a:cubicBezTo>
                <a:lnTo>
                  <a:pt x="130180" y="53867"/>
                </a:lnTo>
                <a:cubicBezTo>
                  <a:pt x="127711" y="53867"/>
                  <a:pt x="125691" y="55887"/>
                  <a:pt x="125691" y="58356"/>
                </a:cubicBezTo>
                <a:lnTo>
                  <a:pt x="125691" y="67334"/>
                </a:lnTo>
                <a:cubicBezTo>
                  <a:pt x="125691" y="69803"/>
                  <a:pt x="127711" y="71823"/>
                  <a:pt x="130180" y="71823"/>
                </a:cubicBezTo>
                <a:lnTo>
                  <a:pt x="139158" y="71823"/>
                </a:lnTo>
                <a:close/>
                <a:moveTo>
                  <a:pt x="74068" y="29178"/>
                </a:moveTo>
                <a:lnTo>
                  <a:pt x="74068" y="38156"/>
                </a:lnTo>
                <a:lnTo>
                  <a:pt x="65090" y="38156"/>
                </a:lnTo>
                <a:cubicBezTo>
                  <a:pt x="62621" y="38156"/>
                  <a:pt x="60601" y="40176"/>
                  <a:pt x="60601" y="42645"/>
                </a:cubicBezTo>
                <a:lnTo>
                  <a:pt x="60601" y="47134"/>
                </a:lnTo>
                <a:cubicBezTo>
                  <a:pt x="60601" y="49603"/>
                  <a:pt x="62621" y="51623"/>
                  <a:pt x="65090" y="51623"/>
                </a:cubicBezTo>
                <a:lnTo>
                  <a:pt x="74068" y="51623"/>
                </a:lnTo>
                <a:lnTo>
                  <a:pt x="74068" y="60601"/>
                </a:lnTo>
                <a:cubicBezTo>
                  <a:pt x="74068" y="63070"/>
                  <a:pt x="76088" y="65090"/>
                  <a:pt x="78557" y="65090"/>
                </a:cubicBezTo>
                <a:lnTo>
                  <a:pt x="83046" y="65090"/>
                </a:lnTo>
                <a:cubicBezTo>
                  <a:pt x="85515" y="65090"/>
                  <a:pt x="87535" y="63070"/>
                  <a:pt x="87535" y="60601"/>
                </a:cubicBezTo>
                <a:lnTo>
                  <a:pt x="87535" y="51623"/>
                </a:lnTo>
                <a:lnTo>
                  <a:pt x="96513" y="51623"/>
                </a:lnTo>
                <a:cubicBezTo>
                  <a:pt x="98981" y="51623"/>
                  <a:pt x="101001" y="49603"/>
                  <a:pt x="101001" y="47134"/>
                </a:cubicBezTo>
                <a:lnTo>
                  <a:pt x="101001" y="42645"/>
                </a:lnTo>
                <a:cubicBezTo>
                  <a:pt x="101001" y="40176"/>
                  <a:pt x="98981" y="38156"/>
                  <a:pt x="96513" y="38156"/>
                </a:cubicBezTo>
                <a:lnTo>
                  <a:pt x="87535" y="38156"/>
                </a:lnTo>
                <a:lnTo>
                  <a:pt x="87535" y="29178"/>
                </a:lnTo>
                <a:cubicBezTo>
                  <a:pt x="87535" y="26709"/>
                  <a:pt x="85515" y="24689"/>
                  <a:pt x="83046" y="24689"/>
                </a:cubicBezTo>
                <a:lnTo>
                  <a:pt x="78557" y="24689"/>
                </a:lnTo>
                <a:cubicBezTo>
                  <a:pt x="76088" y="24689"/>
                  <a:pt x="74068" y="26709"/>
                  <a:pt x="74068" y="2917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1" name="Text 29"/>
          <p:cNvSpPr/>
          <p:nvPr/>
        </p:nvSpPr>
        <p:spPr>
          <a:xfrm>
            <a:off x="7833506" y="1903317"/>
            <a:ext cx="43991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Salud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2124" y="2190610"/>
            <a:ext cx="4066993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de evaluación de riesgos menos precisos para comunidades marginadas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74390" y="2765196"/>
            <a:ext cx="4219617" cy="682321"/>
          </a:xfrm>
          <a:custGeom>
            <a:avLst/>
            <a:gdLst/>
            <a:ahLst/>
            <a:cxnLst/>
            <a:rect l="l" t="t" r="r" b="b"/>
            <a:pathLst>
              <a:path w="4219617" h="682321">
                <a:moveTo>
                  <a:pt x="35911" y="0"/>
                </a:moveTo>
                <a:lnTo>
                  <a:pt x="4183707" y="0"/>
                </a:lnTo>
                <a:cubicBezTo>
                  <a:pt x="4203539" y="0"/>
                  <a:pt x="4219617" y="16078"/>
                  <a:pt x="4219617" y="35911"/>
                </a:cubicBezTo>
                <a:lnTo>
                  <a:pt x="4219617" y="646411"/>
                </a:lnTo>
                <a:cubicBezTo>
                  <a:pt x="4219617" y="666243"/>
                  <a:pt x="4203539" y="682321"/>
                  <a:pt x="4183707" y="682321"/>
                </a:cubicBezTo>
                <a:lnTo>
                  <a:pt x="35911" y="682321"/>
                </a:lnTo>
                <a:cubicBezTo>
                  <a:pt x="16078" y="682321"/>
                  <a:pt x="0" y="666243"/>
                  <a:pt x="0" y="646411"/>
                </a:cubicBezTo>
                <a:lnTo>
                  <a:pt x="0" y="35911"/>
                </a:lnTo>
                <a:cubicBezTo>
                  <a:pt x="0" y="16091"/>
                  <a:pt x="16091" y="0"/>
                  <a:pt x="35911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600080" y="2908842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56112" y="13467"/>
                </a:moveTo>
                <a:lnTo>
                  <a:pt x="87535" y="13467"/>
                </a:lnTo>
                <a:cubicBezTo>
                  <a:pt x="88769" y="13467"/>
                  <a:pt x="89779" y="14477"/>
                  <a:pt x="89779" y="15711"/>
                </a:cubicBezTo>
                <a:lnTo>
                  <a:pt x="89779" y="26934"/>
                </a:lnTo>
                <a:lnTo>
                  <a:pt x="53867" y="26934"/>
                </a:lnTo>
                <a:lnTo>
                  <a:pt x="53867" y="15711"/>
                </a:lnTo>
                <a:cubicBezTo>
                  <a:pt x="53867" y="14477"/>
                  <a:pt x="54877" y="13467"/>
                  <a:pt x="56112" y="13467"/>
                </a:cubicBezTo>
                <a:close/>
                <a:moveTo>
                  <a:pt x="40401" y="15711"/>
                </a:moveTo>
                <a:lnTo>
                  <a:pt x="40401" y="26934"/>
                </a:lnTo>
                <a:lnTo>
                  <a:pt x="17956" y="26934"/>
                </a:lnTo>
                <a:cubicBezTo>
                  <a:pt x="8052" y="26934"/>
                  <a:pt x="0" y="34986"/>
                  <a:pt x="0" y="44890"/>
                </a:cubicBezTo>
                <a:lnTo>
                  <a:pt x="0" y="71823"/>
                </a:lnTo>
                <a:lnTo>
                  <a:pt x="143647" y="71823"/>
                </a:lnTo>
                <a:lnTo>
                  <a:pt x="143647" y="44890"/>
                </a:lnTo>
                <a:cubicBezTo>
                  <a:pt x="143647" y="34986"/>
                  <a:pt x="135594" y="26934"/>
                  <a:pt x="125691" y="26934"/>
                </a:cubicBezTo>
                <a:lnTo>
                  <a:pt x="103246" y="26934"/>
                </a:lnTo>
                <a:lnTo>
                  <a:pt x="103246" y="15711"/>
                </a:lnTo>
                <a:cubicBezTo>
                  <a:pt x="103246" y="7042"/>
                  <a:pt x="96204" y="0"/>
                  <a:pt x="87535" y="0"/>
                </a:cubicBezTo>
                <a:lnTo>
                  <a:pt x="56112" y="0"/>
                </a:lnTo>
                <a:cubicBezTo>
                  <a:pt x="47443" y="0"/>
                  <a:pt x="40401" y="7042"/>
                  <a:pt x="40401" y="15711"/>
                </a:cubicBezTo>
                <a:close/>
                <a:moveTo>
                  <a:pt x="143647" y="85290"/>
                </a:moveTo>
                <a:lnTo>
                  <a:pt x="89779" y="85290"/>
                </a:lnTo>
                <a:lnTo>
                  <a:pt x="89779" y="89779"/>
                </a:lnTo>
                <a:cubicBezTo>
                  <a:pt x="89779" y="94745"/>
                  <a:pt x="85767" y="98757"/>
                  <a:pt x="80801" y="98757"/>
                </a:cubicBezTo>
                <a:lnTo>
                  <a:pt x="62845" y="98757"/>
                </a:lnTo>
                <a:cubicBezTo>
                  <a:pt x="57879" y="98757"/>
                  <a:pt x="53867" y="94745"/>
                  <a:pt x="53867" y="89779"/>
                </a:cubicBezTo>
                <a:lnTo>
                  <a:pt x="53867" y="85290"/>
                </a:lnTo>
                <a:lnTo>
                  <a:pt x="0" y="85290"/>
                </a:lnTo>
                <a:lnTo>
                  <a:pt x="0" y="116713"/>
                </a:lnTo>
                <a:cubicBezTo>
                  <a:pt x="0" y="126617"/>
                  <a:pt x="8052" y="134669"/>
                  <a:pt x="17956" y="134669"/>
                </a:cubicBezTo>
                <a:lnTo>
                  <a:pt x="125691" y="134669"/>
                </a:lnTo>
                <a:cubicBezTo>
                  <a:pt x="135594" y="134669"/>
                  <a:pt x="143647" y="126617"/>
                  <a:pt x="143647" y="116713"/>
                </a:cubicBezTo>
                <a:lnTo>
                  <a:pt x="143647" y="8529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5" name="Text 33"/>
          <p:cNvSpPr/>
          <p:nvPr/>
        </p:nvSpPr>
        <p:spPr>
          <a:xfrm>
            <a:off x="7833506" y="2872931"/>
            <a:ext cx="56560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82124" y="3160224"/>
            <a:ext cx="406699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selección que discriminan por género, edad o etnia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74390" y="3555252"/>
            <a:ext cx="4219617" cy="682321"/>
          </a:xfrm>
          <a:custGeom>
            <a:avLst/>
            <a:gdLst/>
            <a:ahLst/>
            <a:cxnLst/>
            <a:rect l="l" t="t" r="r" b="b"/>
            <a:pathLst>
              <a:path w="4219617" h="682321">
                <a:moveTo>
                  <a:pt x="35911" y="0"/>
                </a:moveTo>
                <a:lnTo>
                  <a:pt x="4183707" y="0"/>
                </a:lnTo>
                <a:cubicBezTo>
                  <a:pt x="4203539" y="0"/>
                  <a:pt x="4219617" y="16078"/>
                  <a:pt x="4219617" y="35911"/>
                </a:cubicBezTo>
                <a:lnTo>
                  <a:pt x="4219617" y="646411"/>
                </a:lnTo>
                <a:cubicBezTo>
                  <a:pt x="4219617" y="666243"/>
                  <a:pt x="4203539" y="682321"/>
                  <a:pt x="4183707" y="682321"/>
                </a:cubicBezTo>
                <a:lnTo>
                  <a:pt x="35911" y="682321"/>
                </a:lnTo>
                <a:cubicBezTo>
                  <a:pt x="16078" y="682321"/>
                  <a:pt x="0" y="666243"/>
                  <a:pt x="0" y="646411"/>
                </a:cubicBezTo>
                <a:lnTo>
                  <a:pt x="0" y="35911"/>
                </a:lnTo>
                <a:cubicBezTo>
                  <a:pt x="0" y="16091"/>
                  <a:pt x="16091" y="0"/>
                  <a:pt x="35911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91102" y="3698898"/>
            <a:ext cx="161602" cy="143647"/>
          </a:xfrm>
          <a:custGeom>
            <a:avLst/>
            <a:gdLst/>
            <a:ahLst/>
            <a:cxnLst/>
            <a:rect l="l" t="t" r="r" b="b"/>
            <a:pathLst>
              <a:path w="161602" h="143647">
                <a:moveTo>
                  <a:pt x="13467" y="54934"/>
                </a:moveTo>
                <a:lnTo>
                  <a:pt x="72160" y="79090"/>
                </a:lnTo>
                <a:cubicBezTo>
                  <a:pt x="74909" y="80212"/>
                  <a:pt x="77827" y="80801"/>
                  <a:pt x="80801" y="80801"/>
                </a:cubicBezTo>
                <a:cubicBezTo>
                  <a:pt x="83775" y="80801"/>
                  <a:pt x="86693" y="80212"/>
                  <a:pt x="89442" y="79090"/>
                </a:cubicBezTo>
                <a:lnTo>
                  <a:pt x="157450" y="51090"/>
                </a:lnTo>
                <a:cubicBezTo>
                  <a:pt x="159975" y="50052"/>
                  <a:pt x="161602" y="47611"/>
                  <a:pt x="161602" y="44890"/>
                </a:cubicBezTo>
                <a:cubicBezTo>
                  <a:pt x="161602" y="42168"/>
                  <a:pt x="159975" y="39727"/>
                  <a:pt x="157450" y="38689"/>
                </a:cubicBezTo>
                <a:lnTo>
                  <a:pt x="89442" y="10689"/>
                </a:lnTo>
                <a:cubicBezTo>
                  <a:pt x="86693" y="9567"/>
                  <a:pt x="83775" y="8978"/>
                  <a:pt x="80801" y="8978"/>
                </a:cubicBezTo>
                <a:cubicBezTo>
                  <a:pt x="77827" y="8978"/>
                  <a:pt x="74909" y="9567"/>
                  <a:pt x="72160" y="10689"/>
                </a:cubicBezTo>
                <a:lnTo>
                  <a:pt x="4152" y="38689"/>
                </a:lnTo>
                <a:cubicBezTo>
                  <a:pt x="1627" y="39727"/>
                  <a:pt x="0" y="42168"/>
                  <a:pt x="0" y="44890"/>
                </a:cubicBezTo>
                <a:lnTo>
                  <a:pt x="0" y="127935"/>
                </a:lnTo>
                <a:cubicBezTo>
                  <a:pt x="0" y="131667"/>
                  <a:pt x="3002" y="134669"/>
                  <a:pt x="6733" y="134669"/>
                </a:cubicBezTo>
                <a:cubicBezTo>
                  <a:pt x="10465" y="134669"/>
                  <a:pt x="13467" y="131667"/>
                  <a:pt x="13467" y="127935"/>
                </a:cubicBezTo>
                <a:lnTo>
                  <a:pt x="13467" y="54934"/>
                </a:lnTo>
                <a:close/>
                <a:moveTo>
                  <a:pt x="26934" y="75050"/>
                </a:moveTo>
                <a:lnTo>
                  <a:pt x="26934" y="107735"/>
                </a:lnTo>
                <a:cubicBezTo>
                  <a:pt x="26934" y="122605"/>
                  <a:pt x="51062" y="134669"/>
                  <a:pt x="80801" y="134669"/>
                </a:cubicBezTo>
                <a:cubicBezTo>
                  <a:pt x="110541" y="134669"/>
                  <a:pt x="134669" y="122605"/>
                  <a:pt x="134669" y="107735"/>
                </a:cubicBezTo>
                <a:lnTo>
                  <a:pt x="134669" y="75022"/>
                </a:lnTo>
                <a:lnTo>
                  <a:pt x="94577" y="91547"/>
                </a:lnTo>
                <a:cubicBezTo>
                  <a:pt x="90200" y="93342"/>
                  <a:pt x="85543" y="94268"/>
                  <a:pt x="80801" y="94268"/>
                </a:cubicBezTo>
                <a:cubicBezTo>
                  <a:pt x="76060" y="94268"/>
                  <a:pt x="71402" y="93342"/>
                  <a:pt x="67026" y="91547"/>
                </a:cubicBezTo>
                <a:lnTo>
                  <a:pt x="26934" y="75022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9" name="Text 37"/>
          <p:cNvSpPr/>
          <p:nvPr/>
        </p:nvSpPr>
        <p:spPr>
          <a:xfrm>
            <a:off x="7833506" y="3662987"/>
            <a:ext cx="75414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Educación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82124" y="3950280"/>
            <a:ext cx="406699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Evaluaciones injustas que afectan oportunidades de aprendizaje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74390" y="4345308"/>
            <a:ext cx="4219617" cy="682321"/>
          </a:xfrm>
          <a:custGeom>
            <a:avLst/>
            <a:gdLst/>
            <a:ahLst/>
            <a:cxnLst/>
            <a:rect l="l" t="t" r="r" b="b"/>
            <a:pathLst>
              <a:path w="4219617" h="682321">
                <a:moveTo>
                  <a:pt x="35911" y="0"/>
                </a:moveTo>
                <a:lnTo>
                  <a:pt x="4183707" y="0"/>
                </a:lnTo>
                <a:cubicBezTo>
                  <a:pt x="4203539" y="0"/>
                  <a:pt x="4219617" y="16078"/>
                  <a:pt x="4219617" y="35911"/>
                </a:cubicBezTo>
                <a:lnTo>
                  <a:pt x="4219617" y="646411"/>
                </a:lnTo>
                <a:cubicBezTo>
                  <a:pt x="4219617" y="666243"/>
                  <a:pt x="4203539" y="682321"/>
                  <a:pt x="4183707" y="682321"/>
                </a:cubicBezTo>
                <a:lnTo>
                  <a:pt x="35911" y="682321"/>
                </a:lnTo>
                <a:cubicBezTo>
                  <a:pt x="16078" y="682321"/>
                  <a:pt x="0" y="666243"/>
                  <a:pt x="0" y="646411"/>
                </a:cubicBezTo>
                <a:lnTo>
                  <a:pt x="0" y="35911"/>
                </a:lnTo>
                <a:cubicBezTo>
                  <a:pt x="0" y="16091"/>
                  <a:pt x="16091" y="0"/>
                  <a:pt x="35911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91102" y="4488954"/>
            <a:ext cx="161602" cy="143647"/>
          </a:xfrm>
          <a:custGeom>
            <a:avLst/>
            <a:gdLst/>
            <a:ahLst/>
            <a:cxnLst/>
            <a:rect l="l" t="t" r="r" b="b"/>
            <a:pathLst>
              <a:path w="161602" h="143647">
                <a:moveTo>
                  <a:pt x="47583" y="43038"/>
                </a:moveTo>
                <a:lnTo>
                  <a:pt x="42336" y="37791"/>
                </a:lnTo>
                <a:cubicBezTo>
                  <a:pt x="38829" y="34284"/>
                  <a:pt x="38829" y="28589"/>
                  <a:pt x="42336" y="25082"/>
                </a:cubicBezTo>
                <a:lnTo>
                  <a:pt x="74517" y="-7126"/>
                </a:lnTo>
                <a:cubicBezTo>
                  <a:pt x="78024" y="-10633"/>
                  <a:pt x="83719" y="-10633"/>
                  <a:pt x="87226" y="-7126"/>
                </a:cubicBezTo>
                <a:lnTo>
                  <a:pt x="92472" y="-1852"/>
                </a:lnTo>
                <a:cubicBezTo>
                  <a:pt x="95979" y="1655"/>
                  <a:pt x="95979" y="7351"/>
                  <a:pt x="92472" y="10858"/>
                </a:cubicBezTo>
                <a:lnTo>
                  <a:pt x="60292" y="43038"/>
                </a:lnTo>
                <a:cubicBezTo>
                  <a:pt x="56785" y="46545"/>
                  <a:pt x="51090" y="46545"/>
                  <a:pt x="47583" y="43038"/>
                </a:cubicBezTo>
                <a:close/>
                <a:moveTo>
                  <a:pt x="77434" y="59394"/>
                </a:moveTo>
                <a:lnTo>
                  <a:pt x="68625" y="50585"/>
                </a:lnTo>
                <a:lnTo>
                  <a:pt x="100048" y="19162"/>
                </a:lnTo>
                <a:lnTo>
                  <a:pt x="133546" y="52661"/>
                </a:lnTo>
                <a:lnTo>
                  <a:pt x="102124" y="84084"/>
                </a:lnTo>
                <a:lnTo>
                  <a:pt x="93314" y="75274"/>
                </a:lnTo>
                <a:lnTo>
                  <a:pt x="28224" y="140364"/>
                </a:lnTo>
                <a:cubicBezTo>
                  <a:pt x="23848" y="144741"/>
                  <a:pt x="16749" y="144741"/>
                  <a:pt x="12345" y="140364"/>
                </a:cubicBezTo>
                <a:cubicBezTo>
                  <a:pt x="7940" y="135987"/>
                  <a:pt x="7968" y="128889"/>
                  <a:pt x="12345" y="124484"/>
                </a:cubicBezTo>
                <a:lnTo>
                  <a:pt x="77434" y="59394"/>
                </a:lnTo>
                <a:close/>
                <a:moveTo>
                  <a:pt x="109671" y="105098"/>
                </a:moveTo>
                <a:cubicBezTo>
                  <a:pt x="106164" y="101591"/>
                  <a:pt x="106164" y="95895"/>
                  <a:pt x="109671" y="92388"/>
                </a:cubicBezTo>
                <a:lnTo>
                  <a:pt x="141851" y="60208"/>
                </a:lnTo>
                <a:cubicBezTo>
                  <a:pt x="145358" y="56701"/>
                  <a:pt x="151053" y="56701"/>
                  <a:pt x="154560" y="60208"/>
                </a:cubicBezTo>
                <a:lnTo>
                  <a:pt x="159807" y="65455"/>
                </a:lnTo>
                <a:cubicBezTo>
                  <a:pt x="163314" y="68962"/>
                  <a:pt x="163314" y="74657"/>
                  <a:pt x="159807" y="78164"/>
                </a:cubicBezTo>
                <a:lnTo>
                  <a:pt x="127627" y="110372"/>
                </a:lnTo>
                <a:cubicBezTo>
                  <a:pt x="124120" y="113879"/>
                  <a:pt x="118424" y="113879"/>
                  <a:pt x="114917" y="110372"/>
                </a:cubicBezTo>
                <a:lnTo>
                  <a:pt x="109671" y="105126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3" name="Text 41"/>
          <p:cNvSpPr/>
          <p:nvPr/>
        </p:nvSpPr>
        <p:spPr>
          <a:xfrm>
            <a:off x="7833506" y="4453043"/>
            <a:ext cx="56560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Justicia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82124" y="4740336"/>
            <a:ext cx="406699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Predicciones de riesgo criminal sesgadas por perfil demográfico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30743" y="5279010"/>
            <a:ext cx="4506910" cy="1580112"/>
          </a:xfrm>
          <a:custGeom>
            <a:avLst/>
            <a:gdLst/>
            <a:ahLst/>
            <a:cxnLst/>
            <a:rect l="l" t="t" r="r" b="b"/>
            <a:pathLst>
              <a:path w="4506910" h="1580112">
                <a:moveTo>
                  <a:pt x="71816" y="0"/>
                </a:moveTo>
                <a:lnTo>
                  <a:pt x="4435094" y="0"/>
                </a:lnTo>
                <a:cubicBezTo>
                  <a:pt x="4474757" y="0"/>
                  <a:pt x="4506910" y="32153"/>
                  <a:pt x="4506910" y="71816"/>
                </a:cubicBezTo>
                <a:lnTo>
                  <a:pt x="4506910" y="1508296"/>
                </a:lnTo>
                <a:cubicBezTo>
                  <a:pt x="4506910" y="1547959"/>
                  <a:pt x="4474757" y="1580112"/>
                  <a:pt x="4435094" y="1580112"/>
                </a:cubicBezTo>
                <a:lnTo>
                  <a:pt x="71816" y="1580112"/>
                </a:lnTo>
                <a:cubicBezTo>
                  <a:pt x="32153" y="1580112"/>
                  <a:pt x="0" y="1547959"/>
                  <a:pt x="0" y="1508296"/>
                </a:cubicBezTo>
                <a:lnTo>
                  <a:pt x="0" y="71816"/>
                </a:lnTo>
                <a:cubicBezTo>
                  <a:pt x="0" y="32180"/>
                  <a:pt x="32180" y="0"/>
                  <a:pt x="7181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474390" y="5422657"/>
            <a:ext cx="430041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Requisitos del AI Act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92345" y="5799729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95503" y="59675"/>
                </a:moveTo>
                <a:lnTo>
                  <a:pt x="73058" y="95587"/>
                </a:lnTo>
                <a:cubicBezTo>
                  <a:pt x="71879" y="97466"/>
                  <a:pt x="69859" y="98645"/>
                  <a:pt x="67643" y="98757"/>
                </a:cubicBezTo>
                <a:cubicBezTo>
                  <a:pt x="65427" y="98869"/>
                  <a:pt x="63294" y="97859"/>
                  <a:pt x="61976" y="96064"/>
                </a:cubicBezTo>
                <a:lnTo>
                  <a:pt x="48509" y="78108"/>
                </a:lnTo>
                <a:cubicBezTo>
                  <a:pt x="46264" y="75134"/>
                  <a:pt x="46882" y="70925"/>
                  <a:pt x="49855" y="68681"/>
                </a:cubicBezTo>
                <a:cubicBezTo>
                  <a:pt x="52829" y="66437"/>
                  <a:pt x="57038" y="67054"/>
                  <a:pt x="59282" y="70028"/>
                </a:cubicBezTo>
                <a:lnTo>
                  <a:pt x="66857" y="80128"/>
                </a:lnTo>
                <a:lnTo>
                  <a:pt x="84084" y="52549"/>
                </a:lnTo>
                <a:cubicBezTo>
                  <a:pt x="86048" y="49407"/>
                  <a:pt x="90200" y="48425"/>
                  <a:pt x="93370" y="50417"/>
                </a:cubicBezTo>
                <a:cubicBezTo>
                  <a:pt x="96541" y="52409"/>
                  <a:pt x="97494" y="56533"/>
                  <a:pt x="95503" y="5970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8" name="Text 46"/>
          <p:cNvSpPr/>
          <p:nvPr/>
        </p:nvSpPr>
        <p:spPr>
          <a:xfrm>
            <a:off x="7725771" y="5781773"/>
            <a:ext cx="238812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representativos y libres de sesgos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92345" y="6051110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95503" y="59675"/>
                </a:moveTo>
                <a:lnTo>
                  <a:pt x="73058" y="95587"/>
                </a:lnTo>
                <a:cubicBezTo>
                  <a:pt x="71879" y="97466"/>
                  <a:pt x="69859" y="98645"/>
                  <a:pt x="67643" y="98757"/>
                </a:cubicBezTo>
                <a:cubicBezTo>
                  <a:pt x="65427" y="98869"/>
                  <a:pt x="63294" y="97859"/>
                  <a:pt x="61976" y="96064"/>
                </a:cubicBezTo>
                <a:lnTo>
                  <a:pt x="48509" y="78108"/>
                </a:lnTo>
                <a:cubicBezTo>
                  <a:pt x="46264" y="75134"/>
                  <a:pt x="46882" y="70925"/>
                  <a:pt x="49855" y="68681"/>
                </a:cubicBezTo>
                <a:cubicBezTo>
                  <a:pt x="52829" y="66437"/>
                  <a:pt x="57038" y="67054"/>
                  <a:pt x="59282" y="70028"/>
                </a:cubicBezTo>
                <a:lnTo>
                  <a:pt x="66857" y="80128"/>
                </a:lnTo>
                <a:lnTo>
                  <a:pt x="84084" y="52549"/>
                </a:lnTo>
                <a:cubicBezTo>
                  <a:pt x="86048" y="49407"/>
                  <a:pt x="90200" y="48425"/>
                  <a:pt x="93370" y="50417"/>
                </a:cubicBezTo>
                <a:cubicBezTo>
                  <a:pt x="96541" y="52409"/>
                  <a:pt x="97494" y="56533"/>
                  <a:pt x="95503" y="5970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0" name="Text 48"/>
          <p:cNvSpPr/>
          <p:nvPr/>
        </p:nvSpPr>
        <p:spPr>
          <a:xfrm>
            <a:off x="7725771" y="6033155"/>
            <a:ext cx="257666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Alta calidad en conjuntos de entrenamiento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92345" y="6302492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95503" y="59675"/>
                </a:moveTo>
                <a:lnTo>
                  <a:pt x="73058" y="95587"/>
                </a:lnTo>
                <a:cubicBezTo>
                  <a:pt x="71879" y="97466"/>
                  <a:pt x="69859" y="98645"/>
                  <a:pt x="67643" y="98757"/>
                </a:cubicBezTo>
                <a:cubicBezTo>
                  <a:pt x="65427" y="98869"/>
                  <a:pt x="63294" y="97859"/>
                  <a:pt x="61976" y="96064"/>
                </a:cubicBezTo>
                <a:lnTo>
                  <a:pt x="48509" y="78108"/>
                </a:lnTo>
                <a:cubicBezTo>
                  <a:pt x="46264" y="75134"/>
                  <a:pt x="46882" y="70925"/>
                  <a:pt x="49855" y="68681"/>
                </a:cubicBezTo>
                <a:cubicBezTo>
                  <a:pt x="52829" y="66437"/>
                  <a:pt x="57038" y="67054"/>
                  <a:pt x="59282" y="70028"/>
                </a:cubicBezTo>
                <a:lnTo>
                  <a:pt x="66857" y="80128"/>
                </a:lnTo>
                <a:lnTo>
                  <a:pt x="84084" y="52549"/>
                </a:lnTo>
                <a:cubicBezTo>
                  <a:pt x="86048" y="49407"/>
                  <a:pt x="90200" y="48425"/>
                  <a:pt x="93370" y="50417"/>
                </a:cubicBezTo>
                <a:cubicBezTo>
                  <a:pt x="96541" y="52409"/>
                  <a:pt x="97494" y="56533"/>
                  <a:pt x="95503" y="5970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2" name="Text 50"/>
          <p:cNvSpPr/>
          <p:nvPr/>
        </p:nvSpPr>
        <p:spPr>
          <a:xfrm>
            <a:off x="7725771" y="6284536"/>
            <a:ext cx="226243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Validación para reducir discriminación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492345" y="6553873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95503" y="59675"/>
                </a:moveTo>
                <a:lnTo>
                  <a:pt x="73058" y="95587"/>
                </a:lnTo>
                <a:cubicBezTo>
                  <a:pt x="71879" y="97466"/>
                  <a:pt x="69859" y="98645"/>
                  <a:pt x="67643" y="98757"/>
                </a:cubicBezTo>
                <a:cubicBezTo>
                  <a:pt x="65427" y="98869"/>
                  <a:pt x="63294" y="97859"/>
                  <a:pt x="61976" y="96064"/>
                </a:cubicBezTo>
                <a:lnTo>
                  <a:pt x="48509" y="78108"/>
                </a:lnTo>
                <a:cubicBezTo>
                  <a:pt x="46264" y="75134"/>
                  <a:pt x="46882" y="70925"/>
                  <a:pt x="49855" y="68681"/>
                </a:cubicBezTo>
                <a:cubicBezTo>
                  <a:pt x="52829" y="66437"/>
                  <a:pt x="57038" y="67054"/>
                  <a:pt x="59282" y="70028"/>
                </a:cubicBezTo>
                <a:lnTo>
                  <a:pt x="66857" y="80128"/>
                </a:lnTo>
                <a:lnTo>
                  <a:pt x="84084" y="52549"/>
                </a:lnTo>
                <a:cubicBezTo>
                  <a:pt x="86048" y="49407"/>
                  <a:pt x="90200" y="48425"/>
                  <a:pt x="93370" y="50417"/>
                </a:cubicBezTo>
                <a:cubicBezTo>
                  <a:pt x="96541" y="52409"/>
                  <a:pt x="97494" y="56533"/>
                  <a:pt x="95503" y="5970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4" name="Text 52"/>
          <p:cNvSpPr/>
          <p:nvPr/>
        </p:nvSpPr>
        <p:spPr>
          <a:xfrm>
            <a:off x="7725771" y="6535918"/>
            <a:ext cx="245994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Monitoreo continuo post-implementación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091" y="349091"/>
            <a:ext cx="11563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spc="330" kern="0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091" y="628364"/>
            <a:ext cx="11703273" cy="41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99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Costo Computacional y Escalabilidad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091" y="1152000"/>
            <a:ext cx="837818" cy="34909"/>
          </a:xfrm>
          <a:custGeom>
            <a:avLst/>
            <a:gdLst/>
            <a:ahLst/>
            <a:cxnLst/>
            <a:rect l="l" t="t" r="r" b="b"/>
            <a:pathLst>
              <a:path w="837818" h="34909">
                <a:moveTo>
                  <a:pt x="0" y="0"/>
                </a:moveTo>
                <a:lnTo>
                  <a:pt x="837818" y="0"/>
                </a:lnTo>
                <a:lnTo>
                  <a:pt x="837818" y="34909"/>
                </a:lnTo>
                <a:lnTo>
                  <a:pt x="0" y="34909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366545" y="1326545"/>
            <a:ext cx="7601455" cy="1274182"/>
          </a:xfrm>
          <a:custGeom>
            <a:avLst/>
            <a:gdLst/>
            <a:ahLst/>
            <a:cxnLst/>
            <a:rect l="l" t="t" r="r" b="b"/>
            <a:pathLst>
              <a:path w="7601455" h="1274182">
                <a:moveTo>
                  <a:pt x="0" y="0"/>
                </a:moveTo>
                <a:lnTo>
                  <a:pt x="7531642" y="0"/>
                </a:lnTo>
                <a:cubicBezTo>
                  <a:pt x="7570198" y="0"/>
                  <a:pt x="7601455" y="31256"/>
                  <a:pt x="7601455" y="69812"/>
                </a:cubicBezTo>
                <a:lnTo>
                  <a:pt x="7601455" y="1204369"/>
                </a:lnTo>
                <a:cubicBezTo>
                  <a:pt x="7601455" y="1242926"/>
                  <a:pt x="7570198" y="1274182"/>
                  <a:pt x="7531642" y="1274182"/>
                </a:cubicBezTo>
                <a:lnTo>
                  <a:pt x="0" y="1274182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6545" y="1326545"/>
            <a:ext cx="34909" cy="1274182"/>
          </a:xfrm>
          <a:custGeom>
            <a:avLst/>
            <a:gdLst/>
            <a:ahLst/>
            <a:cxnLst/>
            <a:rect l="l" t="t" r="r" b="b"/>
            <a:pathLst>
              <a:path w="34909" h="1274182">
                <a:moveTo>
                  <a:pt x="0" y="0"/>
                </a:moveTo>
                <a:lnTo>
                  <a:pt x="34909" y="0"/>
                </a:lnTo>
                <a:lnTo>
                  <a:pt x="34909" y="1274182"/>
                </a:lnTo>
                <a:lnTo>
                  <a:pt x="0" y="1274182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Shape 5"/>
          <p:cNvSpPr/>
          <p:nvPr/>
        </p:nvSpPr>
        <p:spPr>
          <a:xfrm>
            <a:off x="523636" y="1466182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209455" y="0"/>
                </a:moveTo>
                <a:lnTo>
                  <a:pt x="209455" y="0"/>
                </a:lnTo>
                <a:cubicBezTo>
                  <a:pt x="325056" y="0"/>
                  <a:pt x="418909" y="93853"/>
                  <a:pt x="418909" y="209455"/>
                </a:cubicBezTo>
                <a:lnTo>
                  <a:pt x="418909" y="209455"/>
                </a:lnTo>
                <a:cubicBezTo>
                  <a:pt x="418909" y="325056"/>
                  <a:pt x="325056" y="418909"/>
                  <a:pt x="209455" y="418909"/>
                </a:cubicBezTo>
                <a:lnTo>
                  <a:pt x="209455" y="418909"/>
                </a:lnTo>
                <a:cubicBezTo>
                  <a:pt x="93853" y="418909"/>
                  <a:pt x="0" y="325056"/>
                  <a:pt x="0" y="209455"/>
                </a:cubicBezTo>
                <a:lnTo>
                  <a:pt x="0" y="209455"/>
                </a:lnTo>
                <a:cubicBezTo>
                  <a:pt x="0" y="93853"/>
                  <a:pt x="93853" y="0"/>
                  <a:pt x="209455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6727" y="1588364"/>
            <a:ext cx="152727" cy="174545"/>
          </a:xfrm>
          <a:custGeom>
            <a:avLst/>
            <a:gdLst/>
            <a:ahLst/>
            <a:cxnLst/>
            <a:rect l="l" t="t" r="r" b="b"/>
            <a:pathLst>
              <a:path w="152727" h="174545">
                <a:moveTo>
                  <a:pt x="115500" y="-3375"/>
                </a:moveTo>
                <a:cubicBezTo>
                  <a:pt x="119557" y="-443"/>
                  <a:pt x="121057" y="4875"/>
                  <a:pt x="119216" y="9511"/>
                </a:cubicBezTo>
                <a:lnTo>
                  <a:pt x="92489" y="76364"/>
                </a:lnTo>
                <a:lnTo>
                  <a:pt x="141818" y="76364"/>
                </a:lnTo>
                <a:cubicBezTo>
                  <a:pt x="146420" y="76364"/>
                  <a:pt x="150511" y="79227"/>
                  <a:pt x="152080" y="83557"/>
                </a:cubicBezTo>
                <a:cubicBezTo>
                  <a:pt x="153648" y="87886"/>
                  <a:pt x="152318" y="92727"/>
                  <a:pt x="148807" y="95659"/>
                </a:cubicBezTo>
                <a:lnTo>
                  <a:pt x="50625" y="177477"/>
                </a:lnTo>
                <a:cubicBezTo>
                  <a:pt x="46773" y="180682"/>
                  <a:pt x="41284" y="180852"/>
                  <a:pt x="37227" y="177920"/>
                </a:cubicBezTo>
                <a:cubicBezTo>
                  <a:pt x="33170" y="174989"/>
                  <a:pt x="31670" y="169670"/>
                  <a:pt x="33511" y="165034"/>
                </a:cubicBezTo>
                <a:lnTo>
                  <a:pt x="60239" y="98182"/>
                </a:lnTo>
                <a:lnTo>
                  <a:pt x="10909" y="98182"/>
                </a:lnTo>
                <a:cubicBezTo>
                  <a:pt x="6307" y="98182"/>
                  <a:pt x="2216" y="95318"/>
                  <a:pt x="648" y="90989"/>
                </a:cubicBezTo>
                <a:cubicBezTo>
                  <a:pt x="-920" y="86659"/>
                  <a:pt x="409" y="81818"/>
                  <a:pt x="3920" y="78886"/>
                </a:cubicBezTo>
                <a:lnTo>
                  <a:pt x="102102" y="-2932"/>
                </a:lnTo>
                <a:cubicBezTo>
                  <a:pt x="105955" y="-6136"/>
                  <a:pt x="111443" y="-6307"/>
                  <a:pt x="115500" y="-337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9" name="Text 7"/>
          <p:cNvSpPr/>
          <p:nvPr/>
        </p:nvSpPr>
        <p:spPr>
          <a:xfrm>
            <a:off x="1082182" y="1466182"/>
            <a:ext cx="683345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Infraestructura Costosa y Consumo Energético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2182" y="1780364"/>
            <a:ext cx="6816000" cy="680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Procesar grandes volúmenes de datos requiere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infraestructura costosa y alto consumo energético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. Los centros de datos de IA consumen cantidades significativas de electricidad, generando preocupaciones ambientales y económicas.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6545" y="2740364"/>
            <a:ext cx="7601455" cy="1047273"/>
          </a:xfrm>
          <a:custGeom>
            <a:avLst/>
            <a:gdLst/>
            <a:ahLst/>
            <a:cxnLst/>
            <a:rect l="l" t="t" r="r" b="b"/>
            <a:pathLst>
              <a:path w="7601455" h="1047273">
                <a:moveTo>
                  <a:pt x="0" y="0"/>
                </a:moveTo>
                <a:lnTo>
                  <a:pt x="7531633" y="0"/>
                </a:lnTo>
                <a:cubicBezTo>
                  <a:pt x="7570194" y="0"/>
                  <a:pt x="7601455" y="31260"/>
                  <a:pt x="7601455" y="69822"/>
                </a:cubicBezTo>
                <a:lnTo>
                  <a:pt x="7601455" y="977451"/>
                </a:lnTo>
                <a:cubicBezTo>
                  <a:pt x="7601455" y="1016012"/>
                  <a:pt x="7570194" y="1047273"/>
                  <a:pt x="7531633" y="1047273"/>
                </a:cubicBezTo>
                <a:lnTo>
                  <a:pt x="0" y="1047273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6545" y="2740364"/>
            <a:ext cx="34909" cy="1047273"/>
          </a:xfrm>
          <a:custGeom>
            <a:avLst/>
            <a:gdLst/>
            <a:ahLst/>
            <a:cxnLst/>
            <a:rect l="l" t="t" r="r" b="b"/>
            <a:pathLst>
              <a:path w="34909" h="1047273">
                <a:moveTo>
                  <a:pt x="0" y="0"/>
                </a:moveTo>
                <a:lnTo>
                  <a:pt x="34909" y="0"/>
                </a:lnTo>
                <a:lnTo>
                  <a:pt x="34909" y="1047273"/>
                </a:lnTo>
                <a:lnTo>
                  <a:pt x="0" y="1047273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Shape 11"/>
          <p:cNvSpPr/>
          <p:nvPr/>
        </p:nvSpPr>
        <p:spPr>
          <a:xfrm>
            <a:off x="523636" y="2880000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209455" y="0"/>
                </a:moveTo>
                <a:lnTo>
                  <a:pt x="209455" y="0"/>
                </a:lnTo>
                <a:cubicBezTo>
                  <a:pt x="325056" y="0"/>
                  <a:pt x="418909" y="93853"/>
                  <a:pt x="418909" y="209455"/>
                </a:cubicBezTo>
                <a:lnTo>
                  <a:pt x="418909" y="209455"/>
                </a:lnTo>
                <a:cubicBezTo>
                  <a:pt x="418909" y="325056"/>
                  <a:pt x="325056" y="418909"/>
                  <a:pt x="209455" y="418909"/>
                </a:cubicBezTo>
                <a:lnTo>
                  <a:pt x="209455" y="418909"/>
                </a:lnTo>
                <a:cubicBezTo>
                  <a:pt x="93853" y="418909"/>
                  <a:pt x="0" y="325056"/>
                  <a:pt x="0" y="209455"/>
                </a:cubicBezTo>
                <a:lnTo>
                  <a:pt x="0" y="209455"/>
                </a:lnTo>
                <a:cubicBezTo>
                  <a:pt x="0" y="93853"/>
                  <a:pt x="93853" y="0"/>
                  <a:pt x="209455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4000" y="3002182"/>
            <a:ext cx="218182" cy="174545"/>
          </a:xfrm>
          <a:custGeom>
            <a:avLst/>
            <a:gdLst/>
            <a:ahLst/>
            <a:cxnLst/>
            <a:rect l="l" t="t" r="r" b="b"/>
            <a:pathLst>
              <a:path w="218182" h="174545">
                <a:moveTo>
                  <a:pt x="141784" y="71761"/>
                </a:moveTo>
                <a:cubicBezTo>
                  <a:pt x="145943" y="70636"/>
                  <a:pt x="150307" y="72614"/>
                  <a:pt x="152182" y="76466"/>
                </a:cubicBezTo>
                <a:lnTo>
                  <a:pt x="158523" y="89284"/>
                </a:lnTo>
                <a:cubicBezTo>
                  <a:pt x="162034" y="89761"/>
                  <a:pt x="165477" y="90716"/>
                  <a:pt x="168716" y="92045"/>
                </a:cubicBezTo>
                <a:lnTo>
                  <a:pt x="180648" y="84102"/>
                </a:lnTo>
                <a:cubicBezTo>
                  <a:pt x="184227" y="81716"/>
                  <a:pt x="188966" y="82193"/>
                  <a:pt x="192000" y="85227"/>
                </a:cubicBezTo>
                <a:lnTo>
                  <a:pt x="198545" y="91773"/>
                </a:lnTo>
                <a:cubicBezTo>
                  <a:pt x="201580" y="94807"/>
                  <a:pt x="202057" y="99580"/>
                  <a:pt x="199670" y="103125"/>
                </a:cubicBezTo>
                <a:lnTo>
                  <a:pt x="191727" y="115023"/>
                </a:lnTo>
                <a:cubicBezTo>
                  <a:pt x="192375" y="116625"/>
                  <a:pt x="192955" y="118295"/>
                  <a:pt x="193432" y="120034"/>
                </a:cubicBezTo>
                <a:cubicBezTo>
                  <a:pt x="193909" y="121773"/>
                  <a:pt x="194216" y="123477"/>
                  <a:pt x="194455" y="125216"/>
                </a:cubicBezTo>
                <a:lnTo>
                  <a:pt x="207307" y="131557"/>
                </a:lnTo>
                <a:cubicBezTo>
                  <a:pt x="211159" y="133466"/>
                  <a:pt x="213136" y="137830"/>
                  <a:pt x="212011" y="141955"/>
                </a:cubicBezTo>
                <a:lnTo>
                  <a:pt x="209625" y="150886"/>
                </a:lnTo>
                <a:cubicBezTo>
                  <a:pt x="208500" y="155011"/>
                  <a:pt x="204648" y="157807"/>
                  <a:pt x="200352" y="157534"/>
                </a:cubicBezTo>
                <a:lnTo>
                  <a:pt x="186034" y="156614"/>
                </a:lnTo>
                <a:cubicBezTo>
                  <a:pt x="183886" y="159375"/>
                  <a:pt x="181398" y="161932"/>
                  <a:pt x="178568" y="164114"/>
                </a:cubicBezTo>
                <a:lnTo>
                  <a:pt x="179489" y="178398"/>
                </a:lnTo>
                <a:cubicBezTo>
                  <a:pt x="179761" y="182693"/>
                  <a:pt x="176966" y="186580"/>
                  <a:pt x="172841" y="187670"/>
                </a:cubicBezTo>
                <a:lnTo>
                  <a:pt x="163909" y="190057"/>
                </a:lnTo>
                <a:cubicBezTo>
                  <a:pt x="159750" y="191182"/>
                  <a:pt x="155420" y="189205"/>
                  <a:pt x="153511" y="185352"/>
                </a:cubicBezTo>
                <a:lnTo>
                  <a:pt x="147170" y="172534"/>
                </a:lnTo>
                <a:cubicBezTo>
                  <a:pt x="143659" y="172057"/>
                  <a:pt x="140216" y="171102"/>
                  <a:pt x="136977" y="169773"/>
                </a:cubicBezTo>
                <a:lnTo>
                  <a:pt x="125045" y="177716"/>
                </a:lnTo>
                <a:cubicBezTo>
                  <a:pt x="121466" y="180102"/>
                  <a:pt x="116727" y="179625"/>
                  <a:pt x="113693" y="176591"/>
                </a:cubicBezTo>
                <a:lnTo>
                  <a:pt x="107148" y="170045"/>
                </a:lnTo>
                <a:cubicBezTo>
                  <a:pt x="104114" y="167011"/>
                  <a:pt x="103636" y="162273"/>
                  <a:pt x="106023" y="158693"/>
                </a:cubicBezTo>
                <a:lnTo>
                  <a:pt x="113966" y="146761"/>
                </a:lnTo>
                <a:cubicBezTo>
                  <a:pt x="113318" y="145159"/>
                  <a:pt x="112739" y="143489"/>
                  <a:pt x="112261" y="141750"/>
                </a:cubicBezTo>
                <a:cubicBezTo>
                  <a:pt x="111784" y="140011"/>
                  <a:pt x="111477" y="138273"/>
                  <a:pt x="111239" y="136568"/>
                </a:cubicBezTo>
                <a:lnTo>
                  <a:pt x="98386" y="130227"/>
                </a:lnTo>
                <a:cubicBezTo>
                  <a:pt x="94534" y="128318"/>
                  <a:pt x="92591" y="123955"/>
                  <a:pt x="93682" y="119830"/>
                </a:cubicBezTo>
                <a:lnTo>
                  <a:pt x="96068" y="110898"/>
                </a:lnTo>
                <a:cubicBezTo>
                  <a:pt x="97193" y="106773"/>
                  <a:pt x="101045" y="103977"/>
                  <a:pt x="105341" y="104250"/>
                </a:cubicBezTo>
                <a:lnTo>
                  <a:pt x="119625" y="105170"/>
                </a:lnTo>
                <a:cubicBezTo>
                  <a:pt x="121773" y="102409"/>
                  <a:pt x="124261" y="99852"/>
                  <a:pt x="127091" y="97670"/>
                </a:cubicBezTo>
                <a:lnTo>
                  <a:pt x="126170" y="83420"/>
                </a:lnTo>
                <a:cubicBezTo>
                  <a:pt x="125898" y="79125"/>
                  <a:pt x="128693" y="75239"/>
                  <a:pt x="132818" y="74148"/>
                </a:cubicBezTo>
                <a:lnTo>
                  <a:pt x="141750" y="71761"/>
                </a:lnTo>
                <a:close/>
                <a:moveTo>
                  <a:pt x="152864" y="115909"/>
                </a:moveTo>
                <a:cubicBezTo>
                  <a:pt x="144585" y="115918"/>
                  <a:pt x="137871" y="122647"/>
                  <a:pt x="137881" y="130926"/>
                </a:cubicBezTo>
                <a:cubicBezTo>
                  <a:pt x="137890" y="139205"/>
                  <a:pt x="144619" y="145918"/>
                  <a:pt x="152898" y="145909"/>
                </a:cubicBezTo>
                <a:cubicBezTo>
                  <a:pt x="161176" y="145900"/>
                  <a:pt x="167890" y="139171"/>
                  <a:pt x="167881" y="130892"/>
                </a:cubicBezTo>
                <a:cubicBezTo>
                  <a:pt x="167871" y="122613"/>
                  <a:pt x="161142" y="115900"/>
                  <a:pt x="152864" y="115909"/>
                </a:cubicBezTo>
                <a:close/>
                <a:moveTo>
                  <a:pt x="76670" y="-15511"/>
                </a:moveTo>
                <a:lnTo>
                  <a:pt x="85602" y="-13125"/>
                </a:lnTo>
                <a:cubicBezTo>
                  <a:pt x="89727" y="-12000"/>
                  <a:pt x="92523" y="-8114"/>
                  <a:pt x="92250" y="-3852"/>
                </a:cubicBezTo>
                <a:lnTo>
                  <a:pt x="91330" y="10398"/>
                </a:lnTo>
                <a:cubicBezTo>
                  <a:pt x="94159" y="12580"/>
                  <a:pt x="96648" y="15102"/>
                  <a:pt x="98795" y="17898"/>
                </a:cubicBezTo>
                <a:lnTo>
                  <a:pt x="113114" y="16977"/>
                </a:lnTo>
                <a:cubicBezTo>
                  <a:pt x="117375" y="16705"/>
                  <a:pt x="121261" y="19500"/>
                  <a:pt x="122386" y="23625"/>
                </a:cubicBezTo>
                <a:lnTo>
                  <a:pt x="124773" y="32557"/>
                </a:lnTo>
                <a:cubicBezTo>
                  <a:pt x="125864" y="36682"/>
                  <a:pt x="123920" y="41045"/>
                  <a:pt x="120068" y="42955"/>
                </a:cubicBezTo>
                <a:lnTo>
                  <a:pt x="107216" y="49295"/>
                </a:lnTo>
                <a:cubicBezTo>
                  <a:pt x="106977" y="51034"/>
                  <a:pt x="106636" y="52773"/>
                  <a:pt x="106193" y="54477"/>
                </a:cubicBezTo>
                <a:cubicBezTo>
                  <a:pt x="105750" y="56182"/>
                  <a:pt x="105136" y="57886"/>
                  <a:pt x="104489" y="59489"/>
                </a:cubicBezTo>
                <a:lnTo>
                  <a:pt x="112432" y="71420"/>
                </a:lnTo>
                <a:cubicBezTo>
                  <a:pt x="114818" y="75000"/>
                  <a:pt x="114341" y="79739"/>
                  <a:pt x="111307" y="82773"/>
                </a:cubicBezTo>
                <a:lnTo>
                  <a:pt x="104761" y="89318"/>
                </a:lnTo>
                <a:cubicBezTo>
                  <a:pt x="101727" y="92352"/>
                  <a:pt x="96989" y="92830"/>
                  <a:pt x="93409" y="90443"/>
                </a:cubicBezTo>
                <a:lnTo>
                  <a:pt x="81477" y="82500"/>
                </a:lnTo>
                <a:cubicBezTo>
                  <a:pt x="78239" y="83830"/>
                  <a:pt x="74795" y="84784"/>
                  <a:pt x="71284" y="85261"/>
                </a:cubicBezTo>
                <a:lnTo>
                  <a:pt x="64943" y="98080"/>
                </a:lnTo>
                <a:cubicBezTo>
                  <a:pt x="63034" y="101932"/>
                  <a:pt x="58670" y="103875"/>
                  <a:pt x="54545" y="102784"/>
                </a:cubicBezTo>
                <a:lnTo>
                  <a:pt x="45614" y="100398"/>
                </a:lnTo>
                <a:cubicBezTo>
                  <a:pt x="41455" y="99273"/>
                  <a:pt x="38693" y="95386"/>
                  <a:pt x="38966" y="91125"/>
                </a:cubicBezTo>
                <a:lnTo>
                  <a:pt x="39886" y="76841"/>
                </a:lnTo>
                <a:cubicBezTo>
                  <a:pt x="37057" y="74659"/>
                  <a:pt x="34568" y="72136"/>
                  <a:pt x="32420" y="69341"/>
                </a:cubicBezTo>
                <a:lnTo>
                  <a:pt x="18102" y="70261"/>
                </a:lnTo>
                <a:cubicBezTo>
                  <a:pt x="13841" y="70534"/>
                  <a:pt x="9955" y="67739"/>
                  <a:pt x="8830" y="63614"/>
                </a:cubicBezTo>
                <a:lnTo>
                  <a:pt x="6443" y="54682"/>
                </a:lnTo>
                <a:cubicBezTo>
                  <a:pt x="5352" y="50557"/>
                  <a:pt x="7295" y="46193"/>
                  <a:pt x="11148" y="44284"/>
                </a:cubicBezTo>
                <a:lnTo>
                  <a:pt x="24000" y="37943"/>
                </a:lnTo>
                <a:cubicBezTo>
                  <a:pt x="24239" y="36205"/>
                  <a:pt x="24580" y="34500"/>
                  <a:pt x="25023" y="32761"/>
                </a:cubicBezTo>
                <a:cubicBezTo>
                  <a:pt x="25500" y="31023"/>
                  <a:pt x="26045" y="29352"/>
                  <a:pt x="26727" y="27750"/>
                </a:cubicBezTo>
                <a:lnTo>
                  <a:pt x="18784" y="15852"/>
                </a:lnTo>
                <a:cubicBezTo>
                  <a:pt x="16398" y="12273"/>
                  <a:pt x="16875" y="7534"/>
                  <a:pt x="19909" y="4500"/>
                </a:cubicBezTo>
                <a:lnTo>
                  <a:pt x="26455" y="-2045"/>
                </a:lnTo>
                <a:cubicBezTo>
                  <a:pt x="29489" y="-5080"/>
                  <a:pt x="34227" y="-5557"/>
                  <a:pt x="37807" y="-3170"/>
                </a:cubicBezTo>
                <a:lnTo>
                  <a:pt x="49739" y="4773"/>
                </a:lnTo>
                <a:cubicBezTo>
                  <a:pt x="52977" y="3443"/>
                  <a:pt x="56420" y="2489"/>
                  <a:pt x="59932" y="2011"/>
                </a:cubicBezTo>
                <a:lnTo>
                  <a:pt x="66273" y="-10807"/>
                </a:lnTo>
                <a:cubicBezTo>
                  <a:pt x="68182" y="-14659"/>
                  <a:pt x="72511" y="-16602"/>
                  <a:pt x="76670" y="-15511"/>
                </a:cubicBezTo>
                <a:close/>
                <a:moveTo>
                  <a:pt x="65591" y="28636"/>
                </a:moveTo>
                <a:cubicBezTo>
                  <a:pt x="57312" y="28636"/>
                  <a:pt x="50591" y="35358"/>
                  <a:pt x="50591" y="43636"/>
                </a:cubicBezTo>
                <a:cubicBezTo>
                  <a:pt x="50591" y="51915"/>
                  <a:pt x="57312" y="58636"/>
                  <a:pt x="65591" y="58636"/>
                </a:cubicBezTo>
                <a:cubicBezTo>
                  <a:pt x="73870" y="58636"/>
                  <a:pt x="80591" y="51915"/>
                  <a:pt x="80591" y="43636"/>
                </a:cubicBezTo>
                <a:cubicBezTo>
                  <a:pt x="80591" y="35358"/>
                  <a:pt x="73870" y="28636"/>
                  <a:pt x="65591" y="2863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5" name="Text 13"/>
          <p:cNvSpPr/>
          <p:nvPr/>
        </p:nvSpPr>
        <p:spPr>
          <a:xfrm>
            <a:off x="1082182" y="2880000"/>
            <a:ext cx="683345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Interoperabilidad de Fuentes de Datos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2182" y="3194182"/>
            <a:ext cx="6816000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de múltiples fuentes de datos con formatos distintos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presenta desafíos técnicos significativos. Los sistemas deben poder comunicarse y compartir información de manera eficiente.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9091" y="3927273"/>
            <a:ext cx="7618909" cy="2033455"/>
          </a:xfrm>
          <a:custGeom>
            <a:avLst/>
            <a:gdLst/>
            <a:ahLst/>
            <a:cxnLst/>
            <a:rect l="l" t="t" r="r" b="b"/>
            <a:pathLst>
              <a:path w="7618909" h="2033455">
                <a:moveTo>
                  <a:pt x="69808" y="0"/>
                </a:moveTo>
                <a:lnTo>
                  <a:pt x="7549101" y="0"/>
                </a:lnTo>
                <a:cubicBezTo>
                  <a:pt x="7587655" y="0"/>
                  <a:pt x="7618909" y="31254"/>
                  <a:pt x="7618909" y="69808"/>
                </a:cubicBezTo>
                <a:lnTo>
                  <a:pt x="7618909" y="1963646"/>
                </a:lnTo>
                <a:cubicBezTo>
                  <a:pt x="7618909" y="2002200"/>
                  <a:pt x="7587655" y="2033455"/>
                  <a:pt x="7549101" y="2033455"/>
                </a:cubicBezTo>
                <a:lnTo>
                  <a:pt x="69808" y="2033455"/>
                </a:lnTo>
                <a:cubicBezTo>
                  <a:pt x="31254" y="2033455"/>
                  <a:pt x="0" y="2002200"/>
                  <a:pt x="0" y="1963646"/>
                </a:cubicBezTo>
                <a:lnTo>
                  <a:pt x="0" y="69808"/>
                </a:lnTo>
                <a:cubicBezTo>
                  <a:pt x="0" y="31280"/>
                  <a:pt x="31280" y="0"/>
                  <a:pt x="69808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00727" y="4110545"/>
            <a:ext cx="176727" cy="157091"/>
          </a:xfrm>
          <a:custGeom>
            <a:avLst/>
            <a:gdLst/>
            <a:ahLst/>
            <a:cxnLst/>
            <a:rect l="l" t="t" r="r" b="b"/>
            <a:pathLst>
              <a:path w="176727" h="157091">
                <a:moveTo>
                  <a:pt x="0" y="103091"/>
                </a:moveTo>
                <a:cubicBezTo>
                  <a:pt x="0" y="127483"/>
                  <a:pt x="19790" y="147273"/>
                  <a:pt x="44182" y="147273"/>
                </a:cubicBezTo>
                <a:lnTo>
                  <a:pt x="137455" y="147273"/>
                </a:lnTo>
                <a:cubicBezTo>
                  <a:pt x="159147" y="147273"/>
                  <a:pt x="176727" y="129692"/>
                  <a:pt x="176727" y="108000"/>
                </a:cubicBezTo>
                <a:cubicBezTo>
                  <a:pt x="176727" y="92168"/>
                  <a:pt x="167369" y="78515"/>
                  <a:pt x="153869" y="72317"/>
                </a:cubicBezTo>
                <a:cubicBezTo>
                  <a:pt x="155925" y="68298"/>
                  <a:pt x="157091" y="63726"/>
                  <a:pt x="157091" y="58909"/>
                </a:cubicBezTo>
                <a:cubicBezTo>
                  <a:pt x="157091" y="42648"/>
                  <a:pt x="143898" y="29455"/>
                  <a:pt x="127636" y="29455"/>
                </a:cubicBezTo>
                <a:cubicBezTo>
                  <a:pt x="122206" y="29455"/>
                  <a:pt x="117143" y="30927"/>
                  <a:pt x="112786" y="33474"/>
                </a:cubicBezTo>
                <a:cubicBezTo>
                  <a:pt x="105392" y="19422"/>
                  <a:pt x="90634" y="9818"/>
                  <a:pt x="73636" y="9818"/>
                </a:cubicBezTo>
                <a:cubicBezTo>
                  <a:pt x="49244" y="9818"/>
                  <a:pt x="29455" y="29608"/>
                  <a:pt x="29455" y="54000"/>
                </a:cubicBezTo>
                <a:cubicBezTo>
                  <a:pt x="29455" y="56455"/>
                  <a:pt x="29669" y="58878"/>
                  <a:pt x="30038" y="61210"/>
                </a:cubicBezTo>
                <a:cubicBezTo>
                  <a:pt x="12580" y="67101"/>
                  <a:pt x="0" y="83639"/>
                  <a:pt x="0" y="103091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9" name="Text 17"/>
          <p:cNvSpPr/>
          <p:nvPr/>
        </p:nvSpPr>
        <p:spPr>
          <a:xfrm>
            <a:off x="689455" y="4066909"/>
            <a:ext cx="721745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Solución: Arquitecturas Híbridas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8727" y="4416000"/>
            <a:ext cx="7409455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uso de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arquitecturas híbridas entre nube y edge computing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optimiza el procesamiento, distribuyendo la carga y reduciendo la latencia.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727" y="4974545"/>
            <a:ext cx="3621818" cy="846545"/>
          </a:xfrm>
          <a:custGeom>
            <a:avLst/>
            <a:gdLst/>
            <a:ahLst/>
            <a:cxnLst/>
            <a:rect l="l" t="t" r="r" b="b"/>
            <a:pathLst>
              <a:path w="3621818" h="846545">
                <a:moveTo>
                  <a:pt x="34912" y="0"/>
                </a:moveTo>
                <a:lnTo>
                  <a:pt x="3586907" y="0"/>
                </a:lnTo>
                <a:cubicBezTo>
                  <a:pt x="3606188" y="0"/>
                  <a:pt x="3621818" y="15630"/>
                  <a:pt x="3621818" y="34912"/>
                </a:cubicBezTo>
                <a:lnTo>
                  <a:pt x="3621818" y="811634"/>
                </a:lnTo>
                <a:cubicBezTo>
                  <a:pt x="3621818" y="830915"/>
                  <a:pt x="3606188" y="846545"/>
                  <a:pt x="3586907" y="846545"/>
                </a:cubicBezTo>
                <a:lnTo>
                  <a:pt x="34912" y="846545"/>
                </a:lnTo>
                <a:cubicBezTo>
                  <a:pt x="15630" y="846545"/>
                  <a:pt x="0" y="830915"/>
                  <a:pt x="0" y="811634"/>
                </a:cubicBezTo>
                <a:lnTo>
                  <a:pt x="0" y="34912"/>
                </a:lnTo>
                <a:cubicBezTo>
                  <a:pt x="0" y="15643"/>
                  <a:pt x="15643" y="0"/>
                  <a:pt x="3491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199955" y="5088000"/>
            <a:ext cx="196364" cy="174545"/>
          </a:xfrm>
          <a:custGeom>
            <a:avLst/>
            <a:gdLst/>
            <a:ahLst/>
            <a:cxnLst/>
            <a:rect l="l" t="t" r="r" b="b"/>
            <a:pathLst>
              <a:path w="196364" h="174545">
                <a:moveTo>
                  <a:pt x="49091" y="163636"/>
                </a:moveTo>
                <a:cubicBezTo>
                  <a:pt x="21989" y="163636"/>
                  <a:pt x="0" y="141648"/>
                  <a:pt x="0" y="114545"/>
                </a:cubicBezTo>
                <a:cubicBezTo>
                  <a:pt x="0" y="92932"/>
                  <a:pt x="13977" y="74591"/>
                  <a:pt x="33375" y="68011"/>
                </a:cubicBezTo>
                <a:cubicBezTo>
                  <a:pt x="32932" y="65386"/>
                  <a:pt x="32727" y="62727"/>
                  <a:pt x="32727" y="60000"/>
                </a:cubicBezTo>
                <a:cubicBezTo>
                  <a:pt x="32727" y="32898"/>
                  <a:pt x="54716" y="10909"/>
                  <a:pt x="81818" y="10909"/>
                </a:cubicBezTo>
                <a:cubicBezTo>
                  <a:pt x="100705" y="10909"/>
                  <a:pt x="117102" y="21580"/>
                  <a:pt x="125318" y="37193"/>
                </a:cubicBezTo>
                <a:cubicBezTo>
                  <a:pt x="130159" y="34364"/>
                  <a:pt x="135818" y="32727"/>
                  <a:pt x="141818" y="32727"/>
                </a:cubicBezTo>
                <a:cubicBezTo>
                  <a:pt x="159886" y="32727"/>
                  <a:pt x="174545" y="47386"/>
                  <a:pt x="174545" y="65455"/>
                </a:cubicBezTo>
                <a:cubicBezTo>
                  <a:pt x="174545" y="70807"/>
                  <a:pt x="173250" y="75886"/>
                  <a:pt x="170966" y="80352"/>
                </a:cubicBezTo>
                <a:cubicBezTo>
                  <a:pt x="185966" y="87273"/>
                  <a:pt x="196364" y="102409"/>
                  <a:pt x="196364" y="120000"/>
                </a:cubicBezTo>
                <a:cubicBezTo>
                  <a:pt x="196364" y="144102"/>
                  <a:pt x="176830" y="163636"/>
                  <a:pt x="152727" y="163636"/>
                </a:cubicBezTo>
                <a:lnTo>
                  <a:pt x="49091" y="163636"/>
                </a:lnTo>
                <a:close/>
                <a:moveTo>
                  <a:pt x="103977" y="65114"/>
                </a:moveTo>
                <a:cubicBezTo>
                  <a:pt x="100773" y="61909"/>
                  <a:pt x="95591" y="61909"/>
                  <a:pt x="92420" y="65114"/>
                </a:cubicBezTo>
                <a:lnTo>
                  <a:pt x="67875" y="89659"/>
                </a:lnTo>
                <a:cubicBezTo>
                  <a:pt x="64670" y="92864"/>
                  <a:pt x="64670" y="98045"/>
                  <a:pt x="67875" y="101216"/>
                </a:cubicBezTo>
                <a:cubicBezTo>
                  <a:pt x="71080" y="104386"/>
                  <a:pt x="76261" y="104420"/>
                  <a:pt x="79432" y="101216"/>
                </a:cubicBezTo>
                <a:lnTo>
                  <a:pt x="90000" y="90648"/>
                </a:lnTo>
                <a:lnTo>
                  <a:pt x="90000" y="125455"/>
                </a:lnTo>
                <a:cubicBezTo>
                  <a:pt x="90000" y="129989"/>
                  <a:pt x="93648" y="133636"/>
                  <a:pt x="98182" y="133636"/>
                </a:cubicBezTo>
                <a:cubicBezTo>
                  <a:pt x="102716" y="133636"/>
                  <a:pt x="106364" y="129989"/>
                  <a:pt x="106364" y="125455"/>
                </a:cubicBezTo>
                <a:lnTo>
                  <a:pt x="106364" y="90648"/>
                </a:lnTo>
                <a:lnTo>
                  <a:pt x="116932" y="101216"/>
                </a:lnTo>
                <a:cubicBezTo>
                  <a:pt x="120136" y="104420"/>
                  <a:pt x="125318" y="104420"/>
                  <a:pt x="128489" y="101216"/>
                </a:cubicBezTo>
                <a:cubicBezTo>
                  <a:pt x="131659" y="98011"/>
                  <a:pt x="131693" y="92830"/>
                  <a:pt x="128489" y="89659"/>
                </a:cubicBezTo>
                <a:lnTo>
                  <a:pt x="103943" y="65114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3" name="Text 21"/>
          <p:cNvSpPr/>
          <p:nvPr/>
        </p:nvSpPr>
        <p:spPr>
          <a:xfrm>
            <a:off x="558545" y="5297455"/>
            <a:ext cx="3482182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 Computing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8545" y="5506909"/>
            <a:ext cx="3482182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centralizado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12273" y="4974545"/>
            <a:ext cx="3621818" cy="846545"/>
          </a:xfrm>
          <a:custGeom>
            <a:avLst/>
            <a:gdLst/>
            <a:ahLst/>
            <a:cxnLst/>
            <a:rect l="l" t="t" r="r" b="b"/>
            <a:pathLst>
              <a:path w="3621818" h="846545">
                <a:moveTo>
                  <a:pt x="34912" y="0"/>
                </a:moveTo>
                <a:lnTo>
                  <a:pt x="3586907" y="0"/>
                </a:lnTo>
                <a:cubicBezTo>
                  <a:pt x="3606188" y="0"/>
                  <a:pt x="3621818" y="15630"/>
                  <a:pt x="3621818" y="34912"/>
                </a:cubicBezTo>
                <a:lnTo>
                  <a:pt x="3621818" y="811634"/>
                </a:lnTo>
                <a:cubicBezTo>
                  <a:pt x="3621818" y="830915"/>
                  <a:pt x="3606188" y="846545"/>
                  <a:pt x="3586907" y="846545"/>
                </a:cubicBezTo>
                <a:lnTo>
                  <a:pt x="34912" y="846545"/>
                </a:lnTo>
                <a:cubicBezTo>
                  <a:pt x="15630" y="846545"/>
                  <a:pt x="0" y="830915"/>
                  <a:pt x="0" y="811634"/>
                </a:cubicBezTo>
                <a:lnTo>
                  <a:pt x="0" y="34912"/>
                </a:lnTo>
                <a:cubicBezTo>
                  <a:pt x="0" y="15643"/>
                  <a:pt x="15643" y="0"/>
                  <a:pt x="3491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934409" y="5088000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60000" y="8182"/>
                </a:moveTo>
                <a:cubicBezTo>
                  <a:pt x="60000" y="3648"/>
                  <a:pt x="56352" y="0"/>
                  <a:pt x="51818" y="0"/>
                </a:cubicBezTo>
                <a:cubicBezTo>
                  <a:pt x="47284" y="0"/>
                  <a:pt x="43636" y="3648"/>
                  <a:pt x="43636" y="8182"/>
                </a:cubicBezTo>
                <a:lnTo>
                  <a:pt x="43636" y="21818"/>
                </a:lnTo>
                <a:cubicBezTo>
                  <a:pt x="31602" y="21818"/>
                  <a:pt x="21818" y="31602"/>
                  <a:pt x="21818" y="43636"/>
                </a:cubicBezTo>
                <a:lnTo>
                  <a:pt x="8182" y="43636"/>
                </a:lnTo>
                <a:cubicBezTo>
                  <a:pt x="3648" y="43636"/>
                  <a:pt x="0" y="47284"/>
                  <a:pt x="0" y="51818"/>
                </a:cubicBezTo>
                <a:cubicBezTo>
                  <a:pt x="0" y="56352"/>
                  <a:pt x="3648" y="60000"/>
                  <a:pt x="8182" y="60000"/>
                </a:cubicBezTo>
                <a:lnTo>
                  <a:pt x="21818" y="60000"/>
                </a:lnTo>
                <a:lnTo>
                  <a:pt x="21818" y="79091"/>
                </a:lnTo>
                <a:lnTo>
                  <a:pt x="8182" y="79091"/>
                </a:lnTo>
                <a:cubicBezTo>
                  <a:pt x="3648" y="79091"/>
                  <a:pt x="0" y="82739"/>
                  <a:pt x="0" y="87273"/>
                </a:cubicBezTo>
                <a:cubicBezTo>
                  <a:pt x="0" y="91807"/>
                  <a:pt x="3648" y="95455"/>
                  <a:pt x="8182" y="95455"/>
                </a:cubicBezTo>
                <a:lnTo>
                  <a:pt x="21818" y="95455"/>
                </a:lnTo>
                <a:lnTo>
                  <a:pt x="21818" y="114545"/>
                </a:lnTo>
                <a:lnTo>
                  <a:pt x="8182" y="114545"/>
                </a:lnTo>
                <a:cubicBezTo>
                  <a:pt x="3648" y="114545"/>
                  <a:pt x="0" y="118193"/>
                  <a:pt x="0" y="122727"/>
                </a:cubicBezTo>
                <a:cubicBezTo>
                  <a:pt x="0" y="127261"/>
                  <a:pt x="3648" y="130909"/>
                  <a:pt x="8182" y="130909"/>
                </a:cubicBezTo>
                <a:lnTo>
                  <a:pt x="21818" y="130909"/>
                </a:lnTo>
                <a:cubicBezTo>
                  <a:pt x="21818" y="142943"/>
                  <a:pt x="31602" y="152727"/>
                  <a:pt x="43636" y="152727"/>
                </a:cubicBezTo>
                <a:lnTo>
                  <a:pt x="43636" y="166364"/>
                </a:lnTo>
                <a:cubicBezTo>
                  <a:pt x="43636" y="170898"/>
                  <a:pt x="47284" y="174545"/>
                  <a:pt x="51818" y="174545"/>
                </a:cubicBezTo>
                <a:cubicBezTo>
                  <a:pt x="56352" y="174545"/>
                  <a:pt x="60000" y="170898"/>
                  <a:pt x="60000" y="166364"/>
                </a:cubicBezTo>
                <a:lnTo>
                  <a:pt x="60000" y="152727"/>
                </a:lnTo>
                <a:lnTo>
                  <a:pt x="79091" y="152727"/>
                </a:lnTo>
                <a:lnTo>
                  <a:pt x="79091" y="166364"/>
                </a:lnTo>
                <a:cubicBezTo>
                  <a:pt x="79091" y="170898"/>
                  <a:pt x="82739" y="174545"/>
                  <a:pt x="87273" y="174545"/>
                </a:cubicBezTo>
                <a:cubicBezTo>
                  <a:pt x="91807" y="174545"/>
                  <a:pt x="95455" y="170898"/>
                  <a:pt x="95455" y="166364"/>
                </a:cubicBezTo>
                <a:lnTo>
                  <a:pt x="95455" y="152727"/>
                </a:lnTo>
                <a:lnTo>
                  <a:pt x="114545" y="152727"/>
                </a:lnTo>
                <a:lnTo>
                  <a:pt x="114545" y="166364"/>
                </a:lnTo>
                <a:cubicBezTo>
                  <a:pt x="114545" y="170898"/>
                  <a:pt x="118193" y="174545"/>
                  <a:pt x="122727" y="174545"/>
                </a:cubicBezTo>
                <a:cubicBezTo>
                  <a:pt x="127261" y="174545"/>
                  <a:pt x="130909" y="170898"/>
                  <a:pt x="130909" y="166364"/>
                </a:cubicBezTo>
                <a:lnTo>
                  <a:pt x="130909" y="152727"/>
                </a:lnTo>
                <a:cubicBezTo>
                  <a:pt x="142943" y="152727"/>
                  <a:pt x="152727" y="142943"/>
                  <a:pt x="152727" y="130909"/>
                </a:cubicBezTo>
                <a:lnTo>
                  <a:pt x="166364" y="130909"/>
                </a:lnTo>
                <a:cubicBezTo>
                  <a:pt x="170898" y="130909"/>
                  <a:pt x="174545" y="127261"/>
                  <a:pt x="174545" y="122727"/>
                </a:cubicBezTo>
                <a:cubicBezTo>
                  <a:pt x="174545" y="118193"/>
                  <a:pt x="170898" y="114545"/>
                  <a:pt x="166364" y="114545"/>
                </a:cubicBezTo>
                <a:lnTo>
                  <a:pt x="152727" y="114545"/>
                </a:lnTo>
                <a:lnTo>
                  <a:pt x="152727" y="95455"/>
                </a:lnTo>
                <a:lnTo>
                  <a:pt x="166364" y="95455"/>
                </a:lnTo>
                <a:cubicBezTo>
                  <a:pt x="170898" y="95455"/>
                  <a:pt x="174545" y="91807"/>
                  <a:pt x="174545" y="87273"/>
                </a:cubicBezTo>
                <a:cubicBezTo>
                  <a:pt x="174545" y="82739"/>
                  <a:pt x="170898" y="79091"/>
                  <a:pt x="166364" y="79091"/>
                </a:cubicBezTo>
                <a:lnTo>
                  <a:pt x="152727" y="79091"/>
                </a:lnTo>
                <a:lnTo>
                  <a:pt x="152727" y="60000"/>
                </a:lnTo>
                <a:lnTo>
                  <a:pt x="166364" y="60000"/>
                </a:lnTo>
                <a:cubicBezTo>
                  <a:pt x="170898" y="60000"/>
                  <a:pt x="174545" y="56352"/>
                  <a:pt x="174545" y="51818"/>
                </a:cubicBezTo>
                <a:cubicBezTo>
                  <a:pt x="174545" y="47284"/>
                  <a:pt x="170898" y="43636"/>
                  <a:pt x="166364" y="43636"/>
                </a:cubicBezTo>
                <a:lnTo>
                  <a:pt x="152727" y="43636"/>
                </a:lnTo>
                <a:cubicBezTo>
                  <a:pt x="152727" y="31602"/>
                  <a:pt x="142943" y="21818"/>
                  <a:pt x="130909" y="21818"/>
                </a:cubicBezTo>
                <a:lnTo>
                  <a:pt x="130909" y="8182"/>
                </a:lnTo>
                <a:cubicBezTo>
                  <a:pt x="130909" y="3648"/>
                  <a:pt x="127261" y="0"/>
                  <a:pt x="122727" y="0"/>
                </a:cubicBezTo>
                <a:cubicBezTo>
                  <a:pt x="118193" y="0"/>
                  <a:pt x="114545" y="3648"/>
                  <a:pt x="114545" y="8182"/>
                </a:cubicBezTo>
                <a:lnTo>
                  <a:pt x="114545" y="21818"/>
                </a:lnTo>
                <a:lnTo>
                  <a:pt x="95455" y="21818"/>
                </a:lnTo>
                <a:lnTo>
                  <a:pt x="95455" y="8182"/>
                </a:lnTo>
                <a:cubicBezTo>
                  <a:pt x="95455" y="3648"/>
                  <a:pt x="91807" y="0"/>
                  <a:pt x="87273" y="0"/>
                </a:cubicBezTo>
                <a:cubicBezTo>
                  <a:pt x="82739" y="0"/>
                  <a:pt x="79091" y="3648"/>
                  <a:pt x="79091" y="8182"/>
                </a:cubicBezTo>
                <a:lnTo>
                  <a:pt x="79091" y="21818"/>
                </a:lnTo>
                <a:lnTo>
                  <a:pt x="60000" y="21818"/>
                </a:lnTo>
                <a:lnTo>
                  <a:pt x="60000" y="8182"/>
                </a:lnTo>
                <a:close/>
                <a:moveTo>
                  <a:pt x="54545" y="43636"/>
                </a:moveTo>
                <a:lnTo>
                  <a:pt x="120000" y="43636"/>
                </a:lnTo>
                <a:cubicBezTo>
                  <a:pt x="126034" y="43636"/>
                  <a:pt x="130909" y="48511"/>
                  <a:pt x="130909" y="54545"/>
                </a:cubicBezTo>
                <a:lnTo>
                  <a:pt x="130909" y="120000"/>
                </a:lnTo>
                <a:cubicBezTo>
                  <a:pt x="130909" y="126034"/>
                  <a:pt x="126034" y="130909"/>
                  <a:pt x="120000" y="130909"/>
                </a:cubicBezTo>
                <a:lnTo>
                  <a:pt x="54545" y="130909"/>
                </a:lnTo>
                <a:cubicBezTo>
                  <a:pt x="48511" y="130909"/>
                  <a:pt x="43636" y="126034"/>
                  <a:pt x="43636" y="120000"/>
                </a:cubicBezTo>
                <a:lnTo>
                  <a:pt x="43636" y="54545"/>
                </a:lnTo>
                <a:cubicBezTo>
                  <a:pt x="43636" y="48511"/>
                  <a:pt x="48511" y="43636"/>
                  <a:pt x="54545" y="43636"/>
                </a:cubicBezTo>
                <a:close/>
                <a:moveTo>
                  <a:pt x="60000" y="60000"/>
                </a:moveTo>
                <a:lnTo>
                  <a:pt x="60000" y="114545"/>
                </a:lnTo>
                <a:lnTo>
                  <a:pt x="114545" y="114545"/>
                </a:lnTo>
                <a:lnTo>
                  <a:pt x="114545" y="60000"/>
                </a:lnTo>
                <a:lnTo>
                  <a:pt x="60000" y="6000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7" name="Text 25"/>
          <p:cNvSpPr/>
          <p:nvPr/>
        </p:nvSpPr>
        <p:spPr>
          <a:xfrm>
            <a:off x="4282091" y="5297455"/>
            <a:ext cx="3482182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Edge Computing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82091" y="5506909"/>
            <a:ext cx="3482182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local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80318" y="1326545"/>
            <a:ext cx="3665455" cy="3700364"/>
          </a:xfrm>
          <a:custGeom>
            <a:avLst/>
            <a:gdLst/>
            <a:ahLst/>
            <a:cxnLst/>
            <a:rect l="l" t="t" r="r" b="b"/>
            <a:pathLst>
              <a:path w="3665455" h="3700364">
                <a:moveTo>
                  <a:pt x="69827" y="0"/>
                </a:moveTo>
                <a:lnTo>
                  <a:pt x="3595628" y="0"/>
                </a:lnTo>
                <a:cubicBezTo>
                  <a:pt x="3634192" y="0"/>
                  <a:pt x="3665455" y="31263"/>
                  <a:pt x="3665455" y="69827"/>
                </a:cubicBezTo>
                <a:lnTo>
                  <a:pt x="3665455" y="3630537"/>
                </a:lnTo>
                <a:cubicBezTo>
                  <a:pt x="3665455" y="3669101"/>
                  <a:pt x="3634192" y="3700364"/>
                  <a:pt x="3595628" y="3700364"/>
                </a:cubicBezTo>
                <a:lnTo>
                  <a:pt x="69827" y="3700364"/>
                </a:lnTo>
                <a:cubicBezTo>
                  <a:pt x="31263" y="3700364"/>
                  <a:pt x="0" y="3669101"/>
                  <a:pt x="0" y="3630537"/>
                </a:cubicBezTo>
                <a:lnTo>
                  <a:pt x="0" y="69827"/>
                </a:lnTo>
                <a:cubicBezTo>
                  <a:pt x="0" y="31288"/>
                  <a:pt x="31288" y="0"/>
                  <a:pt x="6982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319955" y="1466182"/>
            <a:ext cx="347345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Avances en Eficiencia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19955" y="1850182"/>
            <a:ext cx="3386182" cy="942545"/>
          </a:xfrm>
          <a:custGeom>
            <a:avLst/>
            <a:gdLst/>
            <a:ahLst/>
            <a:cxnLst/>
            <a:rect l="l" t="t" r="r" b="b"/>
            <a:pathLst>
              <a:path w="3386182" h="942545">
                <a:moveTo>
                  <a:pt x="34912" y="0"/>
                </a:moveTo>
                <a:lnTo>
                  <a:pt x="3351270" y="0"/>
                </a:lnTo>
                <a:cubicBezTo>
                  <a:pt x="3370551" y="0"/>
                  <a:pt x="3386182" y="15631"/>
                  <a:pt x="3386182" y="34912"/>
                </a:cubicBezTo>
                <a:lnTo>
                  <a:pt x="3386182" y="907634"/>
                </a:lnTo>
                <a:cubicBezTo>
                  <a:pt x="3386182" y="926915"/>
                  <a:pt x="3370551" y="942545"/>
                  <a:pt x="3351270" y="942545"/>
                </a:cubicBezTo>
                <a:lnTo>
                  <a:pt x="34912" y="942545"/>
                </a:lnTo>
                <a:cubicBezTo>
                  <a:pt x="15631" y="942545"/>
                  <a:pt x="0" y="926915"/>
                  <a:pt x="0" y="907634"/>
                </a:cubicBezTo>
                <a:lnTo>
                  <a:pt x="0" y="34912"/>
                </a:lnTo>
                <a:cubicBezTo>
                  <a:pt x="0" y="15631"/>
                  <a:pt x="15631" y="0"/>
                  <a:pt x="34912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446500" y="1981091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36818" y="17182"/>
                </a:moveTo>
                <a:cubicBezTo>
                  <a:pt x="36818" y="7701"/>
                  <a:pt x="44519" y="0"/>
                  <a:pt x="54000" y="0"/>
                </a:cubicBezTo>
                <a:lnTo>
                  <a:pt x="61364" y="0"/>
                </a:lnTo>
                <a:cubicBezTo>
                  <a:pt x="66794" y="0"/>
                  <a:pt x="71182" y="4388"/>
                  <a:pt x="71182" y="9818"/>
                </a:cubicBezTo>
                <a:lnTo>
                  <a:pt x="71182" y="147273"/>
                </a:lnTo>
                <a:cubicBezTo>
                  <a:pt x="71182" y="152703"/>
                  <a:pt x="66794" y="157091"/>
                  <a:pt x="61364" y="157091"/>
                </a:cubicBezTo>
                <a:lnTo>
                  <a:pt x="51545" y="157091"/>
                </a:lnTo>
                <a:cubicBezTo>
                  <a:pt x="42402" y="157091"/>
                  <a:pt x="34701" y="150832"/>
                  <a:pt x="32523" y="142364"/>
                </a:cubicBezTo>
                <a:cubicBezTo>
                  <a:pt x="32308" y="142364"/>
                  <a:pt x="32124" y="142364"/>
                  <a:pt x="31909" y="142364"/>
                </a:cubicBezTo>
                <a:cubicBezTo>
                  <a:pt x="18348" y="142364"/>
                  <a:pt x="7364" y="131380"/>
                  <a:pt x="7364" y="117818"/>
                </a:cubicBezTo>
                <a:cubicBezTo>
                  <a:pt x="7364" y="112295"/>
                  <a:pt x="9205" y="107202"/>
                  <a:pt x="12273" y="103091"/>
                </a:cubicBezTo>
                <a:cubicBezTo>
                  <a:pt x="6320" y="98611"/>
                  <a:pt x="2455" y="91493"/>
                  <a:pt x="2455" y="83455"/>
                </a:cubicBezTo>
                <a:cubicBezTo>
                  <a:pt x="2455" y="73974"/>
                  <a:pt x="7855" y="65720"/>
                  <a:pt x="15709" y="61640"/>
                </a:cubicBezTo>
                <a:cubicBezTo>
                  <a:pt x="13531" y="57958"/>
                  <a:pt x="12273" y="53663"/>
                  <a:pt x="12273" y="49091"/>
                </a:cubicBezTo>
                <a:cubicBezTo>
                  <a:pt x="12273" y="35530"/>
                  <a:pt x="23257" y="24545"/>
                  <a:pt x="36818" y="24545"/>
                </a:cubicBezTo>
                <a:lnTo>
                  <a:pt x="36818" y="17182"/>
                </a:lnTo>
                <a:close/>
                <a:moveTo>
                  <a:pt x="120273" y="17182"/>
                </a:moveTo>
                <a:lnTo>
                  <a:pt x="120273" y="24545"/>
                </a:lnTo>
                <a:cubicBezTo>
                  <a:pt x="133834" y="24545"/>
                  <a:pt x="144818" y="35530"/>
                  <a:pt x="144818" y="49091"/>
                </a:cubicBezTo>
                <a:cubicBezTo>
                  <a:pt x="144818" y="53693"/>
                  <a:pt x="143560" y="57989"/>
                  <a:pt x="141382" y="61640"/>
                </a:cubicBezTo>
                <a:cubicBezTo>
                  <a:pt x="149267" y="65720"/>
                  <a:pt x="154636" y="73943"/>
                  <a:pt x="154636" y="83455"/>
                </a:cubicBezTo>
                <a:cubicBezTo>
                  <a:pt x="154636" y="91493"/>
                  <a:pt x="150770" y="98611"/>
                  <a:pt x="144818" y="103091"/>
                </a:cubicBezTo>
                <a:cubicBezTo>
                  <a:pt x="147886" y="107202"/>
                  <a:pt x="149727" y="112295"/>
                  <a:pt x="149727" y="117818"/>
                </a:cubicBezTo>
                <a:cubicBezTo>
                  <a:pt x="149727" y="131380"/>
                  <a:pt x="138743" y="142364"/>
                  <a:pt x="125182" y="142364"/>
                </a:cubicBezTo>
                <a:cubicBezTo>
                  <a:pt x="124967" y="142364"/>
                  <a:pt x="124783" y="142364"/>
                  <a:pt x="124568" y="142364"/>
                </a:cubicBezTo>
                <a:cubicBezTo>
                  <a:pt x="122390" y="150832"/>
                  <a:pt x="114689" y="157091"/>
                  <a:pt x="105545" y="157091"/>
                </a:cubicBezTo>
                <a:lnTo>
                  <a:pt x="95727" y="157091"/>
                </a:lnTo>
                <a:cubicBezTo>
                  <a:pt x="90297" y="157091"/>
                  <a:pt x="85909" y="152703"/>
                  <a:pt x="85909" y="147273"/>
                </a:cubicBezTo>
                <a:lnTo>
                  <a:pt x="85909" y="9818"/>
                </a:lnTo>
                <a:cubicBezTo>
                  <a:pt x="85909" y="4388"/>
                  <a:pt x="90297" y="0"/>
                  <a:pt x="95727" y="0"/>
                </a:cubicBezTo>
                <a:lnTo>
                  <a:pt x="103091" y="0"/>
                </a:lnTo>
                <a:cubicBezTo>
                  <a:pt x="112572" y="0"/>
                  <a:pt x="120273" y="7701"/>
                  <a:pt x="120273" y="17182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3" name="Text 31"/>
          <p:cNvSpPr/>
          <p:nvPr/>
        </p:nvSpPr>
        <p:spPr>
          <a:xfrm>
            <a:off x="8690864" y="1954909"/>
            <a:ext cx="1771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Transformers Optimizados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24682" y="2234182"/>
            <a:ext cx="3246545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más eficientes que reducen el consumo computacional manteniendo el rendimiento.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19955" y="2897455"/>
            <a:ext cx="3386182" cy="942545"/>
          </a:xfrm>
          <a:custGeom>
            <a:avLst/>
            <a:gdLst/>
            <a:ahLst/>
            <a:cxnLst/>
            <a:rect l="l" t="t" r="r" b="b"/>
            <a:pathLst>
              <a:path w="3386182" h="942545">
                <a:moveTo>
                  <a:pt x="34912" y="0"/>
                </a:moveTo>
                <a:lnTo>
                  <a:pt x="3351270" y="0"/>
                </a:lnTo>
                <a:cubicBezTo>
                  <a:pt x="3370551" y="0"/>
                  <a:pt x="3386182" y="15631"/>
                  <a:pt x="3386182" y="34912"/>
                </a:cubicBezTo>
                <a:lnTo>
                  <a:pt x="3386182" y="907634"/>
                </a:lnTo>
                <a:cubicBezTo>
                  <a:pt x="3386182" y="926915"/>
                  <a:pt x="3370551" y="942545"/>
                  <a:pt x="3351270" y="942545"/>
                </a:cubicBezTo>
                <a:lnTo>
                  <a:pt x="34912" y="942545"/>
                </a:lnTo>
                <a:cubicBezTo>
                  <a:pt x="15631" y="942545"/>
                  <a:pt x="0" y="926915"/>
                  <a:pt x="0" y="907634"/>
                </a:cubicBezTo>
                <a:lnTo>
                  <a:pt x="0" y="34912"/>
                </a:lnTo>
                <a:cubicBezTo>
                  <a:pt x="0" y="15631"/>
                  <a:pt x="15631" y="0"/>
                  <a:pt x="34912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446500" y="3028364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144603" y="2056"/>
                </a:moveTo>
                <a:cubicBezTo>
                  <a:pt x="146567" y="184"/>
                  <a:pt x="149420" y="-491"/>
                  <a:pt x="152059" y="368"/>
                </a:cubicBezTo>
                <a:cubicBezTo>
                  <a:pt x="155066" y="1381"/>
                  <a:pt x="157091" y="4203"/>
                  <a:pt x="157091" y="7364"/>
                </a:cubicBezTo>
                <a:lnTo>
                  <a:pt x="157091" y="64708"/>
                </a:lnTo>
                <a:cubicBezTo>
                  <a:pt x="157091" y="104963"/>
                  <a:pt x="123924" y="137455"/>
                  <a:pt x="83823" y="137455"/>
                </a:cubicBezTo>
                <a:cubicBezTo>
                  <a:pt x="60198" y="137455"/>
                  <a:pt x="39825" y="122267"/>
                  <a:pt x="32431" y="101035"/>
                </a:cubicBezTo>
                <a:cubicBezTo>
                  <a:pt x="21569" y="110485"/>
                  <a:pt x="14727" y="124384"/>
                  <a:pt x="14727" y="139909"/>
                </a:cubicBezTo>
                <a:cubicBezTo>
                  <a:pt x="14727" y="143990"/>
                  <a:pt x="11444" y="147273"/>
                  <a:pt x="7364" y="147273"/>
                </a:cubicBezTo>
                <a:cubicBezTo>
                  <a:pt x="3283" y="147273"/>
                  <a:pt x="0" y="143990"/>
                  <a:pt x="0" y="139909"/>
                </a:cubicBezTo>
                <a:cubicBezTo>
                  <a:pt x="0" y="116928"/>
                  <a:pt x="11720" y="96678"/>
                  <a:pt x="29485" y="84774"/>
                </a:cubicBezTo>
                <a:cubicBezTo>
                  <a:pt x="40316" y="77533"/>
                  <a:pt x="53233" y="73636"/>
                  <a:pt x="66273" y="73636"/>
                </a:cubicBezTo>
                <a:lnTo>
                  <a:pt x="90818" y="73636"/>
                </a:lnTo>
                <a:cubicBezTo>
                  <a:pt x="94899" y="73636"/>
                  <a:pt x="98182" y="70353"/>
                  <a:pt x="98182" y="66273"/>
                </a:cubicBezTo>
                <a:cubicBezTo>
                  <a:pt x="98182" y="62192"/>
                  <a:pt x="94899" y="58909"/>
                  <a:pt x="90818" y="58909"/>
                </a:cubicBezTo>
                <a:lnTo>
                  <a:pt x="66273" y="58909"/>
                </a:lnTo>
                <a:cubicBezTo>
                  <a:pt x="54092" y="58909"/>
                  <a:pt x="42556" y="61609"/>
                  <a:pt x="32216" y="66426"/>
                </a:cubicBezTo>
                <a:cubicBezTo>
                  <a:pt x="39365" y="44949"/>
                  <a:pt x="59584" y="29455"/>
                  <a:pt x="83455" y="29455"/>
                </a:cubicBezTo>
                <a:cubicBezTo>
                  <a:pt x="103827" y="29455"/>
                  <a:pt x="118984" y="22674"/>
                  <a:pt x="129078" y="15955"/>
                </a:cubicBezTo>
                <a:cubicBezTo>
                  <a:pt x="134969" y="12027"/>
                  <a:pt x="139970" y="7333"/>
                  <a:pt x="144634" y="205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7" name="Text 35"/>
          <p:cNvSpPr/>
          <p:nvPr/>
        </p:nvSpPr>
        <p:spPr>
          <a:xfrm>
            <a:off x="8690864" y="3002182"/>
            <a:ext cx="619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Verde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24682" y="3281455"/>
            <a:ext cx="3246545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Desarrollo de algoritmos con menor huella de carbono y uso de energías renovables.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19955" y="3944727"/>
            <a:ext cx="3386182" cy="942545"/>
          </a:xfrm>
          <a:custGeom>
            <a:avLst/>
            <a:gdLst/>
            <a:ahLst/>
            <a:cxnLst/>
            <a:rect l="l" t="t" r="r" b="b"/>
            <a:pathLst>
              <a:path w="3386182" h="942545">
                <a:moveTo>
                  <a:pt x="34912" y="0"/>
                </a:moveTo>
                <a:lnTo>
                  <a:pt x="3351270" y="0"/>
                </a:lnTo>
                <a:cubicBezTo>
                  <a:pt x="3370551" y="0"/>
                  <a:pt x="3386182" y="15631"/>
                  <a:pt x="3386182" y="34912"/>
                </a:cubicBezTo>
                <a:lnTo>
                  <a:pt x="3386182" y="907634"/>
                </a:lnTo>
                <a:cubicBezTo>
                  <a:pt x="3386182" y="926915"/>
                  <a:pt x="3370551" y="942545"/>
                  <a:pt x="3351270" y="942545"/>
                </a:cubicBezTo>
                <a:lnTo>
                  <a:pt x="34912" y="942545"/>
                </a:lnTo>
                <a:cubicBezTo>
                  <a:pt x="15631" y="942545"/>
                  <a:pt x="0" y="926915"/>
                  <a:pt x="0" y="907634"/>
                </a:cubicBezTo>
                <a:lnTo>
                  <a:pt x="0" y="34912"/>
                </a:lnTo>
                <a:cubicBezTo>
                  <a:pt x="0" y="15631"/>
                  <a:pt x="15631" y="0"/>
                  <a:pt x="34912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46500" y="4075636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139909" y="68727"/>
                </a:moveTo>
                <a:lnTo>
                  <a:pt x="95727" y="68727"/>
                </a:lnTo>
                <a:cubicBezTo>
                  <a:pt x="91647" y="68727"/>
                  <a:pt x="88364" y="65444"/>
                  <a:pt x="88364" y="61364"/>
                </a:cubicBezTo>
                <a:lnTo>
                  <a:pt x="88364" y="17182"/>
                </a:lnTo>
                <a:cubicBezTo>
                  <a:pt x="88364" y="14206"/>
                  <a:pt x="90143" y="11506"/>
                  <a:pt x="92905" y="10370"/>
                </a:cubicBezTo>
                <a:cubicBezTo>
                  <a:pt x="95666" y="9235"/>
                  <a:pt x="98826" y="9880"/>
                  <a:pt x="100943" y="11966"/>
                </a:cubicBezTo>
                <a:lnTo>
                  <a:pt x="113216" y="24239"/>
                </a:lnTo>
                <a:lnTo>
                  <a:pt x="135736" y="1718"/>
                </a:lnTo>
                <a:cubicBezTo>
                  <a:pt x="136841" y="614"/>
                  <a:pt x="138344" y="0"/>
                  <a:pt x="139909" y="0"/>
                </a:cubicBezTo>
                <a:cubicBezTo>
                  <a:pt x="141474" y="0"/>
                  <a:pt x="142977" y="614"/>
                  <a:pt x="144113" y="1749"/>
                </a:cubicBezTo>
                <a:lnTo>
                  <a:pt x="155373" y="13009"/>
                </a:lnTo>
                <a:cubicBezTo>
                  <a:pt x="156477" y="14114"/>
                  <a:pt x="157091" y="15617"/>
                  <a:pt x="157091" y="17182"/>
                </a:cubicBezTo>
                <a:cubicBezTo>
                  <a:pt x="157091" y="18747"/>
                  <a:pt x="156477" y="20250"/>
                  <a:pt x="155342" y="21385"/>
                </a:cubicBezTo>
                <a:lnTo>
                  <a:pt x="132852" y="43875"/>
                </a:lnTo>
                <a:lnTo>
                  <a:pt x="145125" y="56148"/>
                </a:lnTo>
                <a:cubicBezTo>
                  <a:pt x="147242" y="58265"/>
                  <a:pt x="147856" y="61425"/>
                  <a:pt x="146720" y="64186"/>
                </a:cubicBezTo>
                <a:cubicBezTo>
                  <a:pt x="145585" y="66948"/>
                  <a:pt x="142885" y="68727"/>
                  <a:pt x="139909" y="68727"/>
                </a:cubicBezTo>
                <a:close/>
                <a:moveTo>
                  <a:pt x="139909" y="88364"/>
                </a:moveTo>
                <a:cubicBezTo>
                  <a:pt x="142885" y="88364"/>
                  <a:pt x="145585" y="90143"/>
                  <a:pt x="146720" y="92905"/>
                </a:cubicBezTo>
                <a:cubicBezTo>
                  <a:pt x="147856" y="95666"/>
                  <a:pt x="147242" y="98826"/>
                  <a:pt x="145125" y="100943"/>
                </a:cubicBezTo>
                <a:lnTo>
                  <a:pt x="132852" y="113216"/>
                </a:lnTo>
                <a:lnTo>
                  <a:pt x="155373" y="135736"/>
                </a:lnTo>
                <a:cubicBezTo>
                  <a:pt x="156477" y="136841"/>
                  <a:pt x="157122" y="138344"/>
                  <a:pt x="157122" y="139940"/>
                </a:cubicBezTo>
                <a:cubicBezTo>
                  <a:pt x="157122" y="141535"/>
                  <a:pt x="156508" y="143008"/>
                  <a:pt x="155373" y="144143"/>
                </a:cubicBezTo>
                <a:lnTo>
                  <a:pt x="144113" y="155403"/>
                </a:lnTo>
                <a:cubicBezTo>
                  <a:pt x="142977" y="156477"/>
                  <a:pt x="141474" y="157091"/>
                  <a:pt x="139909" y="157091"/>
                </a:cubicBezTo>
                <a:cubicBezTo>
                  <a:pt x="138344" y="157091"/>
                  <a:pt x="136841" y="156477"/>
                  <a:pt x="135706" y="155342"/>
                </a:cubicBezTo>
                <a:lnTo>
                  <a:pt x="113216" y="132852"/>
                </a:lnTo>
                <a:lnTo>
                  <a:pt x="100943" y="145125"/>
                </a:lnTo>
                <a:cubicBezTo>
                  <a:pt x="98826" y="147242"/>
                  <a:pt x="95666" y="147856"/>
                  <a:pt x="92905" y="146720"/>
                </a:cubicBezTo>
                <a:cubicBezTo>
                  <a:pt x="90143" y="145585"/>
                  <a:pt x="88364" y="142885"/>
                  <a:pt x="88364" y="139909"/>
                </a:cubicBezTo>
                <a:lnTo>
                  <a:pt x="88364" y="95727"/>
                </a:lnTo>
                <a:cubicBezTo>
                  <a:pt x="88364" y="91647"/>
                  <a:pt x="91647" y="88364"/>
                  <a:pt x="95727" y="88364"/>
                </a:cubicBezTo>
                <a:lnTo>
                  <a:pt x="139909" y="88364"/>
                </a:lnTo>
                <a:close/>
                <a:moveTo>
                  <a:pt x="61364" y="88364"/>
                </a:moveTo>
                <a:cubicBezTo>
                  <a:pt x="65444" y="88364"/>
                  <a:pt x="68727" y="91647"/>
                  <a:pt x="68727" y="95727"/>
                </a:cubicBezTo>
                <a:lnTo>
                  <a:pt x="68727" y="139909"/>
                </a:lnTo>
                <a:cubicBezTo>
                  <a:pt x="68727" y="142885"/>
                  <a:pt x="66948" y="145585"/>
                  <a:pt x="64186" y="146720"/>
                </a:cubicBezTo>
                <a:cubicBezTo>
                  <a:pt x="61425" y="147856"/>
                  <a:pt x="58265" y="147242"/>
                  <a:pt x="56148" y="145125"/>
                </a:cubicBezTo>
                <a:lnTo>
                  <a:pt x="43875" y="132852"/>
                </a:lnTo>
                <a:lnTo>
                  <a:pt x="21355" y="155373"/>
                </a:lnTo>
                <a:cubicBezTo>
                  <a:pt x="20250" y="156477"/>
                  <a:pt x="18747" y="157091"/>
                  <a:pt x="17182" y="157091"/>
                </a:cubicBezTo>
                <a:cubicBezTo>
                  <a:pt x="15617" y="157091"/>
                  <a:pt x="14114" y="156477"/>
                  <a:pt x="12978" y="155342"/>
                </a:cubicBezTo>
                <a:lnTo>
                  <a:pt x="1749" y="144113"/>
                </a:lnTo>
                <a:cubicBezTo>
                  <a:pt x="614" y="142977"/>
                  <a:pt x="0" y="141474"/>
                  <a:pt x="0" y="139909"/>
                </a:cubicBezTo>
                <a:cubicBezTo>
                  <a:pt x="0" y="138344"/>
                  <a:pt x="614" y="136841"/>
                  <a:pt x="1749" y="135706"/>
                </a:cubicBezTo>
                <a:lnTo>
                  <a:pt x="24239" y="113216"/>
                </a:lnTo>
                <a:lnTo>
                  <a:pt x="11966" y="100943"/>
                </a:lnTo>
                <a:cubicBezTo>
                  <a:pt x="9849" y="98826"/>
                  <a:pt x="9235" y="95666"/>
                  <a:pt x="10370" y="92905"/>
                </a:cubicBezTo>
                <a:cubicBezTo>
                  <a:pt x="11506" y="90143"/>
                  <a:pt x="14206" y="88364"/>
                  <a:pt x="17182" y="88364"/>
                </a:cubicBezTo>
                <a:lnTo>
                  <a:pt x="61364" y="88364"/>
                </a:lnTo>
                <a:close/>
                <a:moveTo>
                  <a:pt x="17182" y="68727"/>
                </a:moveTo>
                <a:cubicBezTo>
                  <a:pt x="14206" y="68727"/>
                  <a:pt x="11506" y="66948"/>
                  <a:pt x="10370" y="64186"/>
                </a:cubicBezTo>
                <a:cubicBezTo>
                  <a:pt x="9235" y="61425"/>
                  <a:pt x="9880" y="58265"/>
                  <a:pt x="11966" y="56148"/>
                </a:cubicBezTo>
                <a:lnTo>
                  <a:pt x="24239" y="43875"/>
                </a:lnTo>
                <a:lnTo>
                  <a:pt x="1749" y="21385"/>
                </a:lnTo>
                <a:cubicBezTo>
                  <a:pt x="614" y="20250"/>
                  <a:pt x="0" y="18747"/>
                  <a:pt x="0" y="17182"/>
                </a:cubicBezTo>
                <a:cubicBezTo>
                  <a:pt x="0" y="15617"/>
                  <a:pt x="614" y="14114"/>
                  <a:pt x="1749" y="12978"/>
                </a:cubicBezTo>
                <a:lnTo>
                  <a:pt x="12978" y="1749"/>
                </a:lnTo>
                <a:cubicBezTo>
                  <a:pt x="14114" y="614"/>
                  <a:pt x="15617" y="0"/>
                  <a:pt x="17182" y="0"/>
                </a:cubicBezTo>
                <a:cubicBezTo>
                  <a:pt x="18747" y="0"/>
                  <a:pt x="20250" y="614"/>
                  <a:pt x="21385" y="1749"/>
                </a:cubicBezTo>
                <a:lnTo>
                  <a:pt x="43875" y="24239"/>
                </a:lnTo>
                <a:lnTo>
                  <a:pt x="56148" y="11966"/>
                </a:lnTo>
                <a:cubicBezTo>
                  <a:pt x="58265" y="9849"/>
                  <a:pt x="61425" y="9235"/>
                  <a:pt x="64186" y="10370"/>
                </a:cubicBezTo>
                <a:cubicBezTo>
                  <a:pt x="66948" y="11506"/>
                  <a:pt x="68727" y="14206"/>
                  <a:pt x="68727" y="17182"/>
                </a:cubicBezTo>
                <a:lnTo>
                  <a:pt x="68727" y="61364"/>
                </a:lnTo>
                <a:cubicBezTo>
                  <a:pt x="68727" y="65444"/>
                  <a:pt x="65444" y="68727"/>
                  <a:pt x="61364" y="68727"/>
                </a:cubicBezTo>
                <a:lnTo>
                  <a:pt x="17182" y="68727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1" name="Text 39"/>
          <p:cNvSpPr/>
          <p:nvPr/>
        </p:nvSpPr>
        <p:spPr>
          <a:xfrm>
            <a:off x="8690864" y="4049455"/>
            <a:ext cx="1378909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Compactos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24682" y="4328727"/>
            <a:ext cx="3246545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Reducción del tamaño de modelos sin sacrificar precisión significativa.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84682" y="5170909"/>
            <a:ext cx="3656727" cy="1684364"/>
          </a:xfrm>
          <a:custGeom>
            <a:avLst/>
            <a:gdLst/>
            <a:ahLst/>
            <a:cxnLst/>
            <a:rect l="l" t="t" r="r" b="b"/>
            <a:pathLst>
              <a:path w="3656727" h="1684364">
                <a:moveTo>
                  <a:pt x="69817" y="0"/>
                </a:moveTo>
                <a:lnTo>
                  <a:pt x="3586910" y="0"/>
                </a:lnTo>
                <a:cubicBezTo>
                  <a:pt x="3625469" y="0"/>
                  <a:pt x="3656727" y="31258"/>
                  <a:pt x="3656727" y="69817"/>
                </a:cubicBezTo>
                <a:lnTo>
                  <a:pt x="3656727" y="1614547"/>
                </a:lnTo>
                <a:cubicBezTo>
                  <a:pt x="3656727" y="1653106"/>
                  <a:pt x="3625469" y="1684364"/>
                  <a:pt x="3586910" y="1684364"/>
                </a:cubicBezTo>
                <a:lnTo>
                  <a:pt x="69817" y="1684364"/>
                </a:lnTo>
                <a:cubicBezTo>
                  <a:pt x="31258" y="1684364"/>
                  <a:pt x="0" y="1653106"/>
                  <a:pt x="0" y="1614547"/>
                </a:cubicBezTo>
                <a:lnTo>
                  <a:pt x="0" y="69817"/>
                </a:lnTo>
                <a:cubicBezTo>
                  <a:pt x="0" y="31284"/>
                  <a:pt x="31284" y="0"/>
                  <a:pt x="69817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8682" y="5314909"/>
            <a:ext cx="3447273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Clave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72318" y="5698909"/>
            <a:ext cx="87273" cy="139636"/>
          </a:xfrm>
          <a:custGeom>
            <a:avLst/>
            <a:gdLst/>
            <a:ahLst/>
            <a:cxnLst/>
            <a:rect l="l" t="t" r="r" b="b"/>
            <a:pathLst>
              <a:path w="87273" h="139636">
                <a:moveTo>
                  <a:pt x="37091" y="6545"/>
                </a:moveTo>
                <a:cubicBezTo>
                  <a:pt x="37091" y="2918"/>
                  <a:pt x="40009" y="0"/>
                  <a:pt x="43636" y="0"/>
                </a:cubicBezTo>
                <a:cubicBezTo>
                  <a:pt x="47264" y="0"/>
                  <a:pt x="50182" y="2918"/>
                  <a:pt x="50182" y="6545"/>
                </a:cubicBezTo>
                <a:lnTo>
                  <a:pt x="50182" y="17455"/>
                </a:lnTo>
                <a:lnTo>
                  <a:pt x="65455" y="17455"/>
                </a:lnTo>
                <a:cubicBezTo>
                  <a:pt x="70282" y="17455"/>
                  <a:pt x="74182" y="21355"/>
                  <a:pt x="74182" y="26182"/>
                </a:cubicBezTo>
                <a:cubicBezTo>
                  <a:pt x="74182" y="31009"/>
                  <a:pt x="70282" y="34909"/>
                  <a:pt x="65455" y="34909"/>
                </a:cubicBezTo>
                <a:lnTo>
                  <a:pt x="34118" y="34909"/>
                </a:lnTo>
                <a:cubicBezTo>
                  <a:pt x="27327" y="34909"/>
                  <a:pt x="21818" y="40418"/>
                  <a:pt x="21818" y="47209"/>
                </a:cubicBezTo>
                <a:cubicBezTo>
                  <a:pt x="21818" y="53345"/>
                  <a:pt x="26318" y="58527"/>
                  <a:pt x="32373" y="59400"/>
                </a:cubicBezTo>
                <a:lnTo>
                  <a:pt x="57355" y="62973"/>
                </a:lnTo>
                <a:cubicBezTo>
                  <a:pt x="72027" y="65073"/>
                  <a:pt x="82909" y="77618"/>
                  <a:pt x="82909" y="92427"/>
                </a:cubicBezTo>
                <a:cubicBezTo>
                  <a:pt x="82909" y="108873"/>
                  <a:pt x="69573" y="122182"/>
                  <a:pt x="53155" y="122182"/>
                </a:cubicBezTo>
                <a:lnTo>
                  <a:pt x="50182" y="122182"/>
                </a:lnTo>
                <a:lnTo>
                  <a:pt x="50182" y="133091"/>
                </a:lnTo>
                <a:cubicBezTo>
                  <a:pt x="50182" y="136718"/>
                  <a:pt x="47264" y="139636"/>
                  <a:pt x="43636" y="139636"/>
                </a:cubicBezTo>
                <a:cubicBezTo>
                  <a:pt x="40009" y="139636"/>
                  <a:pt x="37091" y="136718"/>
                  <a:pt x="37091" y="133091"/>
                </a:cubicBezTo>
                <a:lnTo>
                  <a:pt x="37091" y="122182"/>
                </a:lnTo>
                <a:lnTo>
                  <a:pt x="17455" y="122182"/>
                </a:lnTo>
                <a:cubicBezTo>
                  <a:pt x="12627" y="122182"/>
                  <a:pt x="8727" y="118282"/>
                  <a:pt x="8727" y="113455"/>
                </a:cubicBezTo>
                <a:cubicBezTo>
                  <a:pt x="8727" y="108627"/>
                  <a:pt x="12627" y="104727"/>
                  <a:pt x="17455" y="104727"/>
                </a:cubicBezTo>
                <a:lnTo>
                  <a:pt x="53155" y="104727"/>
                </a:lnTo>
                <a:cubicBezTo>
                  <a:pt x="59945" y="104727"/>
                  <a:pt x="65455" y="99218"/>
                  <a:pt x="65455" y="92427"/>
                </a:cubicBezTo>
                <a:cubicBezTo>
                  <a:pt x="65455" y="86291"/>
                  <a:pt x="60955" y="81109"/>
                  <a:pt x="54900" y="80236"/>
                </a:cubicBezTo>
                <a:lnTo>
                  <a:pt x="29918" y="76664"/>
                </a:lnTo>
                <a:cubicBezTo>
                  <a:pt x="15245" y="74591"/>
                  <a:pt x="4364" y="62018"/>
                  <a:pt x="4364" y="47209"/>
                </a:cubicBezTo>
                <a:cubicBezTo>
                  <a:pt x="4364" y="30791"/>
                  <a:pt x="17700" y="17455"/>
                  <a:pt x="34118" y="17455"/>
                </a:cubicBezTo>
                <a:lnTo>
                  <a:pt x="37091" y="17455"/>
                </a:lnTo>
                <a:lnTo>
                  <a:pt x="37091" y="6545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6" name="Text 44"/>
          <p:cNvSpPr/>
          <p:nvPr/>
        </p:nvSpPr>
        <p:spPr>
          <a:xfrm>
            <a:off x="8573045" y="5664000"/>
            <a:ext cx="2592000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Altos costos de hardware especializado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54864" y="5978182"/>
            <a:ext cx="122182" cy="139636"/>
          </a:xfrm>
          <a:custGeom>
            <a:avLst/>
            <a:gdLst/>
            <a:ahLst/>
            <a:cxnLst/>
            <a:rect l="l" t="t" r="r" b="b"/>
            <a:pathLst>
              <a:path w="122182" h="139636">
                <a:moveTo>
                  <a:pt x="34909" y="-8727"/>
                </a:moveTo>
                <a:cubicBezTo>
                  <a:pt x="39736" y="-8727"/>
                  <a:pt x="43636" y="-4827"/>
                  <a:pt x="43636" y="0"/>
                </a:cubicBezTo>
                <a:lnTo>
                  <a:pt x="43636" y="26182"/>
                </a:lnTo>
                <a:lnTo>
                  <a:pt x="78545" y="26182"/>
                </a:lnTo>
                <a:lnTo>
                  <a:pt x="78545" y="0"/>
                </a:lnTo>
                <a:cubicBezTo>
                  <a:pt x="78545" y="-4827"/>
                  <a:pt x="82445" y="-8727"/>
                  <a:pt x="87273" y="-8727"/>
                </a:cubicBezTo>
                <a:cubicBezTo>
                  <a:pt x="92100" y="-8727"/>
                  <a:pt x="96000" y="-4827"/>
                  <a:pt x="96000" y="0"/>
                </a:cubicBezTo>
                <a:lnTo>
                  <a:pt x="96000" y="26182"/>
                </a:lnTo>
                <a:lnTo>
                  <a:pt x="113455" y="26182"/>
                </a:lnTo>
                <a:cubicBezTo>
                  <a:pt x="118282" y="26182"/>
                  <a:pt x="122182" y="30082"/>
                  <a:pt x="122182" y="34909"/>
                </a:cubicBezTo>
                <a:cubicBezTo>
                  <a:pt x="122182" y="39736"/>
                  <a:pt x="118282" y="43636"/>
                  <a:pt x="113455" y="43636"/>
                </a:cubicBezTo>
                <a:lnTo>
                  <a:pt x="113455" y="61091"/>
                </a:lnTo>
                <a:cubicBezTo>
                  <a:pt x="113455" y="87027"/>
                  <a:pt x="94582" y="108573"/>
                  <a:pt x="69818" y="112718"/>
                </a:cubicBezTo>
                <a:lnTo>
                  <a:pt x="69818" y="130909"/>
                </a:lnTo>
                <a:cubicBezTo>
                  <a:pt x="69818" y="135736"/>
                  <a:pt x="65918" y="139636"/>
                  <a:pt x="61091" y="139636"/>
                </a:cubicBezTo>
                <a:cubicBezTo>
                  <a:pt x="56264" y="139636"/>
                  <a:pt x="52364" y="135736"/>
                  <a:pt x="52364" y="130909"/>
                </a:cubicBezTo>
                <a:lnTo>
                  <a:pt x="52364" y="112718"/>
                </a:lnTo>
                <a:cubicBezTo>
                  <a:pt x="27600" y="108573"/>
                  <a:pt x="8727" y="87027"/>
                  <a:pt x="8727" y="61091"/>
                </a:cubicBezTo>
                <a:lnTo>
                  <a:pt x="8727" y="43636"/>
                </a:lnTo>
                <a:cubicBezTo>
                  <a:pt x="3900" y="43636"/>
                  <a:pt x="0" y="39736"/>
                  <a:pt x="0" y="34909"/>
                </a:cubicBezTo>
                <a:cubicBezTo>
                  <a:pt x="0" y="30082"/>
                  <a:pt x="3900" y="26182"/>
                  <a:pt x="8727" y="26182"/>
                </a:cubicBezTo>
                <a:lnTo>
                  <a:pt x="26182" y="26182"/>
                </a:lnTo>
                <a:lnTo>
                  <a:pt x="26182" y="0"/>
                </a:lnTo>
                <a:cubicBezTo>
                  <a:pt x="26182" y="-4827"/>
                  <a:pt x="30082" y="-8727"/>
                  <a:pt x="34909" y="-8727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8" name="Text 46"/>
          <p:cNvSpPr/>
          <p:nvPr/>
        </p:nvSpPr>
        <p:spPr>
          <a:xfrm>
            <a:off x="8573045" y="5943273"/>
            <a:ext cx="2208000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Consumo energético insostenible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46136" y="6257455"/>
            <a:ext cx="139636" cy="139636"/>
          </a:xfrm>
          <a:custGeom>
            <a:avLst/>
            <a:gdLst/>
            <a:ahLst/>
            <a:cxnLst/>
            <a:rect l="l" t="t" r="r" b="b"/>
            <a:pathLst>
              <a:path w="139636" h="139636">
                <a:moveTo>
                  <a:pt x="61091" y="0"/>
                </a:moveTo>
                <a:cubicBezTo>
                  <a:pt x="70718" y="0"/>
                  <a:pt x="78545" y="5864"/>
                  <a:pt x="78545" y="13091"/>
                </a:cubicBezTo>
                <a:cubicBezTo>
                  <a:pt x="78545" y="15927"/>
                  <a:pt x="77345" y="18545"/>
                  <a:pt x="75273" y="20700"/>
                </a:cubicBezTo>
                <a:cubicBezTo>
                  <a:pt x="73473" y="22582"/>
                  <a:pt x="72000" y="24873"/>
                  <a:pt x="72000" y="27491"/>
                </a:cubicBezTo>
                <a:cubicBezTo>
                  <a:pt x="72000" y="31582"/>
                  <a:pt x="75327" y="34909"/>
                  <a:pt x="79418" y="34909"/>
                </a:cubicBezTo>
                <a:lnTo>
                  <a:pt x="91636" y="34909"/>
                </a:lnTo>
                <a:cubicBezTo>
                  <a:pt x="98864" y="34909"/>
                  <a:pt x="104727" y="40773"/>
                  <a:pt x="104727" y="48000"/>
                </a:cubicBezTo>
                <a:lnTo>
                  <a:pt x="104727" y="60218"/>
                </a:lnTo>
                <a:cubicBezTo>
                  <a:pt x="104727" y="64309"/>
                  <a:pt x="108055" y="67636"/>
                  <a:pt x="112145" y="67636"/>
                </a:cubicBezTo>
                <a:cubicBezTo>
                  <a:pt x="114736" y="67636"/>
                  <a:pt x="117055" y="66164"/>
                  <a:pt x="118936" y="64364"/>
                </a:cubicBezTo>
                <a:cubicBezTo>
                  <a:pt x="121091" y="62318"/>
                  <a:pt x="123709" y="61091"/>
                  <a:pt x="126545" y="61091"/>
                </a:cubicBezTo>
                <a:cubicBezTo>
                  <a:pt x="133773" y="61091"/>
                  <a:pt x="139636" y="68918"/>
                  <a:pt x="139636" y="78545"/>
                </a:cubicBezTo>
                <a:cubicBezTo>
                  <a:pt x="139636" y="88173"/>
                  <a:pt x="133773" y="96000"/>
                  <a:pt x="126545" y="96000"/>
                </a:cubicBezTo>
                <a:cubicBezTo>
                  <a:pt x="123709" y="96000"/>
                  <a:pt x="121064" y="94800"/>
                  <a:pt x="118936" y="92727"/>
                </a:cubicBezTo>
                <a:cubicBezTo>
                  <a:pt x="117055" y="90927"/>
                  <a:pt x="114764" y="89455"/>
                  <a:pt x="112145" y="89455"/>
                </a:cubicBezTo>
                <a:cubicBezTo>
                  <a:pt x="108055" y="89455"/>
                  <a:pt x="104727" y="92782"/>
                  <a:pt x="104727" y="96873"/>
                </a:cubicBezTo>
                <a:lnTo>
                  <a:pt x="104727" y="126545"/>
                </a:lnTo>
                <a:cubicBezTo>
                  <a:pt x="104727" y="133773"/>
                  <a:pt x="98864" y="139636"/>
                  <a:pt x="91636" y="139636"/>
                </a:cubicBezTo>
                <a:lnTo>
                  <a:pt x="76145" y="139636"/>
                </a:lnTo>
                <a:cubicBezTo>
                  <a:pt x="72655" y="139636"/>
                  <a:pt x="69818" y="136800"/>
                  <a:pt x="69818" y="133309"/>
                </a:cubicBezTo>
                <a:cubicBezTo>
                  <a:pt x="69818" y="130800"/>
                  <a:pt x="71400" y="128591"/>
                  <a:pt x="73418" y="127091"/>
                </a:cubicBezTo>
                <a:cubicBezTo>
                  <a:pt x="76582" y="124718"/>
                  <a:pt x="78545" y="121445"/>
                  <a:pt x="78545" y="117818"/>
                </a:cubicBezTo>
                <a:cubicBezTo>
                  <a:pt x="78545" y="110591"/>
                  <a:pt x="70718" y="104727"/>
                  <a:pt x="61091" y="104727"/>
                </a:cubicBezTo>
                <a:cubicBezTo>
                  <a:pt x="51464" y="104727"/>
                  <a:pt x="43636" y="110591"/>
                  <a:pt x="43636" y="117818"/>
                </a:cubicBezTo>
                <a:cubicBezTo>
                  <a:pt x="43636" y="121445"/>
                  <a:pt x="45600" y="124718"/>
                  <a:pt x="48764" y="127091"/>
                </a:cubicBezTo>
                <a:cubicBezTo>
                  <a:pt x="50782" y="128591"/>
                  <a:pt x="52364" y="130773"/>
                  <a:pt x="52364" y="133309"/>
                </a:cubicBezTo>
                <a:cubicBezTo>
                  <a:pt x="52364" y="136800"/>
                  <a:pt x="49527" y="139636"/>
                  <a:pt x="46036" y="139636"/>
                </a:cubicBezTo>
                <a:lnTo>
                  <a:pt x="13091" y="139636"/>
                </a:lnTo>
                <a:cubicBezTo>
                  <a:pt x="5864" y="139636"/>
                  <a:pt x="0" y="133773"/>
                  <a:pt x="0" y="126545"/>
                </a:cubicBezTo>
                <a:lnTo>
                  <a:pt x="0" y="93600"/>
                </a:lnTo>
                <a:cubicBezTo>
                  <a:pt x="0" y="90109"/>
                  <a:pt x="2836" y="87273"/>
                  <a:pt x="6327" y="87273"/>
                </a:cubicBezTo>
                <a:cubicBezTo>
                  <a:pt x="8836" y="87273"/>
                  <a:pt x="11045" y="88855"/>
                  <a:pt x="12545" y="90873"/>
                </a:cubicBezTo>
                <a:cubicBezTo>
                  <a:pt x="14918" y="94036"/>
                  <a:pt x="18191" y="96000"/>
                  <a:pt x="21818" y="96000"/>
                </a:cubicBezTo>
                <a:cubicBezTo>
                  <a:pt x="29045" y="96000"/>
                  <a:pt x="34909" y="88173"/>
                  <a:pt x="34909" y="78545"/>
                </a:cubicBezTo>
                <a:cubicBezTo>
                  <a:pt x="34909" y="68918"/>
                  <a:pt x="29045" y="61091"/>
                  <a:pt x="21818" y="61091"/>
                </a:cubicBezTo>
                <a:cubicBezTo>
                  <a:pt x="18191" y="61091"/>
                  <a:pt x="14918" y="63055"/>
                  <a:pt x="12545" y="66218"/>
                </a:cubicBezTo>
                <a:cubicBezTo>
                  <a:pt x="11045" y="68236"/>
                  <a:pt x="8864" y="69818"/>
                  <a:pt x="6327" y="69818"/>
                </a:cubicBezTo>
                <a:cubicBezTo>
                  <a:pt x="2836" y="69818"/>
                  <a:pt x="0" y="66982"/>
                  <a:pt x="0" y="63491"/>
                </a:cubicBezTo>
                <a:lnTo>
                  <a:pt x="0" y="48000"/>
                </a:lnTo>
                <a:cubicBezTo>
                  <a:pt x="0" y="40773"/>
                  <a:pt x="5864" y="34909"/>
                  <a:pt x="13091" y="34909"/>
                </a:cubicBezTo>
                <a:lnTo>
                  <a:pt x="42764" y="34909"/>
                </a:lnTo>
                <a:cubicBezTo>
                  <a:pt x="46855" y="34909"/>
                  <a:pt x="50182" y="31582"/>
                  <a:pt x="50182" y="27491"/>
                </a:cubicBezTo>
                <a:cubicBezTo>
                  <a:pt x="50182" y="24900"/>
                  <a:pt x="48709" y="22582"/>
                  <a:pt x="46909" y="20700"/>
                </a:cubicBezTo>
                <a:cubicBezTo>
                  <a:pt x="44864" y="18545"/>
                  <a:pt x="43636" y="15927"/>
                  <a:pt x="43636" y="13091"/>
                </a:cubicBezTo>
                <a:cubicBezTo>
                  <a:pt x="43636" y="5864"/>
                  <a:pt x="51464" y="0"/>
                  <a:pt x="61091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0" name="Text 48"/>
          <p:cNvSpPr/>
          <p:nvPr/>
        </p:nvSpPr>
        <p:spPr>
          <a:xfrm>
            <a:off x="8573045" y="6222545"/>
            <a:ext cx="2469818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Compatibilidad entre sistemas legacy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54864" y="6536727"/>
            <a:ext cx="122182" cy="139636"/>
          </a:xfrm>
          <a:custGeom>
            <a:avLst/>
            <a:gdLst/>
            <a:ahLst/>
            <a:cxnLst/>
            <a:rect l="l" t="t" r="r" b="b"/>
            <a:pathLst>
              <a:path w="122182" h="139636">
                <a:moveTo>
                  <a:pt x="8727" y="8727"/>
                </a:moveTo>
                <a:cubicBezTo>
                  <a:pt x="3900" y="8727"/>
                  <a:pt x="0" y="12627"/>
                  <a:pt x="0" y="17455"/>
                </a:cubicBezTo>
                <a:lnTo>
                  <a:pt x="0" y="43636"/>
                </a:lnTo>
                <a:cubicBezTo>
                  <a:pt x="0" y="48464"/>
                  <a:pt x="3900" y="52364"/>
                  <a:pt x="8727" y="52364"/>
                </a:cubicBezTo>
                <a:cubicBezTo>
                  <a:pt x="13555" y="52364"/>
                  <a:pt x="17455" y="48464"/>
                  <a:pt x="17455" y="43636"/>
                </a:cubicBezTo>
                <a:lnTo>
                  <a:pt x="17455" y="26182"/>
                </a:lnTo>
                <a:lnTo>
                  <a:pt x="34909" y="26182"/>
                </a:lnTo>
                <a:cubicBezTo>
                  <a:pt x="39736" y="26182"/>
                  <a:pt x="43636" y="22282"/>
                  <a:pt x="43636" y="17455"/>
                </a:cubicBezTo>
                <a:cubicBezTo>
                  <a:pt x="43636" y="12627"/>
                  <a:pt x="39736" y="8727"/>
                  <a:pt x="34909" y="8727"/>
                </a:cubicBezTo>
                <a:lnTo>
                  <a:pt x="8727" y="8727"/>
                </a:lnTo>
                <a:close/>
                <a:moveTo>
                  <a:pt x="17455" y="96000"/>
                </a:moveTo>
                <a:cubicBezTo>
                  <a:pt x="17455" y="91173"/>
                  <a:pt x="13555" y="87273"/>
                  <a:pt x="8727" y="87273"/>
                </a:cubicBezTo>
                <a:cubicBezTo>
                  <a:pt x="3900" y="87273"/>
                  <a:pt x="0" y="91173"/>
                  <a:pt x="0" y="96000"/>
                </a:cubicBezTo>
                <a:lnTo>
                  <a:pt x="0" y="122182"/>
                </a:lnTo>
                <a:cubicBezTo>
                  <a:pt x="0" y="127009"/>
                  <a:pt x="3900" y="130909"/>
                  <a:pt x="8727" y="130909"/>
                </a:cubicBezTo>
                <a:lnTo>
                  <a:pt x="34909" y="130909"/>
                </a:lnTo>
                <a:cubicBezTo>
                  <a:pt x="39736" y="130909"/>
                  <a:pt x="43636" y="127009"/>
                  <a:pt x="43636" y="122182"/>
                </a:cubicBezTo>
                <a:cubicBezTo>
                  <a:pt x="43636" y="117355"/>
                  <a:pt x="39736" y="113455"/>
                  <a:pt x="34909" y="113455"/>
                </a:cubicBezTo>
                <a:lnTo>
                  <a:pt x="17455" y="113455"/>
                </a:lnTo>
                <a:lnTo>
                  <a:pt x="17455" y="96000"/>
                </a:lnTo>
                <a:close/>
                <a:moveTo>
                  <a:pt x="87273" y="8727"/>
                </a:moveTo>
                <a:cubicBezTo>
                  <a:pt x="82445" y="8727"/>
                  <a:pt x="78545" y="12627"/>
                  <a:pt x="78545" y="17455"/>
                </a:cubicBezTo>
                <a:cubicBezTo>
                  <a:pt x="78545" y="22282"/>
                  <a:pt x="82445" y="26182"/>
                  <a:pt x="87273" y="26182"/>
                </a:cubicBezTo>
                <a:lnTo>
                  <a:pt x="104727" y="26182"/>
                </a:lnTo>
                <a:lnTo>
                  <a:pt x="104727" y="43636"/>
                </a:lnTo>
                <a:cubicBezTo>
                  <a:pt x="104727" y="48464"/>
                  <a:pt x="108627" y="52364"/>
                  <a:pt x="113455" y="52364"/>
                </a:cubicBezTo>
                <a:cubicBezTo>
                  <a:pt x="118282" y="52364"/>
                  <a:pt x="122182" y="48464"/>
                  <a:pt x="122182" y="43636"/>
                </a:cubicBezTo>
                <a:lnTo>
                  <a:pt x="122182" y="17455"/>
                </a:lnTo>
                <a:cubicBezTo>
                  <a:pt x="122182" y="12627"/>
                  <a:pt x="118282" y="8727"/>
                  <a:pt x="113455" y="8727"/>
                </a:cubicBezTo>
                <a:lnTo>
                  <a:pt x="87273" y="8727"/>
                </a:lnTo>
                <a:close/>
                <a:moveTo>
                  <a:pt x="122182" y="96000"/>
                </a:moveTo>
                <a:cubicBezTo>
                  <a:pt x="122182" y="91173"/>
                  <a:pt x="118282" y="87273"/>
                  <a:pt x="113455" y="87273"/>
                </a:cubicBezTo>
                <a:cubicBezTo>
                  <a:pt x="108627" y="87273"/>
                  <a:pt x="104727" y="91173"/>
                  <a:pt x="104727" y="96000"/>
                </a:cubicBezTo>
                <a:lnTo>
                  <a:pt x="104727" y="113455"/>
                </a:lnTo>
                <a:lnTo>
                  <a:pt x="87273" y="113455"/>
                </a:lnTo>
                <a:cubicBezTo>
                  <a:pt x="82445" y="113455"/>
                  <a:pt x="78545" y="117355"/>
                  <a:pt x="78545" y="122182"/>
                </a:cubicBezTo>
                <a:cubicBezTo>
                  <a:pt x="78545" y="127009"/>
                  <a:pt x="82445" y="130909"/>
                  <a:pt x="87273" y="130909"/>
                </a:cubicBezTo>
                <a:lnTo>
                  <a:pt x="113455" y="130909"/>
                </a:lnTo>
                <a:cubicBezTo>
                  <a:pt x="118282" y="130909"/>
                  <a:pt x="122182" y="127009"/>
                  <a:pt x="122182" y="122182"/>
                </a:cubicBezTo>
                <a:lnTo>
                  <a:pt x="122182" y="9600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2" name="Text 50"/>
          <p:cNvSpPr/>
          <p:nvPr/>
        </p:nvSpPr>
        <p:spPr>
          <a:xfrm>
            <a:off x="8573045" y="6501818"/>
            <a:ext cx="138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Escalabilidad masiva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60a14d477c2afe3542eec9a5ecd364b2a950f0af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444" r="1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8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481012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4A6C8C"/>
          </a:solidFill>
          <a:ln w="50800">
            <a:solidFill>
              <a:srgbClr val="C8A97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291" y="690563"/>
            <a:ext cx="771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47800" y="9001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1681163"/>
            <a:ext cx="67437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Prácticas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Prohibidas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Sistemas de IA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57713"/>
            <a:ext cx="6515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IA prohibidos por presentar riesgos inaceptables a las personas, su privacidad y derechos fundamentales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61483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6129338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Inaceptable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11475" y="614838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5724" y="68491"/>
                </a:moveTo>
                <a:lnTo>
                  <a:pt x="67374" y="60141"/>
                </a:lnTo>
                <a:cubicBezTo>
                  <a:pt x="61793" y="54560"/>
                  <a:pt x="61793" y="45497"/>
                  <a:pt x="67374" y="39916"/>
                </a:cubicBezTo>
                <a:lnTo>
                  <a:pt x="118586" y="-11341"/>
                </a:lnTo>
                <a:cubicBezTo>
                  <a:pt x="124167" y="-16922"/>
                  <a:pt x="133231" y="-16922"/>
                  <a:pt x="138812" y="-11341"/>
                </a:cubicBezTo>
                <a:lnTo>
                  <a:pt x="147161" y="-2947"/>
                </a:lnTo>
                <a:cubicBezTo>
                  <a:pt x="152742" y="2634"/>
                  <a:pt x="152742" y="11698"/>
                  <a:pt x="147161" y="17279"/>
                </a:cubicBezTo>
                <a:lnTo>
                  <a:pt x="95949" y="68491"/>
                </a:lnTo>
                <a:cubicBezTo>
                  <a:pt x="90368" y="74072"/>
                  <a:pt x="81305" y="74072"/>
                  <a:pt x="75724" y="68491"/>
                </a:cubicBezTo>
                <a:close/>
                <a:moveTo>
                  <a:pt x="123230" y="94521"/>
                </a:moveTo>
                <a:lnTo>
                  <a:pt x="109210" y="80501"/>
                </a:lnTo>
                <a:lnTo>
                  <a:pt x="159216" y="30495"/>
                </a:lnTo>
                <a:lnTo>
                  <a:pt x="212527" y="83805"/>
                </a:lnTo>
                <a:lnTo>
                  <a:pt x="162520" y="133811"/>
                </a:lnTo>
                <a:lnTo>
                  <a:pt x="148501" y="119792"/>
                </a:lnTo>
                <a:lnTo>
                  <a:pt x="44916" y="223376"/>
                </a:lnTo>
                <a:cubicBezTo>
                  <a:pt x="37951" y="230341"/>
                  <a:pt x="26655" y="230341"/>
                  <a:pt x="19645" y="223376"/>
                </a:cubicBezTo>
                <a:cubicBezTo>
                  <a:pt x="12636" y="216411"/>
                  <a:pt x="12680" y="205115"/>
                  <a:pt x="19645" y="198105"/>
                </a:cubicBezTo>
                <a:lnTo>
                  <a:pt x="123230" y="94521"/>
                </a:lnTo>
                <a:close/>
                <a:moveTo>
                  <a:pt x="174531" y="167253"/>
                </a:moveTo>
                <a:cubicBezTo>
                  <a:pt x="168950" y="161672"/>
                  <a:pt x="168950" y="152608"/>
                  <a:pt x="174531" y="147027"/>
                </a:cubicBezTo>
                <a:lnTo>
                  <a:pt x="225743" y="95816"/>
                </a:lnTo>
                <a:cubicBezTo>
                  <a:pt x="231324" y="90234"/>
                  <a:pt x="240387" y="90234"/>
                  <a:pt x="245968" y="95816"/>
                </a:cubicBezTo>
                <a:lnTo>
                  <a:pt x="254318" y="104165"/>
                </a:lnTo>
                <a:cubicBezTo>
                  <a:pt x="259899" y="109746"/>
                  <a:pt x="259899" y="118809"/>
                  <a:pt x="254318" y="124391"/>
                </a:cubicBezTo>
                <a:lnTo>
                  <a:pt x="203106" y="175647"/>
                </a:lnTo>
                <a:cubicBezTo>
                  <a:pt x="197525" y="181228"/>
                  <a:pt x="188461" y="181228"/>
                  <a:pt x="182880" y="175647"/>
                </a:cubicBezTo>
                <a:lnTo>
                  <a:pt x="174531" y="167298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2" name="Text 9"/>
          <p:cNvSpPr/>
          <p:nvPr/>
        </p:nvSpPr>
        <p:spPr>
          <a:xfrm>
            <a:off x="2897237" y="6129338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Prohibición UE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93245" y="614838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4" name="Text 11"/>
          <p:cNvSpPr/>
          <p:nvPr/>
        </p:nvSpPr>
        <p:spPr>
          <a:xfrm>
            <a:off x="4679007" y="6129338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945" y="334945"/>
            <a:ext cx="1158072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spc="277" kern="0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Prácticas Prohibidas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945" y="569407"/>
            <a:ext cx="11672835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Manipulación Social y Puntuación Social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4945" y="1004835"/>
            <a:ext cx="803868" cy="33495"/>
          </a:xfrm>
          <a:custGeom>
            <a:avLst/>
            <a:gdLst/>
            <a:ahLst/>
            <a:cxnLst/>
            <a:rect l="l" t="t" r="r" b="b"/>
            <a:pathLst>
              <a:path w="803868" h="33495">
                <a:moveTo>
                  <a:pt x="0" y="0"/>
                </a:moveTo>
                <a:lnTo>
                  <a:pt x="803868" y="0"/>
                </a:lnTo>
                <a:lnTo>
                  <a:pt x="803868" y="33495"/>
                </a:lnTo>
                <a:lnTo>
                  <a:pt x="0" y="33495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351692" y="1172308"/>
            <a:ext cx="6229978" cy="1775209"/>
          </a:xfrm>
          <a:custGeom>
            <a:avLst/>
            <a:gdLst/>
            <a:ahLst/>
            <a:cxnLst/>
            <a:rect l="l" t="t" r="r" b="b"/>
            <a:pathLst>
              <a:path w="6229978" h="1775209">
                <a:moveTo>
                  <a:pt x="0" y="0"/>
                </a:moveTo>
                <a:lnTo>
                  <a:pt x="6162982" y="0"/>
                </a:lnTo>
                <a:cubicBezTo>
                  <a:pt x="6199983" y="0"/>
                  <a:pt x="6229978" y="29995"/>
                  <a:pt x="6229978" y="66996"/>
                </a:cubicBezTo>
                <a:lnTo>
                  <a:pt x="6229978" y="1708212"/>
                </a:lnTo>
                <a:cubicBezTo>
                  <a:pt x="6229978" y="1745213"/>
                  <a:pt x="6199983" y="1775209"/>
                  <a:pt x="6162982" y="1775209"/>
                </a:cubicBezTo>
                <a:lnTo>
                  <a:pt x="0" y="177520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2181A">
                  <a:alpha val="30000"/>
                </a:srgbClr>
              </a:gs>
              <a:gs pos="100000">
                <a:srgbClr val="1A1D2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51692" y="1172308"/>
            <a:ext cx="33495" cy="1775209"/>
          </a:xfrm>
          <a:custGeom>
            <a:avLst/>
            <a:gdLst/>
            <a:ahLst/>
            <a:cxnLst/>
            <a:rect l="l" t="t" r="r" b="b"/>
            <a:pathLst>
              <a:path w="33495" h="1775209">
                <a:moveTo>
                  <a:pt x="0" y="0"/>
                </a:moveTo>
                <a:lnTo>
                  <a:pt x="33495" y="0"/>
                </a:lnTo>
                <a:lnTo>
                  <a:pt x="33495" y="1775209"/>
                </a:lnTo>
                <a:lnTo>
                  <a:pt x="0" y="1775209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Shape 5"/>
          <p:cNvSpPr/>
          <p:nvPr/>
        </p:nvSpPr>
        <p:spPr>
          <a:xfrm>
            <a:off x="502418" y="1306286"/>
            <a:ext cx="468923" cy="468923"/>
          </a:xfrm>
          <a:custGeom>
            <a:avLst/>
            <a:gdLst/>
            <a:ahLst/>
            <a:cxnLst/>
            <a:rect l="l" t="t" r="r" b="b"/>
            <a:pathLst>
              <a:path w="468923" h="468923">
                <a:moveTo>
                  <a:pt x="234462" y="0"/>
                </a:moveTo>
                <a:lnTo>
                  <a:pt x="234462" y="0"/>
                </a:lnTo>
                <a:cubicBezTo>
                  <a:pt x="363864" y="0"/>
                  <a:pt x="468923" y="105059"/>
                  <a:pt x="468923" y="234462"/>
                </a:cubicBezTo>
                <a:lnTo>
                  <a:pt x="468923" y="234462"/>
                </a:lnTo>
                <a:cubicBezTo>
                  <a:pt x="468923" y="363864"/>
                  <a:pt x="363864" y="468923"/>
                  <a:pt x="234462" y="468923"/>
                </a:cubicBezTo>
                <a:lnTo>
                  <a:pt x="234462" y="468923"/>
                </a:lnTo>
                <a:cubicBezTo>
                  <a:pt x="105059" y="468923"/>
                  <a:pt x="0" y="363864"/>
                  <a:pt x="0" y="234462"/>
                </a:cubicBezTo>
                <a:lnTo>
                  <a:pt x="0" y="234462"/>
                </a:lnTo>
                <a:cubicBezTo>
                  <a:pt x="0" y="105059"/>
                  <a:pt x="105059" y="0"/>
                  <a:pt x="234462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3835" y="1440264"/>
            <a:ext cx="226088" cy="200967"/>
          </a:xfrm>
          <a:custGeom>
            <a:avLst/>
            <a:gdLst/>
            <a:ahLst/>
            <a:cxnLst/>
            <a:rect l="l" t="t" r="r" b="b"/>
            <a:pathLst>
              <a:path w="226088" h="200967">
                <a:moveTo>
                  <a:pt x="-1963" y="46317"/>
                </a:moveTo>
                <a:lnTo>
                  <a:pt x="9224" y="109786"/>
                </a:lnTo>
                <a:cubicBezTo>
                  <a:pt x="14719" y="140991"/>
                  <a:pt x="39173" y="165445"/>
                  <a:pt x="70378" y="170940"/>
                </a:cubicBezTo>
                <a:lnTo>
                  <a:pt x="75363" y="171803"/>
                </a:lnTo>
                <a:cubicBezTo>
                  <a:pt x="68886" y="160577"/>
                  <a:pt x="64726" y="147978"/>
                  <a:pt x="63352" y="134711"/>
                </a:cubicBezTo>
                <a:lnTo>
                  <a:pt x="53892" y="136399"/>
                </a:lnTo>
                <a:cubicBezTo>
                  <a:pt x="50085" y="137066"/>
                  <a:pt x="46513" y="134122"/>
                  <a:pt x="47259" y="130315"/>
                </a:cubicBezTo>
                <a:cubicBezTo>
                  <a:pt x="49143" y="120619"/>
                  <a:pt x="54756" y="112023"/>
                  <a:pt x="62841" y="106410"/>
                </a:cubicBezTo>
                <a:lnTo>
                  <a:pt x="62841" y="77129"/>
                </a:lnTo>
                <a:cubicBezTo>
                  <a:pt x="62292" y="77443"/>
                  <a:pt x="61664" y="77639"/>
                  <a:pt x="60997" y="77757"/>
                </a:cubicBezTo>
                <a:lnTo>
                  <a:pt x="36268" y="82114"/>
                </a:lnTo>
                <a:cubicBezTo>
                  <a:pt x="32853" y="82703"/>
                  <a:pt x="29478" y="80387"/>
                  <a:pt x="30027" y="76972"/>
                </a:cubicBezTo>
                <a:cubicBezTo>
                  <a:pt x="31244" y="69279"/>
                  <a:pt x="37250" y="62841"/>
                  <a:pt x="45375" y="61389"/>
                </a:cubicBezTo>
                <a:cubicBezTo>
                  <a:pt x="52126" y="60212"/>
                  <a:pt x="58681" y="62763"/>
                  <a:pt x="62881" y="67591"/>
                </a:cubicBezTo>
                <a:lnTo>
                  <a:pt x="62881" y="58681"/>
                </a:lnTo>
                <a:cubicBezTo>
                  <a:pt x="62881" y="49849"/>
                  <a:pt x="65589" y="38113"/>
                  <a:pt x="75559" y="29870"/>
                </a:cubicBezTo>
                <a:cubicBezTo>
                  <a:pt x="85764" y="21431"/>
                  <a:pt x="102132" y="12639"/>
                  <a:pt x="124584" y="8596"/>
                </a:cubicBezTo>
                <a:cubicBezTo>
                  <a:pt x="112612" y="2198"/>
                  <a:pt x="90710" y="-3964"/>
                  <a:pt x="60290" y="1374"/>
                </a:cubicBezTo>
                <a:cubicBezTo>
                  <a:pt x="28771" y="6947"/>
                  <a:pt x="10048" y="21039"/>
                  <a:pt x="1374" y="31244"/>
                </a:cubicBezTo>
                <a:cubicBezTo>
                  <a:pt x="-2159" y="35365"/>
                  <a:pt x="-2865" y="41018"/>
                  <a:pt x="-1923" y="46356"/>
                </a:cubicBezTo>
                <a:close/>
                <a:moveTo>
                  <a:pt x="81643" y="54442"/>
                </a:moveTo>
                <a:lnTo>
                  <a:pt x="81643" y="123053"/>
                </a:lnTo>
                <a:cubicBezTo>
                  <a:pt x="81643" y="154729"/>
                  <a:pt x="101465" y="183068"/>
                  <a:pt x="131257" y="193863"/>
                </a:cubicBezTo>
                <a:lnTo>
                  <a:pt x="142129" y="197827"/>
                </a:lnTo>
                <a:cubicBezTo>
                  <a:pt x="147664" y="199829"/>
                  <a:pt x="153748" y="199829"/>
                  <a:pt x="159282" y="197827"/>
                </a:cubicBezTo>
                <a:lnTo>
                  <a:pt x="170194" y="193902"/>
                </a:lnTo>
                <a:cubicBezTo>
                  <a:pt x="199986" y="183068"/>
                  <a:pt x="219808" y="154768"/>
                  <a:pt x="219808" y="123053"/>
                </a:cubicBezTo>
                <a:lnTo>
                  <a:pt x="219808" y="54442"/>
                </a:lnTo>
                <a:cubicBezTo>
                  <a:pt x="219808" y="51733"/>
                  <a:pt x="218983" y="49025"/>
                  <a:pt x="217060" y="47141"/>
                </a:cubicBezTo>
                <a:cubicBezTo>
                  <a:pt x="208189" y="38309"/>
                  <a:pt x="186366" y="25160"/>
                  <a:pt x="150725" y="25160"/>
                </a:cubicBezTo>
                <a:cubicBezTo>
                  <a:pt x="115085" y="25160"/>
                  <a:pt x="93261" y="38349"/>
                  <a:pt x="84390" y="47141"/>
                </a:cubicBezTo>
                <a:cubicBezTo>
                  <a:pt x="82467" y="49064"/>
                  <a:pt x="81643" y="51733"/>
                  <a:pt x="81643" y="54442"/>
                </a:cubicBezTo>
                <a:close/>
                <a:moveTo>
                  <a:pt x="107588" y="127881"/>
                </a:moveTo>
                <a:cubicBezTo>
                  <a:pt x="107038" y="125133"/>
                  <a:pt x="110336" y="123563"/>
                  <a:pt x="112573" y="125290"/>
                </a:cubicBezTo>
                <a:cubicBezTo>
                  <a:pt x="123132" y="133376"/>
                  <a:pt x="136359" y="138204"/>
                  <a:pt x="150725" y="138204"/>
                </a:cubicBezTo>
                <a:cubicBezTo>
                  <a:pt x="165091" y="138204"/>
                  <a:pt x="178280" y="133376"/>
                  <a:pt x="188878" y="125290"/>
                </a:cubicBezTo>
                <a:cubicBezTo>
                  <a:pt x="191115" y="123563"/>
                  <a:pt x="194412" y="125133"/>
                  <a:pt x="193863" y="127881"/>
                </a:cubicBezTo>
                <a:cubicBezTo>
                  <a:pt x="189898" y="148056"/>
                  <a:pt x="172078" y="163325"/>
                  <a:pt x="150725" y="163325"/>
                </a:cubicBezTo>
                <a:cubicBezTo>
                  <a:pt x="129373" y="163325"/>
                  <a:pt x="111552" y="148095"/>
                  <a:pt x="107588" y="127881"/>
                </a:cubicBezTo>
                <a:close/>
                <a:moveTo>
                  <a:pt x="107784" y="88041"/>
                </a:moveTo>
                <a:cubicBezTo>
                  <a:pt x="110375" y="80662"/>
                  <a:pt x="117362" y="75363"/>
                  <a:pt x="125604" y="75363"/>
                </a:cubicBezTo>
                <a:cubicBezTo>
                  <a:pt x="133847" y="75363"/>
                  <a:pt x="140873" y="80662"/>
                  <a:pt x="143425" y="88041"/>
                </a:cubicBezTo>
                <a:cubicBezTo>
                  <a:pt x="144563" y="91338"/>
                  <a:pt x="141658" y="94203"/>
                  <a:pt x="138165" y="94203"/>
                </a:cubicBezTo>
                <a:lnTo>
                  <a:pt x="113044" y="94203"/>
                </a:lnTo>
                <a:cubicBezTo>
                  <a:pt x="109590" y="94203"/>
                  <a:pt x="106646" y="91299"/>
                  <a:pt x="107784" y="88041"/>
                </a:cubicBezTo>
                <a:close/>
                <a:moveTo>
                  <a:pt x="188407" y="94203"/>
                </a:moveTo>
                <a:lnTo>
                  <a:pt x="163286" y="94203"/>
                </a:lnTo>
                <a:cubicBezTo>
                  <a:pt x="159832" y="94203"/>
                  <a:pt x="156888" y="91299"/>
                  <a:pt x="158026" y="88041"/>
                </a:cubicBezTo>
                <a:cubicBezTo>
                  <a:pt x="160577" y="80662"/>
                  <a:pt x="167603" y="75363"/>
                  <a:pt x="175846" y="75363"/>
                </a:cubicBezTo>
                <a:cubicBezTo>
                  <a:pt x="184089" y="75363"/>
                  <a:pt x="191115" y="80662"/>
                  <a:pt x="193666" y="88041"/>
                </a:cubicBezTo>
                <a:cubicBezTo>
                  <a:pt x="194805" y="91338"/>
                  <a:pt x="191900" y="94203"/>
                  <a:pt x="188407" y="9420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9" name="Text 7"/>
          <p:cNvSpPr/>
          <p:nvPr/>
        </p:nvSpPr>
        <p:spPr>
          <a:xfrm>
            <a:off x="1105319" y="1306286"/>
            <a:ext cx="5442857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Manipulación Social y Explotación de Vulnerabilidades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5319" y="1674725"/>
            <a:ext cx="5409363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prohíben todos aquellos sistemas que </a:t>
            </a:r>
            <a:pPr>
              <a:lnSpc>
                <a:spcPct val="140000"/>
              </a:lnSpc>
            </a:pPr>
            <a:r>
              <a:rPr lang="en-US" sz="105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manipulen la voluntad de una persona o de un colectivo</a:t>
            </a:r>
            <a:pPr>
              <a:lnSpc>
                <a:spcPct val="140000"/>
              </a:lnSpc>
            </a:pPr>
            <a:r>
              <a:rPr lang="en-US" sz="10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alterando su comportamiento de manera perjudicial.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09505" y="2214824"/>
            <a:ext cx="5334000" cy="594527"/>
          </a:xfrm>
          <a:custGeom>
            <a:avLst/>
            <a:gdLst/>
            <a:ahLst/>
            <a:cxnLst/>
            <a:rect l="l" t="t" r="r" b="b"/>
            <a:pathLst>
              <a:path w="5334000" h="594527">
                <a:moveTo>
                  <a:pt x="33496" y="0"/>
                </a:moveTo>
                <a:lnTo>
                  <a:pt x="5300504" y="0"/>
                </a:lnTo>
                <a:cubicBezTo>
                  <a:pt x="5319003" y="0"/>
                  <a:pt x="5334000" y="14997"/>
                  <a:pt x="5334000" y="33496"/>
                </a:cubicBezTo>
                <a:lnTo>
                  <a:pt x="5334000" y="561032"/>
                </a:lnTo>
                <a:cubicBezTo>
                  <a:pt x="5334000" y="579531"/>
                  <a:pt x="5319003" y="594527"/>
                  <a:pt x="5300504" y="594527"/>
                </a:cubicBezTo>
                <a:lnTo>
                  <a:pt x="33496" y="594527"/>
                </a:lnTo>
                <a:cubicBezTo>
                  <a:pt x="14997" y="594527"/>
                  <a:pt x="0" y="579531"/>
                  <a:pt x="0" y="561032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4176" y="2319495"/>
            <a:ext cx="5183275" cy="385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3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Incluye:</a:t>
            </a:r>
            <a:pPr>
              <a:lnSpc>
                <a:spcPct val="140000"/>
              </a:lnSpc>
            </a:pPr>
            <a:r>
              <a:rPr lang="en-US" sz="92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Sistemas que exploten la vulnerabilidad de personas debido a su </a:t>
            </a:r>
            <a:pPr>
              <a:lnSpc>
                <a:spcPct val="140000"/>
              </a:lnSpc>
            </a:pPr>
            <a:r>
              <a:rPr lang="en-US" sz="923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edad, discapacidad o situación socioeconómica</a:t>
            </a:r>
            <a:pPr>
              <a:lnSpc>
                <a:spcPct val="140000"/>
              </a:lnSpc>
            </a:pPr>
            <a:r>
              <a:rPr lang="en-US" sz="92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1692" y="3043813"/>
            <a:ext cx="6229978" cy="1775209"/>
          </a:xfrm>
          <a:custGeom>
            <a:avLst/>
            <a:gdLst/>
            <a:ahLst/>
            <a:cxnLst/>
            <a:rect l="l" t="t" r="r" b="b"/>
            <a:pathLst>
              <a:path w="6229978" h="1775209">
                <a:moveTo>
                  <a:pt x="0" y="0"/>
                </a:moveTo>
                <a:lnTo>
                  <a:pt x="6162982" y="0"/>
                </a:lnTo>
                <a:cubicBezTo>
                  <a:pt x="6199983" y="0"/>
                  <a:pt x="6229978" y="29995"/>
                  <a:pt x="6229978" y="66996"/>
                </a:cubicBezTo>
                <a:lnTo>
                  <a:pt x="6229978" y="1708212"/>
                </a:lnTo>
                <a:cubicBezTo>
                  <a:pt x="6229978" y="1745213"/>
                  <a:pt x="6199983" y="1775209"/>
                  <a:pt x="6162982" y="1775209"/>
                </a:cubicBezTo>
                <a:lnTo>
                  <a:pt x="0" y="177520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2181A">
                  <a:alpha val="30000"/>
                </a:srgbClr>
              </a:gs>
              <a:gs pos="100000">
                <a:srgbClr val="1A1D24"/>
              </a:gs>
            </a:gsLst>
            <a:lin ang="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351692" y="3043813"/>
            <a:ext cx="33495" cy="1775209"/>
          </a:xfrm>
          <a:custGeom>
            <a:avLst/>
            <a:gdLst/>
            <a:ahLst/>
            <a:cxnLst/>
            <a:rect l="l" t="t" r="r" b="b"/>
            <a:pathLst>
              <a:path w="33495" h="1775209">
                <a:moveTo>
                  <a:pt x="0" y="0"/>
                </a:moveTo>
                <a:lnTo>
                  <a:pt x="33495" y="0"/>
                </a:lnTo>
                <a:lnTo>
                  <a:pt x="33495" y="1775209"/>
                </a:lnTo>
                <a:lnTo>
                  <a:pt x="0" y="1775209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418" y="3177791"/>
            <a:ext cx="468923" cy="468923"/>
          </a:xfrm>
          <a:custGeom>
            <a:avLst/>
            <a:gdLst/>
            <a:ahLst/>
            <a:cxnLst/>
            <a:rect l="l" t="t" r="r" b="b"/>
            <a:pathLst>
              <a:path w="468923" h="468923">
                <a:moveTo>
                  <a:pt x="234462" y="0"/>
                </a:moveTo>
                <a:lnTo>
                  <a:pt x="234462" y="0"/>
                </a:lnTo>
                <a:cubicBezTo>
                  <a:pt x="363864" y="0"/>
                  <a:pt x="468923" y="105059"/>
                  <a:pt x="468923" y="234462"/>
                </a:cubicBezTo>
                <a:lnTo>
                  <a:pt x="468923" y="234462"/>
                </a:lnTo>
                <a:cubicBezTo>
                  <a:pt x="468923" y="363864"/>
                  <a:pt x="363864" y="468923"/>
                  <a:pt x="234462" y="468923"/>
                </a:cubicBezTo>
                <a:lnTo>
                  <a:pt x="234462" y="468923"/>
                </a:lnTo>
                <a:cubicBezTo>
                  <a:pt x="105059" y="468923"/>
                  <a:pt x="0" y="363864"/>
                  <a:pt x="0" y="234462"/>
                </a:cubicBezTo>
                <a:lnTo>
                  <a:pt x="0" y="234462"/>
                </a:lnTo>
                <a:cubicBezTo>
                  <a:pt x="0" y="105059"/>
                  <a:pt x="105059" y="0"/>
                  <a:pt x="234462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3835" y="3311769"/>
            <a:ext cx="226088" cy="200967"/>
          </a:xfrm>
          <a:custGeom>
            <a:avLst/>
            <a:gdLst/>
            <a:ahLst/>
            <a:cxnLst/>
            <a:rect l="l" t="t" r="r" b="b"/>
            <a:pathLst>
              <a:path w="226088" h="200967">
                <a:moveTo>
                  <a:pt x="121483" y="-7419"/>
                </a:moveTo>
                <a:cubicBezTo>
                  <a:pt x="119874" y="-10559"/>
                  <a:pt x="116616" y="-12560"/>
                  <a:pt x="113083" y="-12560"/>
                </a:cubicBezTo>
                <a:cubicBezTo>
                  <a:pt x="109551" y="-12560"/>
                  <a:pt x="106293" y="-10559"/>
                  <a:pt x="104683" y="-7419"/>
                </a:cubicBezTo>
                <a:lnTo>
                  <a:pt x="75794" y="49182"/>
                </a:lnTo>
                <a:lnTo>
                  <a:pt x="13031" y="59152"/>
                </a:lnTo>
                <a:cubicBezTo>
                  <a:pt x="9538" y="59701"/>
                  <a:pt x="6633" y="62174"/>
                  <a:pt x="5534" y="65550"/>
                </a:cubicBezTo>
                <a:cubicBezTo>
                  <a:pt x="4435" y="68925"/>
                  <a:pt x="5338" y="72615"/>
                  <a:pt x="7811" y="75127"/>
                </a:cubicBezTo>
                <a:lnTo>
                  <a:pt x="52715" y="120070"/>
                </a:lnTo>
                <a:lnTo>
                  <a:pt x="42823" y="182833"/>
                </a:lnTo>
                <a:cubicBezTo>
                  <a:pt x="42274" y="186326"/>
                  <a:pt x="43726" y="189859"/>
                  <a:pt x="46591" y="191939"/>
                </a:cubicBezTo>
                <a:cubicBezTo>
                  <a:pt x="49457" y="194020"/>
                  <a:pt x="53225" y="194334"/>
                  <a:pt x="56404" y="192724"/>
                </a:cubicBezTo>
                <a:lnTo>
                  <a:pt x="113083" y="163914"/>
                </a:lnTo>
                <a:lnTo>
                  <a:pt x="169723" y="192724"/>
                </a:lnTo>
                <a:cubicBezTo>
                  <a:pt x="172863" y="194334"/>
                  <a:pt x="176670" y="194020"/>
                  <a:pt x="179536" y="191939"/>
                </a:cubicBezTo>
                <a:cubicBezTo>
                  <a:pt x="182401" y="189859"/>
                  <a:pt x="183853" y="186366"/>
                  <a:pt x="183304" y="182833"/>
                </a:cubicBezTo>
                <a:lnTo>
                  <a:pt x="173373" y="120070"/>
                </a:lnTo>
                <a:lnTo>
                  <a:pt x="218277" y="75127"/>
                </a:lnTo>
                <a:cubicBezTo>
                  <a:pt x="220789" y="72615"/>
                  <a:pt x="221653" y="68925"/>
                  <a:pt x="220553" y="65550"/>
                </a:cubicBezTo>
                <a:cubicBezTo>
                  <a:pt x="219454" y="62174"/>
                  <a:pt x="216589" y="59701"/>
                  <a:pt x="213056" y="59152"/>
                </a:cubicBezTo>
                <a:lnTo>
                  <a:pt x="150333" y="49182"/>
                </a:lnTo>
                <a:lnTo>
                  <a:pt x="121483" y="-7419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7" name="Text 15"/>
          <p:cNvSpPr/>
          <p:nvPr/>
        </p:nvSpPr>
        <p:spPr>
          <a:xfrm>
            <a:off x="1105319" y="3177791"/>
            <a:ext cx="5442857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Puntuación Social (Social Scoring)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5319" y="3546231"/>
            <a:ext cx="5409363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sistemas que </a:t>
            </a:r>
            <a:pPr>
              <a:lnSpc>
                <a:spcPct val="140000"/>
              </a:lnSpc>
            </a:pPr>
            <a:r>
              <a:rPr lang="en-US" sz="105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clasifiquen a las personas según su comportamiento social de forma perjudicial</a:t>
            </a:r>
            <a:pPr>
              <a:lnSpc>
                <a:spcPct val="140000"/>
              </a:lnSpc>
            </a:pPr>
            <a:r>
              <a:rPr lang="en-US" sz="10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afectando su acceso a servicios, empleo o derechos.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09505" y="4086330"/>
            <a:ext cx="5334000" cy="594527"/>
          </a:xfrm>
          <a:custGeom>
            <a:avLst/>
            <a:gdLst/>
            <a:ahLst/>
            <a:cxnLst/>
            <a:rect l="l" t="t" r="r" b="b"/>
            <a:pathLst>
              <a:path w="5334000" h="594527">
                <a:moveTo>
                  <a:pt x="33496" y="0"/>
                </a:moveTo>
                <a:lnTo>
                  <a:pt x="5300504" y="0"/>
                </a:lnTo>
                <a:cubicBezTo>
                  <a:pt x="5319003" y="0"/>
                  <a:pt x="5334000" y="14997"/>
                  <a:pt x="5334000" y="33496"/>
                </a:cubicBezTo>
                <a:lnTo>
                  <a:pt x="5334000" y="561032"/>
                </a:lnTo>
                <a:cubicBezTo>
                  <a:pt x="5334000" y="579531"/>
                  <a:pt x="5319003" y="594527"/>
                  <a:pt x="5300504" y="594527"/>
                </a:cubicBezTo>
                <a:lnTo>
                  <a:pt x="33496" y="594527"/>
                </a:lnTo>
                <a:cubicBezTo>
                  <a:pt x="14997" y="594527"/>
                  <a:pt x="0" y="579531"/>
                  <a:pt x="0" y="561032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4176" y="4191000"/>
            <a:ext cx="5183275" cy="385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3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Ejemplo:</a:t>
            </a:r>
            <a:pPr>
              <a:lnSpc>
                <a:spcPct val="140000"/>
              </a:lnSpc>
            </a:pPr>
            <a:r>
              <a:rPr lang="en-US" sz="92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Sistemas de puntuación ciudadana que provoquen </a:t>
            </a:r>
            <a:pPr>
              <a:lnSpc>
                <a:spcPct val="140000"/>
              </a:lnSpc>
            </a:pPr>
            <a:r>
              <a:rPr lang="en-US" sz="923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trato desfavorable o discriminación</a:t>
            </a:r>
            <a:pPr>
              <a:lnSpc>
                <a:spcPct val="140000"/>
              </a:lnSpc>
            </a:pPr>
            <a:r>
              <a:rPr lang="en-US" sz="923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el acceso a servicios públicos o privados.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9132" y="4919505"/>
            <a:ext cx="6238352" cy="1013209"/>
          </a:xfrm>
          <a:custGeom>
            <a:avLst/>
            <a:gdLst/>
            <a:ahLst/>
            <a:cxnLst/>
            <a:rect l="l" t="t" r="r" b="b"/>
            <a:pathLst>
              <a:path w="6238352" h="1013209">
                <a:moveTo>
                  <a:pt x="66993" y="0"/>
                </a:moveTo>
                <a:lnTo>
                  <a:pt x="6171358" y="0"/>
                </a:lnTo>
                <a:cubicBezTo>
                  <a:pt x="6208358" y="0"/>
                  <a:pt x="6238352" y="29994"/>
                  <a:pt x="6238352" y="66993"/>
                </a:cubicBezTo>
                <a:lnTo>
                  <a:pt x="6238352" y="946215"/>
                </a:lnTo>
                <a:cubicBezTo>
                  <a:pt x="6238352" y="983190"/>
                  <a:pt x="6208333" y="1013209"/>
                  <a:pt x="6171358" y="1013209"/>
                </a:cubicBezTo>
                <a:lnTo>
                  <a:pt x="66993" y="1013209"/>
                </a:lnTo>
                <a:cubicBezTo>
                  <a:pt x="29994" y="1013209"/>
                  <a:pt x="0" y="983215"/>
                  <a:pt x="0" y="946215"/>
                </a:cubicBezTo>
                <a:lnTo>
                  <a:pt x="0" y="66993"/>
                </a:lnTo>
                <a:cubicBezTo>
                  <a:pt x="0" y="30019"/>
                  <a:pt x="30019" y="0"/>
                  <a:pt x="66993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231" y="5091165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83736" y="0"/>
                </a:moveTo>
                <a:cubicBezTo>
                  <a:pt x="88545" y="0"/>
                  <a:pt x="92960" y="2649"/>
                  <a:pt x="95250" y="6869"/>
                </a:cubicBezTo>
                <a:lnTo>
                  <a:pt x="165902" y="137707"/>
                </a:lnTo>
                <a:cubicBezTo>
                  <a:pt x="168094" y="141763"/>
                  <a:pt x="167996" y="146669"/>
                  <a:pt x="165641" y="150627"/>
                </a:cubicBezTo>
                <a:cubicBezTo>
                  <a:pt x="163286" y="154585"/>
                  <a:pt x="159001" y="157005"/>
                  <a:pt x="154389" y="157005"/>
                </a:cubicBezTo>
                <a:lnTo>
                  <a:pt x="13084" y="157005"/>
                </a:lnTo>
                <a:cubicBezTo>
                  <a:pt x="8472" y="157005"/>
                  <a:pt x="4220" y="154585"/>
                  <a:pt x="1832" y="150627"/>
                </a:cubicBezTo>
                <a:cubicBezTo>
                  <a:pt x="-556" y="146669"/>
                  <a:pt x="-621" y="141763"/>
                  <a:pt x="1570" y="137707"/>
                </a:cubicBezTo>
                <a:lnTo>
                  <a:pt x="72223" y="6869"/>
                </a:lnTo>
                <a:cubicBezTo>
                  <a:pt x="74512" y="2649"/>
                  <a:pt x="78928" y="0"/>
                  <a:pt x="83736" y="0"/>
                </a:cubicBezTo>
                <a:close/>
                <a:moveTo>
                  <a:pt x="83736" y="54952"/>
                </a:moveTo>
                <a:cubicBezTo>
                  <a:pt x="79386" y="54952"/>
                  <a:pt x="75886" y="58452"/>
                  <a:pt x="75886" y="62802"/>
                </a:cubicBezTo>
                <a:lnTo>
                  <a:pt x="75886" y="99437"/>
                </a:lnTo>
                <a:cubicBezTo>
                  <a:pt x="75886" y="103787"/>
                  <a:pt x="79386" y="107287"/>
                  <a:pt x="83736" y="107287"/>
                </a:cubicBezTo>
                <a:cubicBezTo>
                  <a:pt x="88087" y="107287"/>
                  <a:pt x="91587" y="103787"/>
                  <a:pt x="91587" y="99437"/>
                </a:cubicBezTo>
                <a:lnTo>
                  <a:pt x="91587" y="62802"/>
                </a:lnTo>
                <a:cubicBezTo>
                  <a:pt x="91587" y="58452"/>
                  <a:pt x="88087" y="54952"/>
                  <a:pt x="83736" y="54952"/>
                </a:cubicBezTo>
                <a:close/>
                <a:moveTo>
                  <a:pt x="92470" y="125604"/>
                </a:moveTo>
                <a:cubicBezTo>
                  <a:pt x="92668" y="122363"/>
                  <a:pt x="91052" y="119278"/>
                  <a:pt x="88273" y="117597"/>
                </a:cubicBezTo>
                <a:cubicBezTo>
                  <a:pt x="85494" y="115916"/>
                  <a:pt x="82011" y="115916"/>
                  <a:pt x="79233" y="117597"/>
                </a:cubicBezTo>
                <a:cubicBezTo>
                  <a:pt x="76454" y="119278"/>
                  <a:pt x="74837" y="122363"/>
                  <a:pt x="75036" y="125604"/>
                </a:cubicBezTo>
                <a:cubicBezTo>
                  <a:pt x="74837" y="128846"/>
                  <a:pt x="76454" y="131930"/>
                  <a:pt x="79233" y="133611"/>
                </a:cubicBezTo>
                <a:cubicBezTo>
                  <a:pt x="82011" y="135292"/>
                  <a:pt x="85494" y="135292"/>
                  <a:pt x="88273" y="133611"/>
                </a:cubicBezTo>
                <a:cubicBezTo>
                  <a:pt x="91052" y="131930"/>
                  <a:pt x="92668" y="128846"/>
                  <a:pt x="92470" y="125604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3" name="Text 21"/>
          <p:cNvSpPr/>
          <p:nvPr/>
        </p:nvSpPr>
        <p:spPr>
          <a:xfrm>
            <a:off x="787121" y="5057670"/>
            <a:ext cx="572756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Inaceptable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7121" y="5359121"/>
            <a:ext cx="5719187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Estas prácticas están </a:t>
            </a:r>
            <a:pPr>
              <a:lnSpc>
                <a:spcPct val="140000"/>
              </a:lnSpc>
            </a:pPr>
            <a:r>
              <a:rPr lang="en-US" sz="105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prohibidas en la Unión Europea</a:t>
            </a:r>
            <a:pPr>
              <a:lnSpc>
                <a:spcPct val="140000"/>
              </a:lnSpc>
            </a:pPr>
            <a:r>
              <a:rPr lang="en-US" sz="1055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según el Artículo 5 del Reglamento de IA, al representar una amenaza evidente para los derechos fundamentales.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47442" y="1172308"/>
            <a:ext cx="5107912" cy="3483429"/>
          </a:xfrm>
          <a:custGeom>
            <a:avLst/>
            <a:gdLst/>
            <a:ahLst/>
            <a:cxnLst/>
            <a:rect l="l" t="t" r="r" b="b"/>
            <a:pathLst>
              <a:path w="5107912" h="3483429">
                <a:moveTo>
                  <a:pt x="66986" y="0"/>
                </a:moveTo>
                <a:lnTo>
                  <a:pt x="5040926" y="0"/>
                </a:lnTo>
                <a:cubicBezTo>
                  <a:pt x="5077921" y="0"/>
                  <a:pt x="5107912" y="29991"/>
                  <a:pt x="5107912" y="66986"/>
                </a:cubicBezTo>
                <a:lnTo>
                  <a:pt x="5107912" y="3416442"/>
                </a:lnTo>
                <a:cubicBezTo>
                  <a:pt x="5107912" y="3453438"/>
                  <a:pt x="5077921" y="3483429"/>
                  <a:pt x="5040926" y="3483429"/>
                </a:cubicBezTo>
                <a:lnTo>
                  <a:pt x="66986" y="3483429"/>
                </a:lnTo>
                <a:cubicBezTo>
                  <a:pt x="29991" y="3483429"/>
                  <a:pt x="0" y="3453438"/>
                  <a:pt x="0" y="3416442"/>
                </a:cubicBezTo>
                <a:lnTo>
                  <a:pt x="0" y="66986"/>
                </a:lnTo>
                <a:cubicBezTo>
                  <a:pt x="0" y="30016"/>
                  <a:pt x="30016" y="0"/>
                  <a:pt x="6698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81420" y="1306286"/>
            <a:ext cx="4923692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 Prohibidas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81420" y="1674725"/>
            <a:ext cx="4839956" cy="636396"/>
          </a:xfrm>
          <a:custGeom>
            <a:avLst/>
            <a:gdLst/>
            <a:ahLst/>
            <a:cxnLst/>
            <a:rect l="l" t="t" r="r" b="b"/>
            <a:pathLst>
              <a:path w="4839956" h="636396">
                <a:moveTo>
                  <a:pt x="33494" y="0"/>
                </a:moveTo>
                <a:lnTo>
                  <a:pt x="4806463" y="0"/>
                </a:lnTo>
                <a:cubicBezTo>
                  <a:pt x="4824960" y="0"/>
                  <a:pt x="4839956" y="14996"/>
                  <a:pt x="4839956" y="33494"/>
                </a:cubicBezTo>
                <a:lnTo>
                  <a:pt x="4839956" y="602902"/>
                </a:lnTo>
                <a:cubicBezTo>
                  <a:pt x="4839956" y="621400"/>
                  <a:pt x="4824960" y="636396"/>
                  <a:pt x="4806463" y="636396"/>
                </a:cubicBezTo>
                <a:lnTo>
                  <a:pt x="33494" y="636396"/>
                </a:lnTo>
                <a:cubicBezTo>
                  <a:pt x="14996" y="636396"/>
                  <a:pt x="0" y="621400"/>
                  <a:pt x="0" y="602902"/>
                </a:cubicBezTo>
                <a:lnTo>
                  <a:pt x="0" y="33494"/>
                </a:lnTo>
                <a:cubicBezTo>
                  <a:pt x="0" y="14996"/>
                  <a:pt x="14996" y="0"/>
                  <a:pt x="33494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998651" y="1808703"/>
            <a:ext cx="133978" cy="133978"/>
          </a:xfrm>
          <a:custGeom>
            <a:avLst/>
            <a:gdLst/>
            <a:ahLst/>
            <a:cxnLst/>
            <a:rect l="l" t="t" r="r" b="b"/>
            <a:pathLst>
              <a:path w="133978" h="133978">
                <a:moveTo>
                  <a:pt x="31401" y="14654"/>
                </a:moveTo>
                <a:cubicBezTo>
                  <a:pt x="31401" y="6568"/>
                  <a:pt x="37969" y="0"/>
                  <a:pt x="46055" y="0"/>
                </a:cubicBezTo>
                <a:lnTo>
                  <a:pt x="52335" y="0"/>
                </a:lnTo>
                <a:cubicBezTo>
                  <a:pt x="56967" y="0"/>
                  <a:pt x="60709" y="3742"/>
                  <a:pt x="60709" y="8374"/>
                </a:cubicBezTo>
                <a:lnTo>
                  <a:pt x="60709" y="125604"/>
                </a:lnTo>
                <a:cubicBezTo>
                  <a:pt x="60709" y="130236"/>
                  <a:pt x="56967" y="133978"/>
                  <a:pt x="52335" y="133978"/>
                </a:cubicBezTo>
                <a:lnTo>
                  <a:pt x="43962" y="133978"/>
                </a:lnTo>
                <a:cubicBezTo>
                  <a:pt x="36164" y="133978"/>
                  <a:pt x="29596" y="128640"/>
                  <a:pt x="27738" y="121418"/>
                </a:cubicBezTo>
                <a:cubicBezTo>
                  <a:pt x="27554" y="121418"/>
                  <a:pt x="27397" y="121418"/>
                  <a:pt x="27214" y="121418"/>
                </a:cubicBezTo>
                <a:cubicBezTo>
                  <a:pt x="15648" y="121418"/>
                  <a:pt x="6280" y="112050"/>
                  <a:pt x="6280" y="100484"/>
                </a:cubicBezTo>
                <a:cubicBezTo>
                  <a:pt x="6280" y="95773"/>
                  <a:pt x="7850" y="91430"/>
                  <a:pt x="10467" y="87923"/>
                </a:cubicBezTo>
                <a:cubicBezTo>
                  <a:pt x="5391" y="84103"/>
                  <a:pt x="2093" y="78032"/>
                  <a:pt x="2093" y="71176"/>
                </a:cubicBezTo>
                <a:cubicBezTo>
                  <a:pt x="2093" y="63090"/>
                  <a:pt x="6699" y="56051"/>
                  <a:pt x="13398" y="52571"/>
                </a:cubicBezTo>
                <a:cubicBezTo>
                  <a:pt x="11540" y="49431"/>
                  <a:pt x="10467" y="45767"/>
                  <a:pt x="10467" y="41868"/>
                </a:cubicBezTo>
                <a:cubicBezTo>
                  <a:pt x="10467" y="30302"/>
                  <a:pt x="19835" y="20934"/>
                  <a:pt x="31401" y="20934"/>
                </a:cubicBezTo>
                <a:lnTo>
                  <a:pt x="31401" y="14654"/>
                </a:lnTo>
                <a:close/>
                <a:moveTo>
                  <a:pt x="102577" y="14654"/>
                </a:moveTo>
                <a:lnTo>
                  <a:pt x="102577" y="20934"/>
                </a:lnTo>
                <a:cubicBezTo>
                  <a:pt x="114143" y="20934"/>
                  <a:pt x="123511" y="30302"/>
                  <a:pt x="123511" y="41868"/>
                </a:cubicBezTo>
                <a:cubicBezTo>
                  <a:pt x="123511" y="45793"/>
                  <a:pt x="122438" y="49457"/>
                  <a:pt x="120580" y="52571"/>
                </a:cubicBezTo>
                <a:cubicBezTo>
                  <a:pt x="127305" y="56051"/>
                  <a:pt x="131885" y="63064"/>
                  <a:pt x="131885" y="71176"/>
                </a:cubicBezTo>
                <a:cubicBezTo>
                  <a:pt x="131885" y="78032"/>
                  <a:pt x="128587" y="84103"/>
                  <a:pt x="123511" y="87923"/>
                </a:cubicBezTo>
                <a:cubicBezTo>
                  <a:pt x="126128" y="91430"/>
                  <a:pt x="127698" y="95773"/>
                  <a:pt x="127698" y="100484"/>
                </a:cubicBezTo>
                <a:cubicBezTo>
                  <a:pt x="127698" y="112050"/>
                  <a:pt x="118330" y="121418"/>
                  <a:pt x="106764" y="121418"/>
                </a:cubicBezTo>
                <a:cubicBezTo>
                  <a:pt x="106581" y="121418"/>
                  <a:pt x="106424" y="121418"/>
                  <a:pt x="106240" y="121418"/>
                </a:cubicBezTo>
                <a:cubicBezTo>
                  <a:pt x="104382" y="128640"/>
                  <a:pt x="97814" y="133978"/>
                  <a:pt x="90016" y="133978"/>
                </a:cubicBezTo>
                <a:lnTo>
                  <a:pt x="81643" y="133978"/>
                </a:lnTo>
                <a:cubicBezTo>
                  <a:pt x="77011" y="133978"/>
                  <a:pt x="73269" y="130236"/>
                  <a:pt x="73269" y="125604"/>
                </a:cubicBezTo>
                <a:lnTo>
                  <a:pt x="73269" y="8374"/>
                </a:lnTo>
                <a:cubicBezTo>
                  <a:pt x="73269" y="3742"/>
                  <a:pt x="77011" y="0"/>
                  <a:pt x="81643" y="0"/>
                </a:cubicBezTo>
                <a:lnTo>
                  <a:pt x="87923" y="0"/>
                </a:lnTo>
                <a:cubicBezTo>
                  <a:pt x="96009" y="0"/>
                  <a:pt x="102577" y="6568"/>
                  <a:pt x="102577" y="1465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9" name="Text 27"/>
          <p:cNvSpPr/>
          <p:nvPr/>
        </p:nvSpPr>
        <p:spPr>
          <a:xfrm>
            <a:off x="7216365" y="1775209"/>
            <a:ext cx="142351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Técnicas Subliminales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81904" y="2043165"/>
            <a:ext cx="469760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Manipulación por debajo del umbral de la conciencia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81420" y="2411604"/>
            <a:ext cx="4839956" cy="636396"/>
          </a:xfrm>
          <a:custGeom>
            <a:avLst/>
            <a:gdLst/>
            <a:ahLst/>
            <a:cxnLst/>
            <a:rect l="l" t="t" r="r" b="b"/>
            <a:pathLst>
              <a:path w="4839956" h="636396">
                <a:moveTo>
                  <a:pt x="33494" y="0"/>
                </a:moveTo>
                <a:lnTo>
                  <a:pt x="4806463" y="0"/>
                </a:lnTo>
                <a:cubicBezTo>
                  <a:pt x="4824960" y="0"/>
                  <a:pt x="4839956" y="14996"/>
                  <a:pt x="4839956" y="33494"/>
                </a:cubicBezTo>
                <a:lnTo>
                  <a:pt x="4839956" y="602902"/>
                </a:lnTo>
                <a:cubicBezTo>
                  <a:pt x="4839956" y="621400"/>
                  <a:pt x="4824960" y="636396"/>
                  <a:pt x="4806463" y="636396"/>
                </a:cubicBezTo>
                <a:lnTo>
                  <a:pt x="33494" y="636396"/>
                </a:lnTo>
                <a:cubicBezTo>
                  <a:pt x="14996" y="636396"/>
                  <a:pt x="0" y="621400"/>
                  <a:pt x="0" y="602902"/>
                </a:cubicBezTo>
                <a:lnTo>
                  <a:pt x="0" y="33494"/>
                </a:lnTo>
                <a:cubicBezTo>
                  <a:pt x="0" y="14996"/>
                  <a:pt x="14996" y="0"/>
                  <a:pt x="33494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990277" y="2545582"/>
            <a:ext cx="150725" cy="133978"/>
          </a:xfrm>
          <a:custGeom>
            <a:avLst/>
            <a:gdLst/>
            <a:ahLst/>
            <a:cxnLst/>
            <a:rect l="l" t="t" r="r" b="b"/>
            <a:pathLst>
              <a:path w="150725" h="133978">
                <a:moveTo>
                  <a:pt x="10729" y="-6516"/>
                </a:moveTo>
                <a:cubicBezTo>
                  <a:pt x="8269" y="-8975"/>
                  <a:pt x="4291" y="-8975"/>
                  <a:pt x="1858" y="-6516"/>
                </a:cubicBezTo>
                <a:cubicBezTo>
                  <a:pt x="-576" y="-4056"/>
                  <a:pt x="-602" y="-79"/>
                  <a:pt x="1832" y="2381"/>
                </a:cubicBezTo>
                <a:lnTo>
                  <a:pt x="139997" y="140546"/>
                </a:lnTo>
                <a:cubicBezTo>
                  <a:pt x="142456" y="143006"/>
                  <a:pt x="146434" y="143006"/>
                  <a:pt x="148867" y="140546"/>
                </a:cubicBezTo>
                <a:cubicBezTo>
                  <a:pt x="151301" y="138086"/>
                  <a:pt x="151327" y="134109"/>
                  <a:pt x="148867" y="131675"/>
                </a:cubicBezTo>
                <a:lnTo>
                  <a:pt x="81512" y="64294"/>
                </a:lnTo>
                <a:cubicBezTo>
                  <a:pt x="95904" y="61441"/>
                  <a:pt x="106764" y="48724"/>
                  <a:pt x="106764" y="33495"/>
                </a:cubicBezTo>
                <a:cubicBezTo>
                  <a:pt x="106764" y="16145"/>
                  <a:pt x="92712" y="2093"/>
                  <a:pt x="75363" y="2093"/>
                </a:cubicBezTo>
                <a:cubicBezTo>
                  <a:pt x="60133" y="2093"/>
                  <a:pt x="47416" y="12953"/>
                  <a:pt x="44563" y="27345"/>
                </a:cubicBezTo>
                <a:lnTo>
                  <a:pt x="10729" y="-6516"/>
                </a:lnTo>
                <a:close/>
                <a:moveTo>
                  <a:pt x="61651" y="79916"/>
                </a:moveTo>
                <a:cubicBezTo>
                  <a:pt x="38702" y="82847"/>
                  <a:pt x="20934" y="102446"/>
                  <a:pt x="20934" y="126206"/>
                </a:cubicBezTo>
                <a:cubicBezTo>
                  <a:pt x="20934" y="130498"/>
                  <a:pt x="24414" y="133978"/>
                  <a:pt x="28706" y="133978"/>
                </a:cubicBezTo>
                <a:lnTo>
                  <a:pt x="115713" y="133978"/>
                </a:lnTo>
                <a:lnTo>
                  <a:pt x="61651" y="79916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3" name="Text 31"/>
          <p:cNvSpPr/>
          <p:nvPr/>
        </p:nvSpPr>
        <p:spPr>
          <a:xfrm>
            <a:off x="7216365" y="2512088"/>
            <a:ext cx="202641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Explotación de Vulnerabilidades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1904" y="2780044"/>
            <a:ext cx="469760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Aprovechamiento de debilidades personales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81420" y="3148484"/>
            <a:ext cx="4839956" cy="636396"/>
          </a:xfrm>
          <a:custGeom>
            <a:avLst/>
            <a:gdLst/>
            <a:ahLst/>
            <a:cxnLst/>
            <a:rect l="l" t="t" r="r" b="b"/>
            <a:pathLst>
              <a:path w="4839956" h="636396">
                <a:moveTo>
                  <a:pt x="33494" y="0"/>
                </a:moveTo>
                <a:lnTo>
                  <a:pt x="4806463" y="0"/>
                </a:lnTo>
                <a:cubicBezTo>
                  <a:pt x="4824960" y="0"/>
                  <a:pt x="4839956" y="14996"/>
                  <a:pt x="4839956" y="33494"/>
                </a:cubicBezTo>
                <a:lnTo>
                  <a:pt x="4839956" y="602902"/>
                </a:lnTo>
                <a:cubicBezTo>
                  <a:pt x="4839956" y="621400"/>
                  <a:pt x="4824960" y="636396"/>
                  <a:pt x="4806463" y="636396"/>
                </a:cubicBezTo>
                <a:lnTo>
                  <a:pt x="33494" y="636396"/>
                </a:lnTo>
                <a:cubicBezTo>
                  <a:pt x="14996" y="636396"/>
                  <a:pt x="0" y="621400"/>
                  <a:pt x="0" y="602902"/>
                </a:cubicBezTo>
                <a:lnTo>
                  <a:pt x="0" y="33494"/>
                </a:lnTo>
                <a:cubicBezTo>
                  <a:pt x="0" y="14996"/>
                  <a:pt x="14996" y="0"/>
                  <a:pt x="33494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998651" y="3282462"/>
            <a:ext cx="133978" cy="133978"/>
          </a:xfrm>
          <a:custGeom>
            <a:avLst/>
            <a:gdLst/>
            <a:ahLst/>
            <a:cxnLst/>
            <a:rect l="l" t="t" r="r" b="b"/>
            <a:pathLst>
              <a:path w="133978" h="133978">
                <a:moveTo>
                  <a:pt x="8374" y="8374"/>
                </a:moveTo>
                <a:cubicBezTo>
                  <a:pt x="13005" y="8374"/>
                  <a:pt x="16747" y="12116"/>
                  <a:pt x="16747" y="16747"/>
                </a:cubicBezTo>
                <a:lnTo>
                  <a:pt x="16747" y="104670"/>
                </a:lnTo>
                <a:cubicBezTo>
                  <a:pt x="16747" y="106973"/>
                  <a:pt x="18631" y="108857"/>
                  <a:pt x="20934" y="108857"/>
                </a:cubicBezTo>
                <a:lnTo>
                  <a:pt x="125604" y="108857"/>
                </a:lnTo>
                <a:cubicBezTo>
                  <a:pt x="130236" y="108857"/>
                  <a:pt x="133978" y="112599"/>
                  <a:pt x="133978" y="117231"/>
                </a:cubicBezTo>
                <a:cubicBezTo>
                  <a:pt x="133978" y="121862"/>
                  <a:pt x="130236" y="125604"/>
                  <a:pt x="125604" y="125604"/>
                </a:cubicBezTo>
                <a:lnTo>
                  <a:pt x="20934" y="125604"/>
                </a:lnTo>
                <a:cubicBezTo>
                  <a:pt x="9368" y="125604"/>
                  <a:pt x="0" y="116236"/>
                  <a:pt x="0" y="104670"/>
                </a:cubicBezTo>
                <a:lnTo>
                  <a:pt x="0" y="16747"/>
                </a:lnTo>
                <a:cubicBezTo>
                  <a:pt x="0" y="12116"/>
                  <a:pt x="3742" y="8374"/>
                  <a:pt x="8374" y="8374"/>
                </a:cubicBezTo>
                <a:close/>
                <a:moveTo>
                  <a:pt x="33495" y="25121"/>
                </a:moveTo>
                <a:cubicBezTo>
                  <a:pt x="33495" y="20489"/>
                  <a:pt x="37236" y="16747"/>
                  <a:pt x="41868" y="16747"/>
                </a:cubicBezTo>
                <a:lnTo>
                  <a:pt x="92110" y="16747"/>
                </a:lnTo>
                <a:cubicBezTo>
                  <a:pt x="96742" y="16747"/>
                  <a:pt x="100484" y="20489"/>
                  <a:pt x="100484" y="25121"/>
                </a:cubicBezTo>
                <a:cubicBezTo>
                  <a:pt x="100484" y="29753"/>
                  <a:pt x="96742" y="33495"/>
                  <a:pt x="92110" y="33495"/>
                </a:cubicBezTo>
                <a:lnTo>
                  <a:pt x="41868" y="33495"/>
                </a:lnTo>
                <a:cubicBezTo>
                  <a:pt x="37236" y="33495"/>
                  <a:pt x="33495" y="29753"/>
                  <a:pt x="33495" y="25121"/>
                </a:cubicBezTo>
                <a:close/>
                <a:moveTo>
                  <a:pt x="41868" y="46055"/>
                </a:moveTo>
                <a:lnTo>
                  <a:pt x="75363" y="46055"/>
                </a:lnTo>
                <a:cubicBezTo>
                  <a:pt x="79994" y="46055"/>
                  <a:pt x="83736" y="49797"/>
                  <a:pt x="83736" y="54429"/>
                </a:cubicBezTo>
                <a:cubicBezTo>
                  <a:pt x="83736" y="59060"/>
                  <a:pt x="79994" y="62802"/>
                  <a:pt x="75363" y="62802"/>
                </a:cubicBezTo>
                <a:lnTo>
                  <a:pt x="41868" y="62802"/>
                </a:lnTo>
                <a:cubicBezTo>
                  <a:pt x="37236" y="62802"/>
                  <a:pt x="33495" y="59060"/>
                  <a:pt x="33495" y="54429"/>
                </a:cubicBezTo>
                <a:cubicBezTo>
                  <a:pt x="33495" y="49797"/>
                  <a:pt x="37236" y="46055"/>
                  <a:pt x="41868" y="46055"/>
                </a:cubicBezTo>
                <a:close/>
                <a:moveTo>
                  <a:pt x="41868" y="75363"/>
                </a:moveTo>
                <a:lnTo>
                  <a:pt x="108857" y="75363"/>
                </a:lnTo>
                <a:cubicBezTo>
                  <a:pt x="113489" y="75363"/>
                  <a:pt x="117231" y="79105"/>
                  <a:pt x="117231" y="83736"/>
                </a:cubicBezTo>
                <a:cubicBezTo>
                  <a:pt x="117231" y="88368"/>
                  <a:pt x="113489" y="92110"/>
                  <a:pt x="108857" y="92110"/>
                </a:cubicBezTo>
                <a:lnTo>
                  <a:pt x="41868" y="92110"/>
                </a:lnTo>
                <a:cubicBezTo>
                  <a:pt x="37236" y="92110"/>
                  <a:pt x="33495" y="88368"/>
                  <a:pt x="33495" y="83736"/>
                </a:cubicBezTo>
                <a:cubicBezTo>
                  <a:pt x="33495" y="79105"/>
                  <a:pt x="37236" y="75363"/>
                  <a:pt x="41868" y="7536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7" name="Text 35"/>
          <p:cNvSpPr/>
          <p:nvPr/>
        </p:nvSpPr>
        <p:spPr>
          <a:xfrm>
            <a:off x="7216365" y="3248967"/>
            <a:ext cx="1247670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Social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81904" y="3516923"/>
            <a:ext cx="469760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Puntuación basada en comportamiento social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81420" y="3885363"/>
            <a:ext cx="4839956" cy="636396"/>
          </a:xfrm>
          <a:custGeom>
            <a:avLst/>
            <a:gdLst/>
            <a:ahLst/>
            <a:cxnLst/>
            <a:rect l="l" t="t" r="r" b="b"/>
            <a:pathLst>
              <a:path w="4839956" h="636396">
                <a:moveTo>
                  <a:pt x="33494" y="0"/>
                </a:moveTo>
                <a:lnTo>
                  <a:pt x="4806463" y="0"/>
                </a:lnTo>
                <a:cubicBezTo>
                  <a:pt x="4824960" y="0"/>
                  <a:pt x="4839956" y="14996"/>
                  <a:pt x="4839956" y="33494"/>
                </a:cubicBezTo>
                <a:lnTo>
                  <a:pt x="4839956" y="602902"/>
                </a:lnTo>
                <a:cubicBezTo>
                  <a:pt x="4839956" y="621400"/>
                  <a:pt x="4824960" y="636396"/>
                  <a:pt x="4806463" y="636396"/>
                </a:cubicBezTo>
                <a:lnTo>
                  <a:pt x="33494" y="636396"/>
                </a:lnTo>
                <a:cubicBezTo>
                  <a:pt x="14996" y="636396"/>
                  <a:pt x="0" y="621400"/>
                  <a:pt x="0" y="602902"/>
                </a:cubicBezTo>
                <a:lnTo>
                  <a:pt x="0" y="33494"/>
                </a:lnTo>
                <a:cubicBezTo>
                  <a:pt x="0" y="14996"/>
                  <a:pt x="14996" y="0"/>
                  <a:pt x="33494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998651" y="4019341"/>
            <a:ext cx="133978" cy="133978"/>
          </a:xfrm>
          <a:custGeom>
            <a:avLst/>
            <a:gdLst/>
            <a:ahLst/>
            <a:cxnLst/>
            <a:rect l="l" t="t" r="r" b="b"/>
            <a:pathLst>
              <a:path w="133978" h="133978">
                <a:moveTo>
                  <a:pt x="75363" y="8374"/>
                </a:moveTo>
                <a:cubicBezTo>
                  <a:pt x="75363" y="3742"/>
                  <a:pt x="71621" y="0"/>
                  <a:pt x="66989" y="0"/>
                </a:cubicBezTo>
                <a:cubicBezTo>
                  <a:pt x="62357" y="0"/>
                  <a:pt x="58615" y="3742"/>
                  <a:pt x="58615" y="8374"/>
                </a:cubicBezTo>
                <a:lnTo>
                  <a:pt x="58615" y="62802"/>
                </a:lnTo>
                <a:cubicBezTo>
                  <a:pt x="58615" y="65105"/>
                  <a:pt x="56731" y="66989"/>
                  <a:pt x="54429" y="66989"/>
                </a:cubicBezTo>
                <a:cubicBezTo>
                  <a:pt x="52126" y="66989"/>
                  <a:pt x="50242" y="65105"/>
                  <a:pt x="50242" y="62802"/>
                </a:cubicBezTo>
                <a:lnTo>
                  <a:pt x="50242" y="16747"/>
                </a:lnTo>
                <a:cubicBezTo>
                  <a:pt x="50242" y="12116"/>
                  <a:pt x="46500" y="8374"/>
                  <a:pt x="41868" y="8374"/>
                </a:cubicBezTo>
                <a:cubicBezTo>
                  <a:pt x="37236" y="8374"/>
                  <a:pt x="33495" y="12116"/>
                  <a:pt x="33495" y="16747"/>
                </a:cubicBezTo>
                <a:lnTo>
                  <a:pt x="33495" y="87923"/>
                </a:lnTo>
                <a:cubicBezTo>
                  <a:pt x="33495" y="88316"/>
                  <a:pt x="33495" y="88734"/>
                  <a:pt x="33521" y="89127"/>
                </a:cubicBezTo>
                <a:lnTo>
                  <a:pt x="17689" y="74054"/>
                </a:lnTo>
                <a:cubicBezTo>
                  <a:pt x="13502" y="70077"/>
                  <a:pt x="6882" y="70234"/>
                  <a:pt x="2878" y="74421"/>
                </a:cubicBezTo>
                <a:cubicBezTo>
                  <a:pt x="-1125" y="78607"/>
                  <a:pt x="-942" y="85228"/>
                  <a:pt x="3245" y="89231"/>
                </a:cubicBezTo>
                <a:lnTo>
                  <a:pt x="32657" y="117231"/>
                </a:lnTo>
                <a:cubicBezTo>
                  <a:pt x="43935" y="127986"/>
                  <a:pt x="58929" y="133978"/>
                  <a:pt x="74525" y="133978"/>
                </a:cubicBezTo>
                <a:lnTo>
                  <a:pt x="79549" y="133978"/>
                </a:lnTo>
                <a:cubicBezTo>
                  <a:pt x="104984" y="133978"/>
                  <a:pt x="125604" y="113358"/>
                  <a:pt x="125604" y="87923"/>
                </a:cubicBezTo>
                <a:lnTo>
                  <a:pt x="125604" y="33495"/>
                </a:lnTo>
                <a:cubicBezTo>
                  <a:pt x="125604" y="28863"/>
                  <a:pt x="121862" y="25121"/>
                  <a:pt x="117231" y="25121"/>
                </a:cubicBezTo>
                <a:cubicBezTo>
                  <a:pt x="112599" y="25121"/>
                  <a:pt x="108857" y="28863"/>
                  <a:pt x="108857" y="33495"/>
                </a:cubicBezTo>
                <a:lnTo>
                  <a:pt x="108857" y="62802"/>
                </a:lnTo>
                <a:cubicBezTo>
                  <a:pt x="108857" y="65105"/>
                  <a:pt x="106973" y="66989"/>
                  <a:pt x="104670" y="66989"/>
                </a:cubicBezTo>
                <a:cubicBezTo>
                  <a:pt x="102368" y="66989"/>
                  <a:pt x="100484" y="65105"/>
                  <a:pt x="100484" y="62802"/>
                </a:cubicBezTo>
                <a:lnTo>
                  <a:pt x="100484" y="16747"/>
                </a:lnTo>
                <a:cubicBezTo>
                  <a:pt x="100484" y="12116"/>
                  <a:pt x="96742" y="8374"/>
                  <a:pt x="92110" y="8374"/>
                </a:cubicBezTo>
                <a:cubicBezTo>
                  <a:pt x="87478" y="8374"/>
                  <a:pt x="83736" y="12116"/>
                  <a:pt x="83736" y="16747"/>
                </a:cubicBezTo>
                <a:lnTo>
                  <a:pt x="83736" y="62802"/>
                </a:lnTo>
                <a:cubicBezTo>
                  <a:pt x="83736" y="65105"/>
                  <a:pt x="81852" y="66989"/>
                  <a:pt x="79549" y="66989"/>
                </a:cubicBezTo>
                <a:cubicBezTo>
                  <a:pt x="77247" y="66989"/>
                  <a:pt x="75363" y="65105"/>
                  <a:pt x="75363" y="62802"/>
                </a:cubicBezTo>
                <a:lnTo>
                  <a:pt x="75363" y="8374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1" name="Text 39"/>
          <p:cNvSpPr/>
          <p:nvPr/>
        </p:nvSpPr>
        <p:spPr>
          <a:xfrm>
            <a:off x="7216365" y="3985846"/>
            <a:ext cx="138164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Derechos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81904" y="4253802"/>
            <a:ext cx="469760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Afectación al acceso a servicios esenciales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47442" y="4756220"/>
            <a:ext cx="5107912" cy="1239297"/>
          </a:xfrm>
          <a:custGeom>
            <a:avLst/>
            <a:gdLst/>
            <a:ahLst/>
            <a:cxnLst/>
            <a:rect l="l" t="t" r="r" b="b"/>
            <a:pathLst>
              <a:path w="5107912" h="1239297">
                <a:moveTo>
                  <a:pt x="66984" y="0"/>
                </a:moveTo>
                <a:lnTo>
                  <a:pt x="5040928" y="0"/>
                </a:lnTo>
                <a:cubicBezTo>
                  <a:pt x="5077922" y="0"/>
                  <a:pt x="5107912" y="29990"/>
                  <a:pt x="5107912" y="66984"/>
                </a:cubicBezTo>
                <a:lnTo>
                  <a:pt x="5107912" y="1172313"/>
                </a:lnTo>
                <a:cubicBezTo>
                  <a:pt x="5107912" y="1209307"/>
                  <a:pt x="5077922" y="1239297"/>
                  <a:pt x="5040928" y="1239297"/>
                </a:cubicBezTo>
                <a:lnTo>
                  <a:pt x="66984" y="1239297"/>
                </a:lnTo>
                <a:cubicBezTo>
                  <a:pt x="29990" y="1239297"/>
                  <a:pt x="0" y="1209307"/>
                  <a:pt x="0" y="1172313"/>
                </a:cubicBezTo>
                <a:lnTo>
                  <a:pt x="0" y="66984"/>
                </a:lnTo>
                <a:cubicBezTo>
                  <a:pt x="0" y="29990"/>
                  <a:pt x="29990" y="0"/>
                  <a:pt x="6698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881420" y="4890198"/>
            <a:ext cx="4915319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 Legal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89794" y="5258637"/>
            <a:ext cx="150725" cy="133978"/>
          </a:xfrm>
          <a:custGeom>
            <a:avLst/>
            <a:gdLst/>
            <a:ahLst/>
            <a:cxnLst/>
            <a:rect l="l" t="t" r="r" b="b"/>
            <a:pathLst>
              <a:path w="150725" h="133978">
                <a:moveTo>
                  <a:pt x="44380" y="40141"/>
                </a:moveTo>
                <a:lnTo>
                  <a:pt x="39487" y="35248"/>
                </a:lnTo>
                <a:cubicBezTo>
                  <a:pt x="36216" y="31977"/>
                  <a:pt x="36216" y="26665"/>
                  <a:pt x="39487" y="23394"/>
                </a:cubicBezTo>
                <a:lnTo>
                  <a:pt x="69501" y="-6647"/>
                </a:lnTo>
                <a:cubicBezTo>
                  <a:pt x="72772" y="-9918"/>
                  <a:pt x="78084" y="-9918"/>
                  <a:pt x="81355" y="-6647"/>
                </a:cubicBezTo>
                <a:lnTo>
                  <a:pt x="86248" y="-1727"/>
                </a:lnTo>
                <a:cubicBezTo>
                  <a:pt x="89519" y="1544"/>
                  <a:pt x="89519" y="6856"/>
                  <a:pt x="86248" y="10127"/>
                </a:cubicBezTo>
                <a:lnTo>
                  <a:pt x="56234" y="40141"/>
                </a:lnTo>
                <a:cubicBezTo>
                  <a:pt x="52963" y="43412"/>
                  <a:pt x="47651" y="43412"/>
                  <a:pt x="44380" y="40141"/>
                </a:cubicBezTo>
                <a:close/>
                <a:moveTo>
                  <a:pt x="72223" y="55397"/>
                </a:moveTo>
                <a:lnTo>
                  <a:pt x="64006" y="47180"/>
                </a:lnTo>
                <a:lnTo>
                  <a:pt x="93314" y="17872"/>
                </a:lnTo>
                <a:lnTo>
                  <a:pt x="124558" y="49117"/>
                </a:lnTo>
                <a:lnTo>
                  <a:pt x="95250" y="78424"/>
                </a:lnTo>
                <a:lnTo>
                  <a:pt x="87033" y="70208"/>
                </a:lnTo>
                <a:lnTo>
                  <a:pt x="26325" y="130916"/>
                </a:lnTo>
                <a:cubicBezTo>
                  <a:pt x="22242" y="134999"/>
                  <a:pt x="15622" y="134999"/>
                  <a:pt x="11514" y="130916"/>
                </a:cubicBezTo>
                <a:cubicBezTo>
                  <a:pt x="7405" y="126834"/>
                  <a:pt x="7432" y="120214"/>
                  <a:pt x="11514" y="116106"/>
                </a:cubicBezTo>
                <a:lnTo>
                  <a:pt x="72223" y="55397"/>
                </a:lnTo>
                <a:close/>
                <a:moveTo>
                  <a:pt x="102289" y="98024"/>
                </a:moveTo>
                <a:cubicBezTo>
                  <a:pt x="99018" y="94753"/>
                  <a:pt x="99018" y="89441"/>
                  <a:pt x="102289" y="86170"/>
                </a:cubicBezTo>
                <a:lnTo>
                  <a:pt x="132303" y="56156"/>
                </a:lnTo>
                <a:cubicBezTo>
                  <a:pt x="135574" y="52885"/>
                  <a:pt x="140886" y="52885"/>
                  <a:pt x="144157" y="56156"/>
                </a:cubicBezTo>
                <a:lnTo>
                  <a:pt x="149051" y="61049"/>
                </a:lnTo>
                <a:cubicBezTo>
                  <a:pt x="152321" y="64320"/>
                  <a:pt x="152321" y="69632"/>
                  <a:pt x="149051" y="72903"/>
                </a:cubicBezTo>
                <a:lnTo>
                  <a:pt x="119036" y="102943"/>
                </a:lnTo>
                <a:cubicBezTo>
                  <a:pt x="115765" y="106214"/>
                  <a:pt x="110453" y="106214"/>
                  <a:pt x="107182" y="102943"/>
                </a:cubicBezTo>
                <a:lnTo>
                  <a:pt x="102289" y="9805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6" name="Text 44"/>
          <p:cNvSpPr/>
          <p:nvPr/>
        </p:nvSpPr>
        <p:spPr>
          <a:xfrm>
            <a:off x="7115882" y="5225143"/>
            <a:ext cx="172496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Artículo 5:</a:t>
            </a:r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Prácticas prohibidas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06541" y="5493099"/>
            <a:ext cx="117231" cy="133978"/>
          </a:xfrm>
          <a:custGeom>
            <a:avLst/>
            <a:gdLst/>
            <a:ahLst/>
            <a:cxnLst/>
            <a:rect l="l" t="t" r="r" b="b"/>
            <a:pathLst>
              <a:path w="117231" h="133978">
                <a:moveTo>
                  <a:pt x="33495" y="0"/>
                </a:moveTo>
                <a:cubicBezTo>
                  <a:pt x="28863" y="0"/>
                  <a:pt x="25121" y="3742"/>
                  <a:pt x="25121" y="8374"/>
                </a:cubicBezTo>
                <a:lnTo>
                  <a:pt x="25121" y="16747"/>
                </a:lnTo>
                <a:lnTo>
                  <a:pt x="16747" y="16747"/>
                </a:lnTo>
                <a:cubicBezTo>
                  <a:pt x="7510" y="16747"/>
                  <a:pt x="0" y="24257"/>
                  <a:pt x="0" y="33495"/>
                </a:cubicBezTo>
                <a:lnTo>
                  <a:pt x="0" y="46055"/>
                </a:lnTo>
                <a:lnTo>
                  <a:pt x="117231" y="46055"/>
                </a:lnTo>
                <a:lnTo>
                  <a:pt x="117231" y="33495"/>
                </a:lnTo>
                <a:cubicBezTo>
                  <a:pt x="117231" y="24257"/>
                  <a:pt x="109721" y="16747"/>
                  <a:pt x="100484" y="16747"/>
                </a:cubicBezTo>
                <a:lnTo>
                  <a:pt x="92110" y="16747"/>
                </a:lnTo>
                <a:lnTo>
                  <a:pt x="92110" y="8374"/>
                </a:lnTo>
                <a:cubicBezTo>
                  <a:pt x="92110" y="3742"/>
                  <a:pt x="88368" y="0"/>
                  <a:pt x="83736" y="0"/>
                </a:cubicBezTo>
                <a:cubicBezTo>
                  <a:pt x="79105" y="0"/>
                  <a:pt x="75363" y="3742"/>
                  <a:pt x="75363" y="8374"/>
                </a:cubicBezTo>
                <a:lnTo>
                  <a:pt x="75363" y="16747"/>
                </a:lnTo>
                <a:lnTo>
                  <a:pt x="41868" y="16747"/>
                </a:lnTo>
                <a:lnTo>
                  <a:pt x="41868" y="8374"/>
                </a:lnTo>
                <a:cubicBezTo>
                  <a:pt x="41868" y="3742"/>
                  <a:pt x="38126" y="0"/>
                  <a:pt x="33495" y="0"/>
                </a:cubicBezTo>
                <a:close/>
                <a:moveTo>
                  <a:pt x="0" y="58615"/>
                </a:moveTo>
                <a:lnTo>
                  <a:pt x="0" y="108857"/>
                </a:lnTo>
                <a:cubicBezTo>
                  <a:pt x="0" y="118094"/>
                  <a:pt x="7510" y="125604"/>
                  <a:pt x="16747" y="125604"/>
                </a:cubicBezTo>
                <a:lnTo>
                  <a:pt x="100484" y="125604"/>
                </a:lnTo>
                <a:cubicBezTo>
                  <a:pt x="109721" y="125604"/>
                  <a:pt x="117231" y="118094"/>
                  <a:pt x="117231" y="108857"/>
                </a:cubicBezTo>
                <a:lnTo>
                  <a:pt x="117231" y="58615"/>
                </a:lnTo>
                <a:lnTo>
                  <a:pt x="0" y="58615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8" name="Text 46"/>
          <p:cNvSpPr/>
          <p:nvPr/>
        </p:nvSpPr>
        <p:spPr>
          <a:xfrm>
            <a:off x="7115882" y="5459604"/>
            <a:ext cx="162448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Vigente desde:</a:t>
            </a:r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Febrero 2025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906541" y="5727560"/>
            <a:ext cx="117231" cy="133978"/>
          </a:xfrm>
          <a:custGeom>
            <a:avLst/>
            <a:gdLst/>
            <a:ahLst/>
            <a:cxnLst/>
            <a:rect l="l" t="t" r="r" b="b"/>
            <a:pathLst>
              <a:path w="117231" h="133978">
                <a:moveTo>
                  <a:pt x="19181" y="50242"/>
                </a:moveTo>
                <a:cubicBezTo>
                  <a:pt x="26377" y="26037"/>
                  <a:pt x="48803" y="8374"/>
                  <a:pt x="75363" y="8374"/>
                </a:cubicBezTo>
                <a:lnTo>
                  <a:pt x="92110" y="8374"/>
                </a:lnTo>
                <a:cubicBezTo>
                  <a:pt x="96742" y="8374"/>
                  <a:pt x="100484" y="12116"/>
                  <a:pt x="100484" y="16747"/>
                </a:cubicBezTo>
                <a:cubicBezTo>
                  <a:pt x="100484" y="21379"/>
                  <a:pt x="96742" y="25121"/>
                  <a:pt x="92110" y="25121"/>
                </a:cubicBezTo>
                <a:lnTo>
                  <a:pt x="75363" y="25121"/>
                </a:lnTo>
                <a:cubicBezTo>
                  <a:pt x="58197" y="25121"/>
                  <a:pt x="43438" y="35457"/>
                  <a:pt x="36975" y="50242"/>
                </a:cubicBezTo>
                <a:lnTo>
                  <a:pt x="71176" y="50242"/>
                </a:lnTo>
                <a:cubicBezTo>
                  <a:pt x="74656" y="50242"/>
                  <a:pt x="77456" y="53042"/>
                  <a:pt x="77456" y="56522"/>
                </a:cubicBezTo>
                <a:cubicBezTo>
                  <a:pt x="77456" y="60002"/>
                  <a:pt x="74656" y="62802"/>
                  <a:pt x="71176" y="62802"/>
                </a:cubicBezTo>
                <a:lnTo>
                  <a:pt x="33704" y="62802"/>
                </a:lnTo>
                <a:cubicBezTo>
                  <a:pt x="33573" y="64189"/>
                  <a:pt x="33495" y="65576"/>
                  <a:pt x="33495" y="66989"/>
                </a:cubicBezTo>
                <a:cubicBezTo>
                  <a:pt x="33495" y="68402"/>
                  <a:pt x="33573" y="69789"/>
                  <a:pt x="33704" y="71176"/>
                </a:cubicBezTo>
                <a:lnTo>
                  <a:pt x="71176" y="71176"/>
                </a:lnTo>
                <a:cubicBezTo>
                  <a:pt x="74656" y="71176"/>
                  <a:pt x="77456" y="73976"/>
                  <a:pt x="77456" y="77456"/>
                </a:cubicBezTo>
                <a:cubicBezTo>
                  <a:pt x="77456" y="80936"/>
                  <a:pt x="74656" y="83736"/>
                  <a:pt x="71176" y="83736"/>
                </a:cubicBezTo>
                <a:lnTo>
                  <a:pt x="36975" y="83736"/>
                </a:lnTo>
                <a:cubicBezTo>
                  <a:pt x="43438" y="98521"/>
                  <a:pt x="58197" y="108857"/>
                  <a:pt x="75363" y="108857"/>
                </a:cubicBezTo>
                <a:lnTo>
                  <a:pt x="92110" y="108857"/>
                </a:lnTo>
                <a:cubicBezTo>
                  <a:pt x="96742" y="108857"/>
                  <a:pt x="100484" y="112599"/>
                  <a:pt x="100484" y="117231"/>
                </a:cubicBezTo>
                <a:cubicBezTo>
                  <a:pt x="100484" y="121862"/>
                  <a:pt x="96742" y="125604"/>
                  <a:pt x="92110" y="125604"/>
                </a:cubicBezTo>
                <a:lnTo>
                  <a:pt x="75363" y="125604"/>
                </a:lnTo>
                <a:cubicBezTo>
                  <a:pt x="48803" y="125604"/>
                  <a:pt x="26377" y="107941"/>
                  <a:pt x="19181" y="83736"/>
                </a:cubicBezTo>
                <a:lnTo>
                  <a:pt x="10467" y="83736"/>
                </a:lnTo>
                <a:cubicBezTo>
                  <a:pt x="6987" y="83736"/>
                  <a:pt x="4187" y="80936"/>
                  <a:pt x="4187" y="77456"/>
                </a:cubicBezTo>
                <a:cubicBezTo>
                  <a:pt x="4187" y="73976"/>
                  <a:pt x="6987" y="71176"/>
                  <a:pt x="10467" y="71176"/>
                </a:cubicBezTo>
                <a:lnTo>
                  <a:pt x="16904" y="71176"/>
                </a:lnTo>
                <a:cubicBezTo>
                  <a:pt x="16721" y="68428"/>
                  <a:pt x="16721" y="65550"/>
                  <a:pt x="16904" y="62802"/>
                </a:cubicBezTo>
                <a:lnTo>
                  <a:pt x="10467" y="62802"/>
                </a:lnTo>
                <a:cubicBezTo>
                  <a:pt x="6987" y="62802"/>
                  <a:pt x="4187" y="60002"/>
                  <a:pt x="4187" y="56522"/>
                </a:cubicBezTo>
                <a:cubicBezTo>
                  <a:pt x="4187" y="53042"/>
                  <a:pt x="6987" y="50242"/>
                  <a:pt x="10467" y="50242"/>
                </a:cubicBezTo>
                <a:lnTo>
                  <a:pt x="19181" y="50242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0" name="Text 48"/>
          <p:cNvSpPr/>
          <p:nvPr/>
        </p:nvSpPr>
        <p:spPr>
          <a:xfrm>
            <a:off x="7115882" y="5694066"/>
            <a:ext cx="225250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Sanciones:</a:t>
            </a:r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Hasta €35M o 7% facturación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751629" y="6100187"/>
            <a:ext cx="5099538" cy="477297"/>
          </a:xfrm>
          <a:custGeom>
            <a:avLst/>
            <a:gdLst/>
            <a:ahLst/>
            <a:cxnLst/>
            <a:rect l="l" t="t" r="r" b="b"/>
            <a:pathLst>
              <a:path w="5099538" h="477297">
                <a:moveTo>
                  <a:pt x="66989" y="0"/>
                </a:moveTo>
                <a:lnTo>
                  <a:pt x="5032550" y="0"/>
                </a:lnTo>
                <a:cubicBezTo>
                  <a:pt x="5069522" y="0"/>
                  <a:pt x="5099538" y="30017"/>
                  <a:pt x="5099538" y="66989"/>
                </a:cubicBezTo>
                <a:lnTo>
                  <a:pt x="5099538" y="410308"/>
                </a:lnTo>
                <a:cubicBezTo>
                  <a:pt x="5099538" y="447305"/>
                  <a:pt x="5069547" y="477297"/>
                  <a:pt x="5032550" y="477297"/>
                </a:cubicBezTo>
                <a:lnTo>
                  <a:pt x="66989" y="477297"/>
                </a:lnTo>
                <a:cubicBezTo>
                  <a:pt x="30017" y="477297"/>
                  <a:pt x="0" y="447280"/>
                  <a:pt x="0" y="410308"/>
                </a:cubicBezTo>
                <a:lnTo>
                  <a:pt x="0" y="66989"/>
                </a:lnTo>
                <a:cubicBezTo>
                  <a:pt x="0" y="29992"/>
                  <a:pt x="29992" y="0"/>
                  <a:pt x="66989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14914" y="6238352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144131" y="161912"/>
                </a:moveTo>
                <a:lnTo>
                  <a:pt x="39055" y="56836"/>
                </a:lnTo>
                <a:cubicBezTo>
                  <a:pt x="30263" y="69161"/>
                  <a:pt x="25121" y="84233"/>
                  <a:pt x="25121" y="100484"/>
                </a:cubicBezTo>
                <a:cubicBezTo>
                  <a:pt x="25121" y="142090"/>
                  <a:pt x="58877" y="175846"/>
                  <a:pt x="100484" y="175846"/>
                </a:cubicBezTo>
                <a:cubicBezTo>
                  <a:pt x="116773" y="175846"/>
                  <a:pt x="131845" y="170704"/>
                  <a:pt x="144131" y="161912"/>
                </a:cubicBezTo>
                <a:close/>
                <a:moveTo>
                  <a:pt x="161912" y="144131"/>
                </a:moveTo>
                <a:cubicBezTo>
                  <a:pt x="170704" y="131806"/>
                  <a:pt x="175846" y="116734"/>
                  <a:pt x="175846" y="100484"/>
                </a:cubicBezTo>
                <a:cubicBezTo>
                  <a:pt x="175846" y="58877"/>
                  <a:pt x="142090" y="25121"/>
                  <a:pt x="100484" y="25121"/>
                </a:cubicBezTo>
                <a:cubicBezTo>
                  <a:pt x="84194" y="25121"/>
                  <a:pt x="69122" y="30263"/>
                  <a:pt x="56836" y="39055"/>
                </a:cubicBezTo>
                <a:lnTo>
                  <a:pt x="161912" y="144131"/>
                </a:lnTo>
                <a:close/>
                <a:moveTo>
                  <a:pt x="0" y="100484"/>
                </a:moveTo>
                <a:cubicBezTo>
                  <a:pt x="0" y="45025"/>
                  <a:pt x="45025" y="0"/>
                  <a:pt x="100484" y="0"/>
                </a:cubicBezTo>
                <a:cubicBezTo>
                  <a:pt x="155942" y="0"/>
                  <a:pt x="200967" y="45025"/>
                  <a:pt x="200967" y="100484"/>
                </a:cubicBezTo>
                <a:cubicBezTo>
                  <a:pt x="200967" y="155942"/>
                  <a:pt x="155942" y="200967"/>
                  <a:pt x="100484" y="200967"/>
                </a:cubicBezTo>
                <a:cubicBezTo>
                  <a:pt x="45025" y="200967"/>
                  <a:pt x="0" y="155942"/>
                  <a:pt x="0" y="10048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3" name="Text 51"/>
          <p:cNvSpPr/>
          <p:nvPr/>
        </p:nvSpPr>
        <p:spPr>
          <a:xfrm>
            <a:off x="7241486" y="6238352"/>
            <a:ext cx="142351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PROHIBIDO EN LA UE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55353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spc="289" kern="0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Prácticas Prohibidas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594732"/>
            <a:ext cx="11649745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Biometría y Reconocimiento Facial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842" y="1049527"/>
            <a:ext cx="839621" cy="34984"/>
          </a:xfrm>
          <a:custGeom>
            <a:avLst/>
            <a:gdLst/>
            <a:ahLst/>
            <a:cxnLst/>
            <a:rect l="l" t="t" r="r" b="b"/>
            <a:pathLst>
              <a:path w="839621" h="34984">
                <a:moveTo>
                  <a:pt x="0" y="0"/>
                </a:moveTo>
                <a:lnTo>
                  <a:pt x="839621" y="0"/>
                </a:lnTo>
                <a:lnTo>
                  <a:pt x="839621" y="34984"/>
                </a:lnTo>
                <a:lnTo>
                  <a:pt x="0" y="34984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367334" y="1224448"/>
            <a:ext cx="5658697" cy="1451845"/>
          </a:xfrm>
          <a:custGeom>
            <a:avLst/>
            <a:gdLst/>
            <a:ahLst/>
            <a:cxnLst/>
            <a:rect l="l" t="t" r="r" b="b"/>
            <a:pathLst>
              <a:path w="5658697" h="1451845">
                <a:moveTo>
                  <a:pt x="0" y="0"/>
                </a:moveTo>
                <a:lnTo>
                  <a:pt x="5588733" y="0"/>
                </a:lnTo>
                <a:cubicBezTo>
                  <a:pt x="5627373" y="0"/>
                  <a:pt x="5658697" y="31324"/>
                  <a:pt x="5658697" y="69964"/>
                </a:cubicBezTo>
                <a:lnTo>
                  <a:pt x="5658697" y="1381881"/>
                </a:lnTo>
                <a:cubicBezTo>
                  <a:pt x="5658697" y="1420521"/>
                  <a:pt x="5627373" y="1451845"/>
                  <a:pt x="5588733" y="1451845"/>
                </a:cubicBezTo>
                <a:lnTo>
                  <a:pt x="0" y="145184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2181A">
                  <a:alpha val="30000"/>
                </a:srgbClr>
              </a:gs>
              <a:gs pos="100000">
                <a:srgbClr val="1A1D2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67334" y="1224448"/>
            <a:ext cx="34984" cy="1451845"/>
          </a:xfrm>
          <a:custGeom>
            <a:avLst/>
            <a:gdLst/>
            <a:ahLst/>
            <a:cxnLst/>
            <a:rect l="l" t="t" r="r" b="b"/>
            <a:pathLst>
              <a:path w="34984" h="1451845">
                <a:moveTo>
                  <a:pt x="0" y="0"/>
                </a:moveTo>
                <a:lnTo>
                  <a:pt x="34984" y="0"/>
                </a:lnTo>
                <a:lnTo>
                  <a:pt x="34984" y="1451845"/>
                </a:lnTo>
                <a:lnTo>
                  <a:pt x="0" y="145184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Shape 5"/>
          <p:cNvSpPr/>
          <p:nvPr/>
        </p:nvSpPr>
        <p:spPr>
          <a:xfrm>
            <a:off x="524763" y="1364385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8141" y="1486829"/>
            <a:ext cx="153056" cy="174921"/>
          </a:xfrm>
          <a:custGeom>
            <a:avLst/>
            <a:gdLst/>
            <a:ahLst/>
            <a:cxnLst/>
            <a:rect l="l" t="t" r="r" b="b"/>
            <a:pathLst>
              <a:path w="153056" h="174921">
                <a:moveTo>
                  <a:pt x="58421" y="-5466"/>
                </a:moveTo>
                <a:cubicBezTo>
                  <a:pt x="45985" y="-5466"/>
                  <a:pt x="38674" y="14451"/>
                  <a:pt x="35087" y="32798"/>
                </a:cubicBezTo>
                <a:lnTo>
                  <a:pt x="24598" y="32798"/>
                </a:lnTo>
                <a:cubicBezTo>
                  <a:pt x="20054" y="32798"/>
                  <a:pt x="16399" y="36453"/>
                  <a:pt x="16399" y="40997"/>
                </a:cubicBezTo>
                <a:cubicBezTo>
                  <a:pt x="16399" y="45541"/>
                  <a:pt x="20054" y="49197"/>
                  <a:pt x="24598" y="49197"/>
                </a:cubicBezTo>
                <a:lnTo>
                  <a:pt x="32798" y="49197"/>
                </a:lnTo>
                <a:lnTo>
                  <a:pt x="32798" y="60129"/>
                </a:lnTo>
                <a:cubicBezTo>
                  <a:pt x="32798" y="65937"/>
                  <a:pt x="33925" y="71472"/>
                  <a:pt x="35975" y="76528"/>
                </a:cubicBezTo>
                <a:lnTo>
                  <a:pt x="32798" y="76528"/>
                </a:lnTo>
                <a:lnTo>
                  <a:pt x="32798" y="76528"/>
                </a:lnTo>
                <a:lnTo>
                  <a:pt x="25794" y="76528"/>
                </a:lnTo>
                <a:cubicBezTo>
                  <a:pt x="20601" y="76528"/>
                  <a:pt x="16399" y="80730"/>
                  <a:pt x="16399" y="85923"/>
                </a:cubicBezTo>
                <a:cubicBezTo>
                  <a:pt x="16399" y="86948"/>
                  <a:pt x="16570" y="87939"/>
                  <a:pt x="16877" y="88895"/>
                </a:cubicBezTo>
                <a:lnTo>
                  <a:pt x="26751" y="118482"/>
                </a:lnTo>
                <a:cubicBezTo>
                  <a:pt x="13734" y="129688"/>
                  <a:pt x="5466" y="146257"/>
                  <a:pt x="5466" y="164774"/>
                </a:cubicBezTo>
                <a:cubicBezTo>
                  <a:pt x="5466" y="170377"/>
                  <a:pt x="10010" y="174921"/>
                  <a:pt x="15613" y="174921"/>
                </a:cubicBezTo>
                <a:lnTo>
                  <a:pt x="137443" y="174921"/>
                </a:lnTo>
                <a:cubicBezTo>
                  <a:pt x="143046" y="174921"/>
                  <a:pt x="147590" y="170377"/>
                  <a:pt x="147590" y="164774"/>
                </a:cubicBezTo>
                <a:cubicBezTo>
                  <a:pt x="147590" y="146257"/>
                  <a:pt x="139322" y="129688"/>
                  <a:pt x="126305" y="118516"/>
                </a:cubicBezTo>
                <a:lnTo>
                  <a:pt x="136179" y="88930"/>
                </a:lnTo>
                <a:cubicBezTo>
                  <a:pt x="136486" y="87973"/>
                  <a:pt x="136657" y="86982"/>
                  <a:pt x="136657" y="85957"/>
                </a:cubicBezTo>
                <a:cubicBezTo>
                  <a:pt x="136657" y="80764"/>
                  <a:pt x="132455" y="76562"/>
                  <a:pt x="127262" y="76562"/>
                </a:cubicBezTo>
                <a:lnTo>
                  <a:pt x="120258" y="76562"/>
                </a:lnTo>
                <a:lnTo>
                  <a:pt x="120258" y="76562"/>
                </a:lnTo>
                <a:lnTo>
                  <a:pt x="117081" y="76562"/>
                </a:lnTo>
                <a:cubicBezTo>
                  <a:pt x="119131" y="71506"/>
                  <a:pt x="120258" y="65971"/>
                  <a:pt x="120258" y="60163"/>
                </a:cubicBezTo>
                <a:lnTo>
                  <a:pt x="120258" y="49231"/>
                </a:lnTo>
                <a:lnTo>
                  <a:pt x="128458" y="49231"/>
                </a:lnTo>
                <a:cubicBezTo>
                  <a:pt x="133002" y="49231"/>
                  <a:pt x="136657" y="45575"/>
                  <a:pt x="136657" y="41031"/>
                </a:cubicBezTo>
                <a:cubicBezTo>
                  <a:pt x="136657" y="36487"/>
                  <a:pt x="133002" y="32832"/>
                  <a:pt x="128458" y="32832"/>
                </a:cubicBezTo>
                <a:lnTo>
                  <a:pt x="117969" y="32832"/>
                </a:lnTo>
                <a:cubicBezTo>
                  <a:pt x="114416" y="14486"/>
                  <a:pt x="107071" y="-5432"/>
                  <a:pt x="94635" y="-5432"/>
                </a:cubicBezTo>
                <a:cubicBezTo>
                  <a:pt x="91355" y="-5432"/>
                  <a:pt x="88144" y="-4100"/>
                  <a:pt x="85240" y="-2631"/>
                </a:cubicBezTo>
                <a:cubicBezTo>
                  <a:pt x="82438" y="-1230"/>
                  <a:pt x="78954" y="34"/>
                  <a:pt x="76528" y="34"/>
                </a:cubicBezTo>
                <a:cubicBezTo>
                  <a:pt x="74102" y="34"/>
                  <a:pt x="70618" y="-1230"/>
                  <a:pt x="67816" y="-2631"/>
                </a:cubicBezTo>
                <a:cubicBezTo>
                  <a:pt x="64912" y="-4134"/>
                  <a:pt x="61701" y="-5466"/>
                  <a:pt x="58421" y="-5466"/>
                </a:cubicBezTo>
                <a:close/>
                <a:moveTo>
                  <a:pt x="90433" y="160025"/>
                </a:moveTo>
                <a:lnTo>
                  <a:pt x="81960" y="135803"/>
                </a:lnTo>
                <a:lnTo>
                  <a:pt x="91492" y="124700"/>
                </a:lnTo>
                <a:cubicBezTo>
                  <a:pt x="92414" y="123606"/>
                  <a:pt x="92927" y="122240"/>
                  <a:pt x="92927" y="120805"/>
                </a:cubicBezTo>
                <a:cubicBezTo>
                  <a:pt x="92927" y="117491"/>
                  <a:pt x="90262" y="114826"/>
                  <a:pt x="86948" y="114826"/>
                </a:cubicBezTo>
                <a:lnTo>
                  <a:pt x="66108" y="114826"/>
                </a:lnTo>
                <a:cubicBezTo>
                  <a:pt x="62794" y="114826"/>
                  <a:pt x="60129" y="117491"/>
                  <a:pt x="60129" y="120805"/>
                </a:cubicBezTo>
                <a:cubicBezTo>
                  <a:pt x="60129" y="122240"/>
                  <a:pt x="60642" y="123606"/>
                  <a:pt x="61564" y="124700"/>
                </a:cubicBezTo>
                <a:lnTo>
                  <a:pt x="71096" y="135803"/>
                </a:lnTo>
                <a:lnTo>
                  <a:pt x="62623" y="160025"/>
                </a:lnTo>
                <a:lnTo>
                  <a:pt x="43149" y="98393"/>
                </a:lnTo>
                <a:lnTo>
                  <a:pt x="55346" y="98393"/>
                </a:lnTo>
                <a:cubicBezTo>
                  <a:pt x="61632" y="101878"/>
                  <a:pt x="68841" y="103859"/>
                  <a:pt x="76528" y="103859"/>
                </a:cubicBezTo>
                <a:cubicBezTo>
                  <a:pt x="84215" y="103859"/>
                  <a:pt x="91424" y="101878"/>
                  <a:pt x="97710" y="98393"/>
                </a:cubicBezTo>
                <a:lnTo>
                  <a:pt x="109906" y="98393"/>
                </a:lnTo>
                <a:lnTo>
                  <a:pt x="90433" y="160025"/>
                </a:lnTo>
                <a:close/>
                <a:moveTo>
                  <a:pt x="76528" y="87461"/>
                </a:moveTo>
                <a:cubicBezTo>
                  <a:pt x="64673" y="87461"/>
                  <a:pt x="54595" y="79910"/>
                  <a:pt x="50802" y="69353"/>
                </a:cubicBezTo>
                <a:cubicBezTo>
                  <a:pt x="52750" y="70447"/>
                  <a:pt x="55004" y="71062"/>
                  <a:pt x="57396" y="71062"/>
                </a:cubicBezTo>
                <a:lnTo>
                  <a:pt x="61632" y="71062"/>
                </a:lnTo>
                <a:cubicBezTo>
                  <a:pt x="67269" y="71062"/>
                  <a:pt x="72257" y="67440"/>
                  <a:pt x="74034" y="62111"/>
                </a:cubicBezTo>
                <a:cubicBezTo>
                  <a:pt x="74820" y="59719"/>
                  <a:pt x="78202" y="59719"/>
                  <a:pt x="78988" y="62111"/>
                </a:cubicBezTo>
                <a:cubicBezTo>
                  <a:pt x="80764" y="67440"/>
                  <a:pt x="85786" y="71062"/>
                  <a:pt x="91389" y="71062"/>
                </a:cubicBezTo>
                <a:lnTo>
                  <a:pt x="95626" y="71062"/>
                </a:lnTo>
                <a:cubicBezTo>
                  <a:pt x="98017" y="71062"/>
                  <a:pt x="100272" y="70447"/>
                  <a:pt x="102220" y="69353"/>
                </a:cubicBezTo>
                <a:cubicBezTo>
                  <a:pt x="98427" y="79910"/>
                  <a:pt x="88349" y="87461"/>
                  <a:pt x="76494" y="87461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9" name="Text 7"/>
          <p:cNvSpPr/>
          <p:nvPr/>
        </p:nvSpPr>
        <p:spPr>
          <a:xfrm>
            <a:off x="1049527" y="1364385"/>
            <a:ext cx="492402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de Riesgo Criminal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9527" y="1679242"/>
            <a:ext cx="4906537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IA que intenten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predecir si una persona cometerá un delito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basándose en su perfil o características personales, sin pruebas objetivas.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3900" y="2208379"/>
            <a:ext cx="4827822" cy="323604"/>
          </a:xfrm>
          <a:custGeom>
            <a:avLst/>
            <a:gdLst/>
            <a:ahLst/>
            <a:cxnLst/>
            <a:rect l="l" t="t" r="r" b="b"/>
            <a:pathLst>
              <a:path w="4827822" h="323604">
                <a:moveTo>
                  <a:pt x="34985" y="0"/>
                </a:moveTo>
                <a:lnTo>
                  <a:pt x="4792837" y="0"/>
                </a:lnTo>
                <a:cubicBezTo>
                  <a:pt x="4812159" y="0"/>
                  <a:pt x="4827822" y="15663"/>
                  <a:pt x="4827822" y="34985"/>
                </a:cubicBezTo>
                <a:lnTo>
                  <a:pt x="4827822" y="288619"/>
                </a:lnTo>
                <a:cubicBezTo>
                  <a:pt x="4827822" y="307941"/>
                  <a:pt x="4812159" y="323604"/>
                  <a:pt x="4792837" y="323604"/>
                </a:cubicBezTo>
                <a:lnTo>
                  <a:pt x="34985" y="323604"/>
                </a:lnTo>
                <a:cubicBezTo>
                  <a:pt x="15663" y="323604"/>
                  <a:pt x="0" y="307941"/>
                  <a:pt x="0" y="288619"/>
                </a:cubicBezTo>
                <a:lnTo>
                  <a:pt x="0" y="34985"/>
                </a:lnTo>
                <a:cubicBezTo>
                  <a:pt x="0" y="15676"/>
                  <a:pt x="15676" y="0"/>
                  <a:pt x="34985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8241" y="2282720"/>
            <a:ext cx="4740362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Prohibido:</a:t>
            </a:r>
            <a:pPr>
              <a:lnSpc>
                <a:spcPct val="120000"/>
              </a:lnSpc>
            </a:pPr>
            <a:r>
              <a:rPr lang="en-US" sz="964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IA predictiva policial basada únicamente en perfiles personales.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7334" y="2781245"/>
            <a:ext cx="5658697" cy="1451845"/>
          </a:xfrm>
          <a:custGeom>
            <a:avLst/>
            <a:gdLst/>
            <a:ahLst/>
            <a:cxnLst/>
            <a:rect l="l" t="t" r="r" b="b"/>
            <a:pathLst>
              <a:path w="5658697" h="1451845">
                <a:moveTo>
                  <a:pt x="0" y="0"/>
                </a:moveTo>
                <a:lnTo>
                  <a:pt x="5588733" y="0"/>
                </a:lnTo>
                <a:cubicBezTo>
                  <a:pt x="5627373" y="0"/>
                  <a:pt x="5658697" y="31324"/>
                  <a:pt x="5658697" y="69964"/>
                </a:cubicBezTo>
                <a:lnTo>
                  <a:pt x="5658697" y="1381881"/>
                </a:lnTo>
                <a:cubicBezTo>
                  <a:pt x="5658697" y="1420521"/>
                  <a:pt x="5627373" y="1451845"/>
                  <a:pt x="5588733" y="1451845"/>
                </a:cubicBezTo>
                <a:lnTo>
                  <a:pt x="0" y="145184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2181A">
                  <a:alpha val="30000"/>
                </a:srgbClr>
              </a:gs>
              <a:gs pos="100000">
                <a:srgbClr val="1A1D24"/>
              </a:gs>
            </a:gsLst>
            <a:lin ang="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367334" y="2781245"/>
            <a:ext cx="34984" cy="1451845"/>
          </a:xfrm>
          <a:custGeom>
            <a:avLst/>
            <a:gdLst/>
            <a:ahLst/>
            <a:cxnLst/>
            <a:rect l="l" t="t" r="r" b="b"/>
            <a:pathLst>
              <a:path w="34984" h="1451845">
                <a:moveTo>
                  <a:pt x="0" y="0"/>
                </a:moveTo>
                <a:lnTo>
                  <a:pt x="34984" y="0"/>
                </a:lnTo>
                <a:lnTo>
                  <a:pt x="34984" y="1451845"/>
                </a:lnTo>
                <a:lnTo>
                  <a:pt x="0" y="145184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5" name="Shape 13"/>
          <p:cNvSpPr/>
          <p:nvPr/>
        </p:nvSpPr>
        <p:spPr>
          <a:xfrm>
            <a:off x="524763" y="2921182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141" y="3043627"/>
            <a:ext cx="153056" cy="174921"/>
          </a:xfrm>
          <a:custGeom>
            <a:avLst/>
            <a:gdLst/>
            <a:ahLst/>
            <a:cxnLst/>
            <a:rect l="l" t="t" r="r" b="b"/>
            <a:pathLst>
              <a:path w="153056" h="174921">
                <a:moveTo>
                  <a:pt x="153056" y="70310"/>
                </a:moveTo>
                <a:cubicBezTo>
                  <a:pt x="148000" y="73658"/>
                  <a:pt x="142192" y="76357"/>
                  <a:pt x="136145" y="78510"/>
                </a:cubicBezTo>
                <a:cubicBezTo>
                  <a:pt x="120087" y="84249"/>
                  <a:pt x="99008" y="87461"/>
                  <a:pt x="76528" y="87461"/>
                </a:cubicBezTo>
                <a:cubicBezTo>
                  <a:pt x="54048" y="87461"/>
                  <a:pt x="32934" y="84215"/>
                  <a:pt x="16911" y="78510"/>
                </a:cubicBezTo>
                <a:cubicBezTo>
                  <a:pt x="10898" y="76357"/>
                  <a:pt x="5056" y="73658"/>
                  <a:pt x="0" y="70310"/>
                </a:cubicBezTo>
                <a:lnTo>
                  <a:pt x="0" y="98393"/>
                </a:lnTo>
                <a:cubicBezTo>
                  <a:pt x="0" y="113494"/>
                  <a:pt x="34267" y="125725"/>
                  <a:pt x="76528" y="125725"/>
                </a:cubicBezTo>
                <a:cubicBezTo>
                  <a:pt x="118789" y="125725"/>
                  <a:pt x="153056" y="113494"/>
                  <a:pt x="153056" y="98393"/>
                </a:cubicBezTo>
                <a:lnTo>
                  <a:pt x="153056" y="70310"/>
                </a:lnTo>
                <a:close/>
                <a:moveTo>
                  <a:pt x="153056" y="43730"/>
                </a:moveTo>
                <a:lnTo>
                  <a:pt x="153056" y="27331"/>
                </a:lnTo>
                <a:cubicBezTo>
                  <a:pt x="153056" y="12231"/>
                  <a:pt x="118789" y="0"/>
                  <a:pt x="76528" y="0"/>
                </a:cubicBezTo>
                <a:cubicBezTo>
                  <a:pt x="34267" y="0"/>
                  <a:pt x="0" y="12231"/>
                  <a:pt x="0" y="27331"/>
                </a:cubicBezTo>
                <a:lnTo>
                  <a:pt x="0" y="43730"/>
                </a:lnTo>
                <a:cubicBezTo>
                  <a:pt x="0" y="58831"/>
                  <a:pt x="34267" y="71062"/>
                  <a:pt x="76528" y="71062"/>
                </a:cubicBezTo>
                <a:cubicBezTo>
                  <a:pt x="118789" y="71062"/>
                  <a:pt x="153056" y="58831"/>
                  <a:pt x="153056" y="43730"/>
                </a:cubicBezTo>
                <a:close/>
                <a:moveTo>
                  <a:pt x="136145" y="133172"/>
                </a:moveTo>
                <a:cubicBezTo>
                  <a:pt x="120122" y="138878"/>
                  <a:pt x="99042" y="142123"/>
                  <a:pt x="76528" y="142123"/>
                </a:cubicBezTo>
                <a:cubicBezTo>
                  <a:pt x="54014" y="142123"/>
                  <a:pt x="32934" y="138878"/>
                  <a:pt x="16911" y="133172"/>
                </a:cubicBezTo>
                <a:cubicBezTo>
                  <a:pt x="10898" y="131020"/>
                  <a:pt x="5056" y="128321"/>
                  <a:pt x="0" y="124973"/>
                </a:cubicBezTo>
                <a:lnTo>
                  <a:pt x="0" y="147590"/>
                </a:lnTo>
                <a:cubicBezTo>
                  <a:pt x="0" y="162690"/>
                  <a:pt x="34267" y="174921"/>
                  <a:pt x="76528" y="174921"/>
                </a:cubicBezTo>
                <a:cubicBezTo>
                  <a:pt x="118789" y="174921"/>
                  <a:pt x="153056" y="162690"/>
                  <a:pt x="153056" y="147590"/>
                </a:cubicBezTo>
                <a:lnTo>
                  <a:pt x="153056" y="124973"/>
                </a:lnTo>
                <a:cubicBezTo>
                  <a:pt x="148000" y="128321"/>
                  <a:pt x="142192" y="131020"/>
                  <a:pt x="136145" y="133172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7" name="Text 15"/>
          <p:cNvSpPr/>
          <p:nvPr/>
        </p:nvSpPr>
        <p:spPr>
          <a:xfrm>
            <a:off x="1049527" y="2921182"/>
            <a:ext cx="492402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Bases de Datos de Reconocimiento Facial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9527" y="3236040"/>
            <a:ext cx="4906537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que generen bases de datos de reconocimiento facial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extrayendo imágenes de internet o cámaras de seguridad sin consentimiento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3900" y="3765176"/>
            <a:ext cx="4827822" cy="323604"/>
          </a:xfrm>
          <a:custGeom>
            <a:avLst/>
            <a:gdLst/>
            <a:ahLst/>
            <a:cxnLst/>
            <a:rect l="l" t="t" r="r" b="b"/>
            <a:pathLst>
              <a:path w="4827822" h="323604">
                <a:moveTo>
                  <a:pt x="34985" y="0"/>
                </a:moveTo>
                <a:lnTo>
                  <a:pt x="4792837" y="0"/>
                </a:lnTo>
                <a:cubicBezTo>
                  <a:pt x="4812159" y="0"/>
                  <a:pt x="4827822" y="15663"/>
                  <a:pt x="4827822" y="34985"/>
                </a:cubicBezTo>
                <a:lnTo>
                  <a:pt x="4827822" y="288619"/>
                </a:lnTo>
                <a:cubicBezTo>
                  <a:pt x="4827822" y="307941"/>
                  <a:pt x="4812159" y="323604"/>
                  <a:pt x="4792837" y="323604"/>
                </a:cubicBezTo>
                <a:lnTo>
                  <a:pt x="34985" y="323604"/>
                </a:lnTo>
                <a:cubicBezTo>
                  <a:pt x="15663" y="323604"/>
                  <a:pt x="0" y="307941"/>
                  <a:pt x="0" y="288619"/>
                </a:cubicBezTo>
                <a:lnTo>
                  <a:pt x="0" y="34985"/>
                </a:lnTo>
                <a:cubicBezTo>
                  <a:pt x="0" y="15676"/>
                  <a:pt x="15676" y="0"/>
                  <a:pt x="34985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8241" y="3839518"/>
            <a:ext cx="4740362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Limitado:</a:t>
            </a:r>
            <a:pPr>
              <a:lnSpc>
                <a:spcPct val="120000"/>
              </a:lnSpc>
            </a:pPr>
            <a:r>
              <a:rPr lang="en-US" sz="964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Creación de bases de datos biométricas sensibles sin autorización.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7334" y="4338043"/>
            <a:ext cx="5658697" cy="1451845"/>
          </a:xfrm>
          <a:custGeom>
            <a:avLst/>
            <a:gdLst/>
            <a:ahLst/>
            <a:cxnLst/>
            <a:rect l="l" t="t" r="r" b="b"/>
            <a:pathLst>
              <a:path w="5658697" h="1451845">
                <a:moveTo>
                  <a:pt x="0" y="0"/>
                </a:moveTo>
                <a:lnTo>
                  <a:pt x="5588733" y="0"/>
                </a:lnTo>
                <a:cubicBezTo>
                  <a:pt x="5627373" y="0"/>
                  <a:pt x="5658697" y="31324"/>
                  <a:pt x="5658697" y="69964"/>
                </a:cubicBezTo>
                <a:lnTo>
                  <a:pt x="5658697" y="1381881"/>
                </a:lnTo>
                <a:cubicBezTo>
                  <a:pt x="5658697" y="1420521"/>
                  <a:pt x="5627373" y="1451845"/>
                  <a:pt x="5588733" y="1451845"/>
                </a:cubicBezTo>
                <a:lnTo>
                  <a:pt x="0" y="145184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2181A">
                  <a:alpha val="30000"/>
                </a:srgbClr>
              </a:gs>
              <a:gs pos="100000">
                <a:srgbClr val="1A1D24"/>
              </a:gs>
            </a:gsLst>
            <a:lin ang="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367334" y="4338043"/>
            <a:ext cx="34984" cy="1451845"/>
          </a:xfrm>
          <a:custGeom>
            <a:avLst/>
            <a:gdLst/>
            <a:ahLst/>
            <a:cxnLst/>
            <a:rect l="l" t="t" r="r" b="b"/>
            <a:pathLst>
              <a:path w="34984" h="1451845">
                <a:moveTo>
                  <a:pt x="0" y="0"/>
                </a:moveTo>
                <a:lnTo>
                  <a:pt x="34984" y="0"/>
                </a:lnTo>
                <a:lnTo>
                  <a:pt x="34984" y="1451845"/>
                </a:lnTo>
                <a:lnTo>
                  <a:pt x="0" y="145184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3" name="Shape 21"/>
          <p:cNvSpPr/>
          <p:nvPr/>
        </p:nvSpPr>
        <p:spPr>
          <a:xfrm>
            <a:off x="524763" y="4477980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7208" y="4600425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87461" y="174921"/>
                </a:moveTo>
                <a:cubicBezTo>
                  <a:pt x="135731" y="174921"/>
                  <a:pt x="174921" y="135731"/>
                  <a:pt x="174921" y="87461"/>
                </a:cubicBezTo>
                <a:cubicBezTo>
                  <a:pt x="174921" y="39190"/>
                  <a:pt x="135731" y="0"/>
                  <a:pt x="87461" y="0"/>
                </a:cubicBezTo>
                <a:cubicBezTo>
                  <a:pt x="39190" y="0"/>
                  <a:pt x="0" y="39190"/>
                  <a:pt x="0" y="87461"/>
                </a:cubicBezTo>
                <a:cubicBezTo>
                  <a:pt x="0" y="135731"/>
                  <a:pt x="39190" y="174921"/>
                  <a:pt x="87461" y="174921"/>
                </a:cubicBezTo>
                <a:close/>
                <a:moveTo>
                  <a:pt x="56508" y="109975"/>
                </a:moveTo>
                <a:cubicBezTo>
                  <a:pt x="63477" y="119541"/>
                  <a:pt x="74751" y="125725"/>
                  <a:pt x="87461" y="125725"/>
                </a:cubicBezTo>
                <a:cubicBezTo>
                  <a:pt x="100170" y="125725"/>
                  <a:pt x="111444" y="119541"/>
                  <a:pt x="118413" y="109975"/>
                </a:cubicBezTo>
                <a:cubicBezTo>
                  <a:pt x="121078" y="106319"/>
                  <a:pt x="126203" y="105499"/>
                  <a:pt x="129858" y="108164"/>
                </a:cubicBezTo>
                <a:cubicBezTo>
                  <a:pt x="133514" y="110829"/>
                  <a:pt x="134334" y="115954"/>
                  <a:pt x="131669" y="119609"/>
                </a:cubicBezTo>
                <a:cubicBezTo>
                  <a:pt x="121727" y="133241"/>
                  <a:pt x="105636" y="142123"/>
                  <a:pt x="87461" y="142123"/>
                </a:cubicBezTo>
                <a:cubicBezTo>
                  <a:pt x="69285" y="142123"/>
                  <a:pt x="53194" y="133241"/>
                  <a:pt x="43252" y="119609"/>
                </a:cubicBezTo>
                <a:cubicBezTo>
                  <a:pt x="40587" y="115954"/>
                  <a:pt x="41407" y="110829"/>
                  <a:pt x="45063" y="108164"/>
                </a:cubicBezTo>
                <a:cubicBezTo>
                  <a:pt x="48718" y="105499"/>
                  <a:pt x="53843" y="106319"/>
                  <a:pt x="56508" y="109975"/>
                </a:cubicBezTo>
                <a:close/>
                <a:moveTo>
                  <a:pt x="49197" y="71062"/>
                </a:moveTo>
                <a:cubicBezTo>
                  <a:pt x="49197" y="65028"/>
                  <a:pt x="54095" y="60129"/>
                  <a:pt x="60129" y="60129"/>
                </a:cubicBezTo>
                <a:cubicBezTo>
                  <a:pt x="66163" y="60129"/>
                  <a:pt x="71062" y="65028"/>
                  <a:pt x="71062" y="71062"/>
                </a:cubicBezTo>
                <a:cubicBezTo>
                  <a:pt x="71062" y="77096"/>
                  <a:pt x="66163" y="81994"/>
                  <a:pt x="60129" y="81994"/>
                </a:cubicBezTo>
                <a:cubicBezTo>
                  <a:pt x="54095" y="81994"/>
                  <a:pt x="49197" y="77096"/>
                  <a:pt x="49197" y="71062"/>
                </a:cubicBezTo>
                <a:close/>
                <a:moveTo>
                  <a:pt x="114792" y="60129"/>
                </a:moveTo>
                <a:cubicBezTo>
                  <a:pt x="120826" y="60129"/>
                  <a:pt x="125725" y="65028"/>
                  <a:pt x="125725" y="71062"/>
                </a:cubicBezTo>
                <a:cubicBezTo>
                  <a:pt x="125725" y="77096"/>
                  <a:pt x="120826" y="81994"/>
                  <a:pt x="114792" y="81994"/>
                </a:cubicBezTo>
                <a:cubicBezTo>
                  <a:pt x="108758" y="81994"/>
                  <a:pt x="103859" y="77096"/>
                  <a:pt x="103859" y="71062"/>
                </a:cubicBezTo>
                <a:cubicBezTo>
                  <a:pt x="103859" y="65028"/>
                  <a:pt x="108758" y="60129"/>
                  <a:pt x="114792" y="6012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5" name="Text 23"/>
          <p:cNvSpPr/>
          <p:nvPr/>
        </p:nvSpPr>
        <p:spPr>
          <a:xfrm>
            <a:off x="1049527" y="4477980"/>
            <a:ext cx="492402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Emociones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9527" y="4792838"/>
            <a:ext cx="4906537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IA que detecten emociones en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entornos laborales o educativos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salvo por razones médicas o de seguridad.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3900" y="5321974"/>
            <a:ext cx="4827822" cy="323604"/>
          </a:xfrm>
          <a:custGeom>
            <a:avLst/>
            <a:gdLst/>
            <a:ahLst/>
            <a:cxnLst/>
            <a:rect l="l" t="t" r="r" b="b"/>
            <a:pathLst>
              <a:path w="4827822" h="323604">
                <a:moveTo>
                  <a:pt x="34985" y="0"/>
                </a:moveTo>
                <a:lnTo>
                  <a:pt x="4792837" y="0"/>
                </a:lnTo>
                <a:cubicBezTo>
                  <a:pt x="4812159" y="0"/>
                  <a:pt x="4827822" y="15663"/>
                  <a:pt x="4827822" y="34985"/>
                </a:cubicBezTo>
                <a:lnTo>
                  <a:pt x="4827822" y="288619"/>
                </a:lnTo>
                <a:cubicBezTo>
                  <a:pt x="4827822" y="307941"/>
                  <a:pt x="4812159" y="323604"/>
                  <a:pt x="4792837" y="323604"/>
                </a:cubicBezTo>
                <a:lnTo>
                  <a:pt x="34985" y="323604"/>
                </a:lnTo>
                <a:cubicBezTo>
                  <a:pt x="15663" y="323604"/>
                  <a:pt x="0" y="307941"/>
                  <a:pt x="0" y="288619"/>
                </a:cubicBezTo>
                <a:lnTo>
                  <a:pt x="0" y="34985"/>
                </a:lnTo>
                <a:cubicBezTo>
                  <a:pt x="0" y="15676"/>
                  <a:pt x="15676" y="0"/>
                  <a:pt x="34985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8241" y="5396316"/>
            <a:ext cx="4740362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Excepciones:</a:t>
            </a:r>
            <a:pPr>
              <a:lnSpc>
                <a:spcPct val="120000"/>
              </a:lnSpc>
            </a:pPr>
            <a:r>
              <a:rPr lang="en-US" sz="964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Uso médico o de seguridad con autorización.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82367" y="1224448"/>
            <a:ext cx="5658697" cy="1451845"/>
          </a:xfrm>
          <a:custGeom>
            <a:avLst/>
            <a:gdLst/>
            <a:ahLst/>
            <a:cxnLst/>
            <a:rect l="l" t="t" r="r" b="b"/>
            <a:pathLst>
              <a:path w="5658697" h="1451845">
                <a:moveTo>
                  <a:pt x="0" y="0"/>
                </a:moveTo>
                <a:lnTo>
                  <a:pt x="5588733" y="0"/>
                </a:lnTo>
                <a:cubicBezTo>
                  <a:pt x="5627373" y="0"/>
                  <a:pt x="5658697" y="31324"/>
                  <a:pt x="5658697" y="69964"/>
                </a:cubicBezTo>
                <a:lnTo>
                  <a:pt x="5658697" y="1381881"/>
                </a:lnTo>
                <a:cubicBezTo>
                  <a:pt x="5658697" y="1420521"/>
                  <a:pt x="5627373" y="1451845"/>
                  <a:pt x="5588733" y="1451845"/>
                </a:cubicBezTo>
                <a:lnTo>
                  <a:pt x="0" y="145184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2181A">
                  <a:alpha val="30000"/>
                </a:srgbClr>
              </a:gs>
              <a:gs pos="100000">
                <a:srgbClr val="1A1D24"/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182367" y="1224448"/>
            <a:ext cx="34984" cy="1451845"/>
          </a:xfrm>
          <a:custGeom>
            <a:avLst/>
            <a:gdLst/>
            <a:ahLst/>
            <a:cxnLst/>
            <a:rect l="l" t="t" r="r" b="b"/>
            <a:pathLst>
              <a:path w="34984" h="1451845">
                <a:moveTo>
                  <a:pt x="0" y="0"/>
                </a:moveTo>
                <a:lnTo>
                  <a:pt x="34984" y="0"/>
                </a:lnTo>
                <a:lnTo>
                  <a:pt x="34984" y="1451845"/>
                </a:lnTo>
                <a:lnTo>
                  <a:pt x="0" y="145184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1" name="Shape 29"/>
          <p:cNvSpPr/>
          <p:nvPr/>
        </p:nvSpPr>
        <p:spPr>
          <a:xfrm>
            <a:off x="6339796" y="1364385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51308" y="1486829"/>
            <a:ext cx="196786" cy="174921"/>
          </a:xfrm>
          <a:custGeom>
            <a:avLst/>
            <a:gdLst/>
            <a:ahLst/>
            <a:cxnLst/>
            <a:rect l="l" t="t" r="r" b="b"/>
            <a:pathLst>
              <a:path w="196786" h="174921">
                <a:moveTo>
                  <a:pt x="98393" y="10933"/>
                </a:moveTo>
                <a:cubicBezTo>
                  <a:pt x="70788" y="10933"/>
                  <a:pt x="48684" y="23505"/>
                  <a:pt x="32593" y="38469"/>
                </a:cubicBezTo>
                <a:cubicBezTo>
                  <a:pt x="16604" y="53330"/>
                  <a:pt x="5910" y="71062"/>
                  <a:pt x="820" y="83258"/>
                </a:cubicBezTo>
                <a:cubicBezTo>
                  <a:pt x="-307" y="85957"/>
                  <a:pt x="-307" y="88964"/>
                  <a:pt x="820" y="91663"/>
                </a:cubicBezTo>
                <a:cubicBezTo>
                  <a:pt x="5910" y="103859"/>
                  <a:pt x="16604" y="121625"/>
                  <a:pt x="32593" y="136452"/>
                </a:cubicBezTo>
                <a:cubicBezTo>
                  <a:pt x="48684" y="151382"/>
                  <a:pt x="70788" y="163989"/>
                  <a:pt x="98393" y="163989"/>
                </a:cubicBezTo>
                <a:cubicBezTo>
                  <a:pt x="125998" y="163989"/>
                  <a:pt x="148102" y="151416"/>
                  <a:pt x="164194" y="136452"/>
                </a:cubicBezTo>
                <a:cubicBezTo>
                  <a:pt x="180182" y="121591"/>
                  <a:pt x="190876" y="103859"/>
                  <a:pt x="195966" y="91663"/>
                </a:cubicBezTo>
                <a:cubicBezTo>
                  <a:pt x="197094" y="88964"/>
                  <a:pt x="197094" y="85957"/>
                  <a:pt x="195966" y="83258"/>
                </a:cubicBezTo>
                <a:cubicBezTo>
                  <a:pt x="190876" y="71062"/>
                  <a:pt x="180182" y="53296"/>
                  <a:pt x="164194" y="38469"/>
                </a:cubicBezTo>
                <a:cubicBezTo>
                  <a:pt x="148102" y="23539"/>
                  <a:pt x="125998" y="10933"/>
                  <a:pt x="98393" y="10933"/>
                </a:cubicBezTo>
                <a:close/>
                <a:moveTo>
                  <a:pt x="49197" y="87461"/>
                </a:moveTo>
                <a:cubicBezTo>
                  <a:pt x="49197" y="60308"/>
                  <a:pt x="71241" y="38264"/>
                  <a:pt x="98393" y="38264"/>
                </a:cubicBezTo>
                <a:cubicBezTo>
                  <a:pt x="125545" y="38264"/>
                  <a:pt x="147590" y="60308"/>
                  <a:pt x="147590" y="87461"/>
                </a:cubicBezTo>
                <a:cubicBezTo>
                  <a:pt x="147590" y="114613"/>
                  <a:pt x="125545" y="136657"/>
                  <a:pt x="98393" y="136657"/>
                </a:cubicBezTo>
                <a:cubicBezTo>
                  <a:pt x="71241" y="136657"/>
                  <a:pt x="49197" y="114613"/>
                  <a:pt x="49197" y="87461"/>
                </a:cubicBezTo>
                <a:close/>
                <a:moveTo>
                  <a:pt x="98393" y="65595"/>
                </a:moveTo>
                <a:cubicBezTo>
                  <a:pt x="98393" y="77655"/>
                  <a:pt x="88588" y="87461"/>
                  <a:pt x="76528" y="87461"/>
                </a:cubicBezTo>
                <a:cubicBezTo>
                  <a:pt x="72599" y="87461"/>
                  <a:pt x="68909" y="86436"/>
                  <a:pt x="65698" y="84591"/>
                </a:cubicBezTo>
                <a:cubicBezTo>
                  <a:pt x="65356" y="88315"/>
                  <a:pt x="65664" y="92141"/>
                  <a:pt x="66689" y="95933"/>
                </a:cubicBezTo>
                <a:cubicBezTo>
                  <a:pt x="71369" y="113425"/>
                  <a:pt x="89374" y="123811"/>
                  <a:pt x="106866" y="119131"/>
                </a:cubicBezTo>
                <a:cubicBezTo>
                  <a:pt x="124358" y="114450"/>
                  <a:pt x="134744" y="96446"/>
                  <a:pt x="130063" y="78954"/>
                </a:cubicBezTo>
                <a:cubicBezTo>
                  <a:pt x="125895" y="63341"/>
                  <a:pt x="111102" y="53399"/>
                  <a:pt x="95523" y="54765"/>
                </a:cubicBezTo>
                <a:cubicBezTo>
                  <a:pt x="97334" y="57943"/>
                  <a:pt x="98393" y="61632"/>
                  <a:pt x="98393" y="6559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3" name="Text 31"/>
          <p:cNvSpPr/>
          <p:nvPr/>
        </p:nvSpPr>
        <p:spPr>
          <a:xfrm>
            <a:off x="6864560" y="1364385"/>
            <a:ext cx="492402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Biométrica Remota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64560" y="1679242"/>
            <a:ext cx="4906537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uso de sistemas de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biométrica remota en tiempo real en espacios públicos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está estrictamente limitado.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68933" y="2208379"/>
            <a:ext cx="4827822" cy="323604"/>
          </a:xfrm>
          <a:custGeom>
            <a:avLst/>
            <a:gdLst/>
            <a:ahLst/>
            <a:cxnLst/>
            <a:rect l="l" t="t" r="r" b="b"/>
            <a:pathLst>
              <a:path w="4827822" h="323604">
                <a:moveTo>
                  <a:pt x="34985" y="0"/>
                </a:moveTo>
                <a:lnTo>
                  <a:pt x="4792837" y="0"/>
                </a:lnTo>
                <a:cubicBezTo>
                  <a:pt x="4812159" y="0"/>
                  <a:pt x="4827822" y="15663"/>
                  <a:pt x="4827822" y="34985"/>
                </a:cubicBezTo>
                <a:lnTo>
                  <a:pt x="4827822" y="288619"/>
                </a:lnTo>
                <a:cubicBezTo>
                  <a:pt x="4827822" y="307941"/>
                  <a:pt x="4812159" y="323604"/>
                  <a:pt x="4792837" y="323604"/>
                </a:cubicBezTo>
                <a:lnTo>
                  <a:pt x="34985" y="323604"/>
                </a:lnTo>
                <a:cubicBezTo>
                  <a:pt x="15663" y="323604"/>
                  <a:pt x="0" y="307941"/>
                  <a:pt x="0" y="288619"/>
                </a:cubicBezTo>
                <a:lnTo>
                  <a:pt x="0" y="34985"/>
                </a:lnTo>
                <a:cubicBezTo>
                  <a:pt x="0" y="15676"/>
                  <a:pt x="15676" y="0"/>
                  <a:pt x="34985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3274" y="2282720"/>
            <a:ext cx="4740362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Requiere:</a:t>
            </a:r>
            <a:pPr>
              <a:lnSpc>
                <a:spcPct val="120000"/>
              </a:lnSpc>
            </a:pPr>
            <a:r>
              <a:rPr lang="en-US" sz="964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Autorización judicial o administrativa independiente.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64875" y="2781245"/>
            <a:ext cx="5676189" cy="2868706"/>
          </a:xfrm>
          <a:custGeom>
            <a:avLst/>
            <a:gdLst/>
            <a:ahLst/>
            <a:cxnLst/>
            <a:rect l="l" t="t" r="r" b="b"/>
            <a:pathLst>
              <a:path w="5676189" h="2868706">
                <a:moveTo>
                  <a:pt x="69968" y="0"/>
                </a:moveTo>
                <a:lnTo>
                  <a:pt x="5606222" y="0"/>
                </a:lnTo>
                <a:cubicBezTo>
                  <a:pt x="5644864" y="0"/>
                  <a:pt x="5676189" y="31326"/>
                  <a:pt x="5676189" y="69968"/>
                </a:cubicBezTo>
                <a:lnTo>
                  <a:pt x="5676189" y="2798738"/>
                </a:lnTo>
                <a:cubicBezTo>
                  <a:pt x="5676189" y="2837380"/>
                  <a:pt x="5644864" y="2868706"/>
                  <a:pt x="5606222" y="2868706"/>
                </a:cubicBezTo>
                <a:lnTo>
                  <a:pt x="69968" y="2868706"/>
                </a:lnTo>
                <a:cubicBezTo>
                  <a:pt x="31326" y="2868706"/>
                  <a:pt x="0" y="2837380"/>
                  <a:pt x="0" y="2798738"/>
                </a:cubicBezTo>
                <a:lnTo>
                  <a:pt x="0" y="69968"/>
                </a:lnTo>
                <a:cubicBezTo>
                  <a:pt x="0" y="31351"/>
                  <a:pt x="31351" y="0"/>
                  <a:pt x="6996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04812" y="2921182"/>
            <a:ext cx="5483776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Excepciones Autorizadas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04812" y="3306009"/>
            <a:ext cx="5396316" cy="664700"/>
          </a:xfrm>
          <a:custGeom>
            <a:avLst/>
            <a:gdLst/>
            <a:ahLst/>
            <a:cxnLst/>
            <a:rect l="l" t="t" r="r" b="b"/>
            <a:pathLst>
              <a:path w="5396316" h="664700">
                <a:moveTo>
                  <a:pt x="34983" y="0"/>
                </a:moveTo>
                <a:lnTo>
                  <a:pt x="5361332" y="0"/>
                </a:lnTo>
                <a:cubicBezTo>
                  <a:pt x="5380653" y="0"/>
                  <a:pt x="5396316" y="15662"/>
                  <a:pt x="5396316" y="34983"/>
                </a:cubicBezTo>
                <a:lnTo>
                  <a:pt x="5396316" y="629717"/>
                </a:lnTo>
                <a:cubicBezTo>
                  <a:pt x="5396316" y="649038"/>
                  <a:pt x="5380653" y="664700"/>
                  <a:pt x="5361332" y="664700"/>
                </a:cubicBezTo>
                <a:lnTo>
                  <a:pt x="34983" y="664700"/>
                </a:lnTo>
                <a:cubicBezTo>
                  <a:pt x="15662" y="664700"/>
                  <a:pt x="0" y="649038"/>
                  <a:pt x="0" y="629717"/>
                </a:cubicBezTo>
                <a:lnTo>
                  <a:pt x="0" y="34983"/>
                </a:lnTo>
                <a:cubicBezTo>
                  <a:pt x="0" y="15675"/>
                  <a:pt x="15675" y="0"/>
                  <a:pt x="34983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18511" y="3445945"/>
            <a:ext cx="157429" cy="139937"/>
          </a:xfrm>
          <a:custGeom>
            <a:avLst/>
            <a:gdLst/>
            <a:ahLst/>
            <a:cxnLst/>
            <a:rect l="l" t="t" r="r" b="b"/>
            <a:pathLst>
              <a:path w="157429" h="139937">
                <a:moveTo>
                  <a:pt x="46354" y="41926"/>
                </a:moveTo>
                <a:lnTo>
                  <a:pt x="41243" y="36815"/>
                </a:lnTo>
                <a:cubicBezTo>
                  <a:pt x="37827" y="33399"/>
                  <a:pt x="37827" y="27851"/>
                  <a:pt x="41243" y="24434"/>
                </a:cubicBezTo>
                <a:lnTo>
                  <a:pt x="72592" y="-6942"/>
                </a:lnTo>
                <a:cubicBezTo>
                  <a:pt x="76009" y="-10359"/>
                  <a:pt x="81557" y="-10359"/>
                  <a:pt x="84973" y="-6942"/>
                </a:cubicBezTo>
                <a:lnTo>
                  <a:pt x="90084" y="-1804"/>
                </a:lnTo>
                <a:cubicBezTo>
                  <a:pt x="93501" y="1613"/>
                  <a:pt x="93501" y="7161"/>
                  <a:pt x="90084" y="10577"/>
                </a:cubicBezTo>
                <a:lnTo>
                  <a:pt x="58735" y="41926"/>
                </a:lnTo>
                <a:cubicBezTo>
                  <a:pt x="55319" y="45343"/>
                  <a:pt x="49771" y="45343"/>
                  <a:pt x="46354" y="41926"/>
                </a:cubicBezTo>
                <a:close/>
                <a:moveTo>
                  <a:pt x="75435" y="57861"/>
                </a:moveTo>
                <a:lnTo>
                  <a:pt x="66853" y="49279"/>
                </a:lnTo>
                <a:lnTo>
                  <a:pt x="97464" y="18667"/>
                </a:lnTo>
                <a:lnTo>
                  <a:pt x="130098" y="51301"/>
                </a:lnTo>
                <a:lnTo>
                  <a:pt x="99486" y="81912"/>
                </a:lnTo>
                <a:lnTo>
                  <a:pt x="90904" y="73330"/>
                </a:lnTo>
                <a:lnTo>
                  <a:pt x="27495" y="136739"/>
                </a:lnTo>
                <a:cubicBezTo>
                  <a:pt x="23232" y="141003"/>
                  <a:pt x="16317" y="141003"/>
                  <a:pt x="12026" y="136739"/>
                </a:cubicBezTo>
                <a:cubicBezTo>
                  <a:pt x="7735" y="132475"/>
                  <a:pt x="7762" y="125561"/>
                  <a:pt x="12026" y="121270"/>
                </a:cubicBezTo>
                <a:lnTo>
                  <a:pt x="75435" y="57861"/>
                </a:lnTo>
                <a:close/>
                <a:moveTo>
                  <a:pt x="106839" y="102384"/>
                </a:moveTo>
                <a:cubicBezTo>
                  <a:pt x="103422" y="98967"/>
                  <a:pt x="103422" y="93419"/>
                  <a:pt x="106839" y="90002"/>
                </a:cubicBezTo>
                <a:lnTo>
                  <a:pt x="138188" y="58653"/>
                </a:lnTo>
                <a:cubicBezTo>
                  <a:pt x="141604" y="55237"/>
                  <a:pt x="147152" y="55237"/>
                  <a:pt x="150569" y="58653"/>
                </a:cubicBezTo>
                <a:lnTo>
                  <a:pt x="155680" y="63764"/>
                </a:lnTo>
                <a:cubicBezTo>
                  <a:pt x="159096" y="67181"/>
                  <a:pt x="159096" y="72729"/>
                  <a:pt x="155680" y="76145"/>
                </a:cubicBezTo>
                <a:lnTo>
                  <a:pt x="124331" y="107522"/>
                </a:lnTo>
                <a:cubicBezTo>
                  <a:pt x="120914" y="110938"/>
                  <a:pt x="115366" y="110938"/>
                  <a:pt x="111949" y="107522"/>
                </a:cubicBezTo>
                <a:lnTo>
                  <a:pt x="106839" y="102411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1" name="Text 39"/>
          <p:cNvSpPr/>
          <p:nvPr/>
        </p:nvSpPr>
        <p:spPr>
          <a:xfrm>
            <a:off x="6654654" y="3410961"/>
            <a:ext cx="1224448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Autoridad Judicial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9765" y="3690835"/>
            <a:ext cx="524763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Orden judicial específica para investigación criminal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04812" y="4075661"/>
            <a:ext cx="5396316" cy="664700"/>
          </a:xfrm>
          <a:custGeom>
            <a:avLst/>
            <a:gdLst/>
            <a:ahLst/>
            <a:cxnLst/>
            <a:rect l="l" t="t" r="r" b="b"/>
            <a:pathLst>
              <a:path w="5396316" h="664700">
                <a:moveTo>
                  <a:pt x="34983" y="0"/>
                </a:moveTo>
                <a:lnTo>
                  <a:pt x="5361332" y="0"/>
                </a:lnTo>
                <a:cubicBezTo>
                  <a:pt x="5380653" y="0"/>
                  <a:pt x="5396316" y="15662"/>
                  <a:pt x="5396316" y="34983"/>
                </a:cubicBezTo>
                <a:lnTo>
                  <a:pt x="5396316" y="629717"/>
                </a:lnTo>
                <a:cubicBezTo>
                  <a:pt x="5396316" y="649038"/>
                  <a:pt x="5380653" y="664700"/>
                  <a:pt x="5361332" y="664700"/>
                </a:cubicBezTo>
                <a:lnTo>
                  <a:pt x="34983" y="664700"/>
                </a:lnTo>
                <a:cubicBezTo>
                  <a:pt x="15662" y="664700"/>
                  <a:pt x="0" y="649038"/>
                  <a:pt x="0" y="629717"/>
                </a:cubicBezTo>
                <a:lnTo>
                  <a:pt x="0" y="34983"/>
                </a:lnTo>
                <a:cubicBezTo>
                  <a:pt x="0" y="15675"/>
                  <a:pt x="15675" y="0"/>
                  <a:pt x="34983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7257" y="4215598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69968" y="0"/>
                </a:moveTo>
                <a:cubicBezTo>
                  <a:pt x="71226" y="0"/>
                  <a:pt x="72483" y="273"/>
                  <a:pt x="73631" y="793"/>
                </a:cubicBezTo>
                <a:lnTo>
                  <a:pt x="125123" y="22630"/>
                </a:lnTo>
                <a:cubicBezTo>
                  <a:pt x="131136" y="25172"/>
                  <a:pt x="135619" y="31103"/>
                  <a:pt x="135591" y="38264"/>
                </a:cubicBezTo>
                <a:cubicBezTo>
                  <a:pt x="135455" y="65377"/>
                  <a:pt x="124303" y="114983"/>
                  <a:pt x="77211" y="137532"/>
                </a:cubicBezTo>
                <a:cubicBezTo>
                  <a:pt x="72647" y="139718"/>
                  <a:pt x="67345" y="139718"/>
                  <a:pt x="62780" y="137532"/>
                </a:cubicBezTo>
                <a:cubicBezTo>
                  <a:pt x="15661" y="114983"/>
                  <a:pt x="4537" y="65377"/>
                  <a:pt x="4400" y="38264"/>
                </a:cubicBezTo>
                <a:cubicBezTo>
                  <a:pt x="4373" y="31103"/>
                  <a:pt x="8855" y="25172"/>
                  <a:pt x="14868" y="22630"/>
                </a:cubicBezTo>
                <a:lnTo>
                  <a:pt x="66333" y="793"/>
                </a:lnTo>
                <a:cubicBezTo>
                  <a:pt x="67481" y="273"/>
                  <a:pt x="68711" y="0"/>
                  <a:pt x="69968" y="0"/>
                </a:cubicBezTo>
                <a:close/>
                <a:moveTo>
                  <a:pt x="69968" y="18257"/>
                </a:moveTo>
                <a:lnTo>
                  <a:pt x="69968" y="121597"/>
                </a:lnTo>
                <a:cubicBezTo>
                  <a:pt x="107686" y="103340"/>
                  <a:pt x="117826" y="62890"/>
                  <a:pt x="118072" y="38674"/>
                </a:cubicBezTo>
                <a:lnTo>
                  <a:pt x="69968" y="18285"/>
                </a:lnTo>
                <a:lnTo>
                  <a:pt x="69968" y="18285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5" name="Text 43"/>
          <p:cNvSpPr/>
          <p:nvPr/>
        </p:nvSpPr>
        <p:spPr>
          <a:xfrm>
            <a:off x="6654654" y="4180614"/>
            <a:ext cx="132065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Seguridad Nacional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09765" y="4460488"/>
            <a:ext cx="524763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Amenazas terroristas o graves delitos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04812" y="4845314"/>
            <a:ext cx="5396316" cy="664700"/>
          </a:xfrm>
          <a:custGeom>
            <a:avLst/>
            <a:gdLst/>
            <a:ahLst/>
            <a:cxnLst/>
            <a:rect l="l" t="t" r="r" b="b"/>
            <a:pathLst>
              <a:path w="5396316" h="664700">
                <a:moveTo>
                  <a:pt x="34983" y="0"/>
                </a:moveTo>
                <a:lnTo>
                  <a:pt x="5361332" y="0"/>
                </a:lnTo>
                <a:cubicBezTo>
                  <a:pt x="5380653" y="0"/>
                  <a:pt x="5396316" y="15662"/>
                  <a:pt x="5396316" y="34983"/>
                </a:cubicBezTo>
                <a:lnTo>
                  <a:pt x="5396316" y="629717"/>
                </a:lnTo>
                <a:cubicBezTo>
                  <a:pt x="5396316" y="649038"/>
                  <a:pt x="5380653" y="664700"/>
                  <a:pt x="5361332" y="664700"/>
                </a:cubicBezTo>
                <a:lnTo>
                  <a:pt x="34983" y="664700"/>
                </a:lnTo>
                <a:cubicBezTo>
                  <a:pt x="15662" y="664700"/>
                  <a:pt x="0" y="649038"/>
                  <a:pt x="0" y="629717"/>
                </a:cubicBezTo>
                <a:lnTo>
                  <a:pt x="0" y="34983"/>
                </a:lnTo>
                <a:cubicBezTo>
                  <a:pt x="0" y="15675"/>
                  <a:pt x="15675" y="0"/>
                  <a:pt x="34983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7257" y="4985251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69968" y="29491"/>
                </a:moveTo>
                <a:lnTo>
                  <a:pt x="65869" y="23806"/>
                </a:lnTo>
                <a:cubicBezTo>
                  <a:pt x="59036" y="14349"/>
                  <a:pt x="48076" y="8746"/>
                  <a:pt x="36378" y="8746"/>
                </a:cubicBezTo>
                <a:cubicBezTo>
                  <a:pt x="16290" y="8746"/>
                  <a:pt x="0" y="25036"/>
                  <a:pt x="0" y="45124"/>
                </a:cubicBezTo>
                <a:lnTo>
                  <a:pt x="0" y="45835"/>
                </a:lnTo>
                <a:cubicBezTo>
                  <a:pt x="0" y="52285"/>
                  <a:pt x="1695" y="58954"/>
                  <a:pt x="4537" y="65595"/>
                </a:cubicBezTo>
                <a:lnTo>
                  <a:pt x="33508" y="65595"/>
                </a:lnTo>
                <a:cubicBezTo>
                  <a:pt x="34383" y="65595"/>
                  <a:pt x="35176" y="65076"/>
                  <a:pt x="35531" y="64256"/>
                </a:cubicBezTo>
                <a:lnTo>
                  <a:pt x="44222" y="43402"/>
                </a:lnTo>
                <a:cubicBezTo>
                  <a:pt x="45234" y="40997"/>
                  <a:pt x="47584" y="39412"/>
                  <a:pt x="50180" y="39357"/>
                </a:cubicBezTo>
                <a:cubicBezTo>
                  <a:pt x="52777" y="39303"/>
                  <a:pt x="55182" y="40833"/>
                  <a:pt x="56248" y="43211"/>
                </a:cubicBezTo>
                <a:lnTo>
                  <a:pt x="70269" y="74341"/>
                </a:lnTo>
                <a:lnTo>
                  <a:pt x="81584" y="51711"/>
                </a:lnTo>
                <a:cubicBezTo>
                  <a:pt x="82705" y="49497"/>
                  <a:pt x="84973" y="48076"/>
                  <a:pt x="87461" y="48076"/>
                </a:cubicBezTo>
                <a:cubicBezTo>
                  <a:pt x="89948" y="48076"/>
                  <a:pt x="92216" y="49470"/>
                  <a:pt x="93337" y="51711"/>
                </a:cubicBezTo>
                <a:lnTo>
                  <a:pt x="99678" y="64365"/>
                </a:lnTo>
                <a:cubicBezTo>
                  <a:pt x="100060" y="65103"/>
                  <a:pt x="100798" y="65568"/>
                  <a:pt x="101646" y="65568"/>
                </a:cubicBezTo>
                <a:lnTo>
                  <a:pt x="135427" y="65568"/>
                </a:lnTo>
                <a:cubicBezTo>
                  <a:pt x="138297" y="58927"/>
                  <a:pt x="139964" y="52258"/>
                  <a:pt x="139964" y="45807"/>
                </a:cubicBezTo>
                <a:lnTo>
                  <a:pt x="139964" y="45097"/>
                </a:lnTo>
                <a:cubicBezTo>
                  <a:pt x="139937" y="25036"/>
                  <a:pt x="123647" y="8746"/>
                  <a:pt x="103559" y="8746"/>
                </a:cubicBezTo>
                <a:cubicBezTo>
                  <a:pt x="91888" y="8746"/>
                  <a:pt x="80901" y="14349"/>
                  <a:pt x="74068" y="23806"/>
                </a:cubicBezTo>
                <a:lnTo>
                  <a:pt x="69968" y="29463"/>
                </a:lnTo>
                <a:close/>
                <a:moveTo>
                  <a:pt x="128348" y="78714"/>
                </a:moveTo>
                <a:lnTo>
                  <a:pt x="101618" y="78714"/>
                </a:lnTo>
                <a:cubicBezTo>
                  <a:pt x="95824" y="78714"/>
                  <a:pt x="90522" y="75435"/>
                  <a:pt x="87925" y="70242"/>
                </a:cubicBezTo>
                <a:lnTo>
                  <a:pt x="87461" y="69312"/>
                </a:lnTo>
                <a:lnTo>
                  <a:pt x="75845" y="92572"/>
                </a:lnTo>
                <a:cubicBezTo>
                  <a:pt x="74724" y="94840"/>
                  <a:pt x="72374" y="96261"/>
                  <a:pt x="69832" y="96207"/>
                </a:cubicBezTo>
                <a:cubicBezTo>
                  <a:pt x="67290" y="96152"/>
                  <a:pt x="65021" y="94649"/>
                  <a:pt x="63983" y="92353"/>
                </a:cubicBezTo>
                <a:lnTo>
                  <a:pt x="50508" y="62425"/>
                </a:lnTo>
                <a:lnTo>
                  <a:pt x="47639" y="69312"/>
                </a:lnTo>
                <a:cubicBezTo>
                  <a:pt x="45261" y="75025"/>
                  <a:pt x="39685" y="78742"/>
                  <a:pt x="33508" y="78742"/>
                </a:cubicBezTo>
                <a:lnTo>
                  <a:pt x="11589" y="78742"/>
                </a:lnTo>
                <a:cubicBezTo>
                  <a:pt x="24489" y="98912"/>
                  <a:pt x="45206" y="117470"/>
                  <a:pt x="58161" y="127364"/>
                </a:cubicBezTo>
                <a:cubicBezTo>
                  <a:pt x="61550" y="129934"/>
                  <a:pt x="65705" y="131218"/>
                  <a:pt x="69941" y="131218"/>
                </a:cubicBezTo>
                <a:cubicBezTo>
                  <a:pt x="74177" y="131218"/>
                  <a:pt x="78359" y="129961"/>
                  <a:pt x="81721" y="127364"/>
                </a:cubicBezTo>
                <a:cubicBezTo>
                  <a:pt x="94731" y="117443"/>
                  <a:pt x="115448" y="98885"/>
                  <a:pt x="128348" y="78714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9" name="Text 47"/>
          <p:cNvSpPr/>
          <p:nvPr/>
        </p:nvSpPr>
        <p:spPr>
          <a:xfrm>
            <a:off x="6654654" y="4950267"/>
            <a:ext cx="1180717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Razones Médicas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09765" y="5230141"/>
            <a:ext cx="524763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emociones con fines terapéuticos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69248" y="5759277"/>
            <a:ext cx="5667443" cy="1093257"/>
          </a:xfrm>
          <a:custGeom>
            <a:avLst/>
            <a:gdLst/>
            <a:ahLst/>
            <a:cxnLst/>
            <a:rect l="l" t="t" r="r" b="b"/>
            <a:pathLst>
              <a:path w="5667443" h="1093257">
                <a:moveTo>
                  <a:pt x="69968" y="0"/>
                </a:moveTo>
                <a:lnTo>
                  <a:pt x="5597475" y="0"/>
                </a:lnTo>
                <a:cubicBezTo>
                  <a:pt x="5636117" y="0"/>
                  <a:pt x="5667443" y="31326"/>
                  <a:pt x="5667443" y="69968"/>
                </a:cubicBezTo>
                <a:lnTo>
                  <a:pt x="5667443" y="1023288"/>
                </a:lnTo>
                <a:cubicBezTo>
                  <a:pt x="5667443" y="1061905"/>
                  <a:pt x="5636092" y="1093257"/>
                  <a:pt x="5597475" y="1093257"/>
                </a:cubicBezTo>
                <a:lnTo>
                  <a:pt x="69968" y="1093257"/>
                </a:lnTo>
                <a:cubicBezTo>
                  <a:pt x="31326" y="1093257"/>
                  <a:pt x="0" y="1061931"/>
                  <a:pt x="0" y="1023288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35423" y="5947317"/>
            <a:ext cx="157429" cy="157429"/>
          </a:xfrm>
          <a:custGeom>
            <a:avLst/>
            <a:gdLst/>
            <a:ahLst/>
            <a:cxnLst/>
            <a:rect l="l" t="t" r="r" b="b"/>
            <a:pathLst>
              <a:path w="157429" h="157429">
                <a:moveTo>
                  <a:pt x="78714" y="157429"/>
                </a:moveTo>
                <a:cubicBezTo>
                  <a:pt x="122158" y="157429"/>
                  <a:pt x="157429" y="122158"/>
                  <a:pt x="157429" y="78714"/>
                </a:cubicBezTo>
                <a:cubicBezTo>
                  <a:pt x="157429" y="35271"/>
                  <a:pt x="122158" y="0"/>
                  <a:pt x="78714" y="0"/>
                </a:cubicBezTo>
                <a:cubicBezTo>
                  <a:pt x="35271" y="0"/>
                  <a:pt x="0" y="35271"/>
                  <a:pt x="0" y="78714"/>
                </a:cubicBezTo>
                <a:cubicBezTo>
                  <a:pt x="0" y="122158"/>
                  <a:pt x="35271" y="157429"/>
                  <a:pt x="78714" y="157429"/>
                </a:cubicBezTo>
                <a:close/>
                <a:moveTo>
                  <a:pt x="68875" y="49197"/>
                </a:moveTo>
                <a:cubicBezTo>
                  <a:pt x="68875" y="43766"/>
                  <a:pt x="73284" y="39357"/>
                  <a:pt x="78714" y="39357"/>
                </a:cubicBezTo>
                <a:cubicBezTo>
                  <a:pt x="84145" y="39357"/>
                  <a:pt x="88554" y="43766"/>
                  <a:pt x="88554" y="49197"/>
                </a:cubicBezTo>
                <a:cubicBezTo>
                  <a:pt x="88554" y="54627"/>
                  <a:pt x="84145" y="59036"/>
                  <a:pt x="78714" y="59036"/>
                </a:cubicBezTo>
                <a:cubicBezTo>
                  <a:pt x="73284" y="59036"/>
                  <a:pt x="68875" y="54627"/>
                  <a:pt x="68875" y="49197"/>
                </a:cubicBezTo>
                <a:close/>
                <a:moveTo>
                  <a:pt x="66415" y="68875"/>
                </a:moveTo>
                <a:lnTo>
                  <a:pt x="81174" y="68875"/>
                </a:lnTo>
                <a:cubicBezTo>
                  <a:pt x="85264" y="68875"/>
                  <a:pt x="88554" y="72165"/>
                  <a:pt x="88554" y="76255"/>
                </a:cubicBezTo>
                <a:lnTo>
                  <a:pt x="88554" y="103313"/>
                </a:lnTo>
                <a:lnTo>
                  <a:pt x="91014" y="103313"/>
                </a:lnTo>
                <a:cubicBezTo>
                  <a:pt x="95103" y="103313"/>
                  <a:pt x="98393" y="106603"/>
                  <a:pt x="98393" y="110692"/>
                </a:cubicBezTo>
                <a:cubicBezTo>
                  <a:pt x="98393" y="114782"/>
                  <a:pt x="95103" y="118072"/>
                  <a:pt x="91014" y="118072"/>
                </a:cubicBezTo>
                <a:lnTo>
                  <a:pt x="66415" y="118072"/>
                </a:lnTo>
                <a:cubicBezTo>
                  <a:pt x="62326" y="118072"/>
                  <a:pt x="59036" y="114782"/>
                  <a:pt x="59036" y="110692"/>
                </a:cubicBezTo>
                <a:cubicBezTo>
                  <a:pt x="59036" y="106603"/>
                  <a:pt x="62326" y="103313"/>
                  <a:pt x="66415" y="103313"/>
                </a:cubicBezTo>
                <a:lnTo>
                  <a:pt x="73795" y="103313"/>
                </a:lnTo>
                <a:lnTo>
                  <a:pt x="73795" y="83634"/>
                </a:lnTo>
                <a:lnTo>
                  <a:pt x="66415" y="83634"/>
                </a:lnTo>
                <a:cubicBezTo>
                  <a:pt x="62326" y="83634"/>
                  <a:pt x="59036" y="80344"/>
                  <a:pt x="59036" y="76255"/>
                </a:cubicBezTo>
                <a:cubicBezTo>
                  <a:pt x="59036" y="72165"/>
                  <a:pt x="62326" y="68875"/>
                  <a:pt x="66415" y="6887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3" name="Text 51"/>
          <p:cNvSpPr/>
          <p:nvPr/>
        </p:nvSpPr>
        <p:spPr>
          <a:xfrm>
            <a:off x="6514717" y="5903587"/>
            <a:ext cx="525637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Nota Importante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13558" y="6253429"/>
            <a:ext cx="5448792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Todo contenido generado o manipulado por IA, incluidos los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deepfakes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debe estar </a:t>
            </a:r>
            <a:pPr>
              <a:lnSpc>
                <a:spcPct val="140000"/>
              </a:lnSpc>
            </a:pPr>
            <a:r>
              <a:rPr lang="en-US" sz="110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claramente etiquetado</a:t>
            </a:r>
            <a:pPr>
              <a:lnSpc>
                <a:spcPct val="140000"/>
              </a:lnSpc>
            </a:pPr>
            <a:r>
              <a:rPr lang="en-US" sz="1102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según el Reglamento Europeo.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2f98fdaeb3f0402a7bfd789410f11f7cf4fc4a8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8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909638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4A6C8C"/>
          </a:solidFill>
          <a:ln w="50800">
            <a:solidFill>
              <a:srgbClr val="C8A97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0338" y="1119188"/>
            <a:ext cx="781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47800" y="132873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109788"/>
            <a:ext cx="7524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IA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</a:t>
            </a:r>
            <a:pPr>
              <a:lnSpc>
                <a:spcPct val="100000"/>
              </a:lnSpc>
            </a:pPr>
            <a:r>
              <a:rPr lang="en-US" sz="540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Alto Riesgo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129088"/>
            <a:ext cx="6515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que pueden afectar significativamente la seguridad, los derechos fundamentales o la salud de las personas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7197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700713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Obligaciones Estrictas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06452" y="571976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2" name="Text 9"/>
          <p:cNvSpPr/>
          <p:nvPr/>
        </p:nvSpPr>
        <p:spPr>
          <a:xfrm>
            <a:off x="3149352" y="5700713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de Conformidad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87008" y="571976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4" name="Text 11"/>
          <p:cNvSpPr/>
          <p:nvPr/>
        </p:nvSpPr>
        <p:spPr>
          <a:xfrm>
            <a:off x="5944195" y="5700713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Supervisión Humana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315" kern="0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Alto Riesgo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Ámbitos de Alto Riesgo y Requisitos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5600700" cy="2590800"/>
          </a:xfrm>
          <a:custGeom>
            <a:avLst/>
            <a:gdLst/>
            <a:ahLst/>
            <a:cxnLst/>
            <a:rect l="l" t="t" r="r" b="b"/>
            <a:pathLst>
              <a:path w="5600700" h="2590800">
                <a:moveTo>
                  <a:pt x="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2514605"/>
                </a:lnTo>
                <a:cubicBezTo>
                  <a:pt x="5600700" y="2556686"/>
                  <a:pt x="5566586" y="2590800"/>
                  <a:pt x="5524505" y="2590800"/>
                </a:cubicBez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33500"/>
            <a:ext cx="38100" cy="2590800"/>
          </a:xfrm>
          <a:custGeom>
            <a:avLst/>
            <a:gdLst/>
            <a:ahLst/>
            <a:cxnLst/>
            <a:rect l="l" t="t" r="r" b="b"/>
            <a:pathLst>
              <a:path w="38100" h="2590800">
                <a:moveTo>
                  <a:pt x="0" y="0"/>
                </a:moveTo>
                <a:lnTo>
                  <a:pt x="38100" y="0"/>
                </a:lnTo>
                <a:lnTo>
                  <a:pt x="381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Shape 5"/>
          <p:cNvSpPr/>
          <p:nvPr/>
        </p:nvSpPr>
        <p:spPr>
          <a:xfrm>
            <a:off x="595313" y="1524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485900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Ámbitos de Aplicación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866900"/>
            <a:ext cx="2600325" cy="685800"/>
          </a:xfrm>
          <a:custGeom>
            <a:avLst/>
            <a:gdLst/>
            <a:ahLst/>
            <a:cxnLst/>
            <a:rect l="l" t="t" r="r" b="b"/>
            <a:pathLst>
              <a:path w="2600325" h="685800">
                <a:moveTo>
                  <a:pt x="38103" y="0"/>
                </a:moveTo>
                <a:lnTo>
                  <a:pt x="2562222" y="0"/>
                </a:lnTo>
                <a:cubicBezTo>
                  <a:pt x="2583266" y="0"/>
                  <a:pt x="2600325" y="17059"/>
                  <a:pt x="2600325" y="38103"/>
                </a:cubicBezTo>
                <a:lnTo>
                  <a:pt x="2600325" y="647697"/>
                </a:lnTo>
                <a:cubicBezTo>
                  <a:pt x="2600325" y="668741"/>
                  <a:pt x="2583266" y="685800"/>
                  <a:pt x="256222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58416" y="19716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2502" y="50996"/>
                </a:moveTo>
                <a:lnTo>
                  <a:pt x="66988" y="73421"/>
                </a:lnTo>
                <a:cubicBezTo>
                  <a:pt x="69540" y="74462"/>
                  <a:pt x="72249" y="75009"/>
                  <a:pt x="75009" y="75009"/>
                </a:cubicBezTo>
                <a:cubicBezTo>
                  <a:pt x="77770" y="75009"/>
                  <a:pt x="80479" y="74462"/>
                  <a:pt x="83031" y="73421"/>
                </a:cubicBezTo>
                <a:lnTo>
                  <a:pt x="146164" y="47428"/>
                </a:lnTo>
                <a:cubicBezTo>
                  <a:pt x="148508" y="46464"/>
                  <a:pt x="150019" y="44198"/>
                  <a:pt x="150019" y="41672"/>
                </a:cubicBezTo>
                <a:cubicBezTo>
                  <a:pt x="150019" y="39146"/>
                  <a:pt x="148508" y="36880"/>
                  <a:pt x="146164" y="35916"/>
                </a:cubicBezTo>
                <a:lnTo>
                  <a:pt x="83031" y="9923"/>
                </a:lnTo>
                <a:cubicBezTo>
                  <a:pt x="80479" y="8881"/>
                  <a:pt x="77770" y="8334"/>
                  <a:pt x="75009" y="8334"/>
                </a:cubicBezTo>
                <a:cubicBezTo>
                  <a:pt x="72249" y="8334"/>
                  <a:pt x="69540" y="8881"/>
                  <a:pt x="66988" y="9923"/>
                </a:cubicBezTo>
                <a:lnTo>
                  <a:pt x="3855" y="35916"/>
                </a:lnTo>
                <a:cubicBezTo>
                  <a:pt x="1511" y="36880"/>
                  <a:pt x="0" y="39146"/>
                  <a:pt x="0" y="41672"/>
                </a:cubicBezTo>
                <a:lnTo>
                  <a:pt x="0" y="118765"/>
                </a:lnTo>
                <a:cubicBezTo>
                  <a:pt x="0" y="122229"/>
                  <a:pt x="2787" y="125016"/>
                  <a:pt x="6251" y="125016"/>
                </a:cubicBezTo>
                <a:cubicBezTo>
                  <a:pt x="9715" y="125016"/>
                  <a:pt x="12502" y="122229"/>
                  <a:pt x="12502" y="118765"/>
                </a:cubicBezTo>
                <a:lnTo>
                  <a:pt x="12502" y="50996"/>
                </a:lnTo>
                <a:close/>
                <a:moveTo>
                  <a:pt x="25003" y="69670"/>
                </a:moveTo>
                <a:lnTo>
                  <a:pt x="25003" y="100013"/>
                </a:lnTo>
                <a:cubicBezTo>
                  <a:pt x="25003" y="113816"/>
                  <a:pt x="47402" y="125016"/>
                  <a:pt x="75009" y="125016"/>
                </a:cubicBezTo>
                <a:cubicBezTo>
                  <a:pt x="102617" y="125016"/>
                  <a:pt x="125016" y="113816"/>
                  <a:pt x="125016" y="100013"/>
                </a:cubicBezTo>
                <a:lnTo>
                  <a:pt x="125016" y="69644"/>
                </a:lnTo>
                <a:lnTo>
                  <a:pt x="87797" y="84985"/>
                </a:lnTo>
                <a:cubicBezTo>
                  <a:pt x="83734" y="86651"/>
                  <a:pt x="79411" y="87511"/>
                  <a:pt x="75009" y="87511"/>
                </a:cubicBezTo>
                <a:cubicBezTo>
                  <a:pt x="70608" y="87511"/>
                  <a:pt x="66284" y="86651"/>
                  <a:pt x="62221" y="84985"/>
                </a:cubicBezTo>
                <a:lnTo>
                  <a:pt x="25003" y="69644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1" name="Text 9"/>
          <p:cNvSpPr/>
          <p:nvPr/>
        </p:nvSpPr>
        <p:spPr>
          <a:xfrm>
            <a:off x="890588" y="1943100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Educación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" y="2171700"/>
            <a:ext cx="2505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de estudiantes, sistemas de admisión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48025" y="1866900"/>
            <a:ext cx="2600325" cy="685800"/>
          </a:xfrm>
          <a:custGeom>
            <a:avLst/>
            <a:gdLst/>
            <a:ahLst/>
            <a:cxnLst/>
            <a:rect l="l" t="t" r="r" b="b"/>
            <a:pathLst>
              <a:path w="2600325" h="685800">
                <a:moveTo>
                  <a:pt x="38103" y="0"/>
                </a:moveTo>
                <a:lnTo>
                  <a:pt x="2562222" y="0"/>
                </a:lnTo>
                <a:cubicBezTo>
                  <a:pt x="2583266" y="0"/>
                  <a:pt x="2600325" y="17059"/>
                  <a:pt x="2600325" y="38103"/>
                </a:cubicBezTo>
                <a:lnTo>
                  <a:pt x="2600325" y="647697"/>
                </a:lnTo>
                <a:cubicBezTo>
                  <a:pt x="2600325" y="668741"/>
                  <a:pt x="2583266" y="685800"/>
                  <a:pt x="256222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343275" y="19716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2090" y="12502"/>
                </a:moveTo>
                <a:lnTo>
                  <a:pt x="81260" y="12502"/>
                </a:lnTo>
                <a:cubicBezTo>
                  <a:pt x="82406" y="12502"/>
                  <a:pt x="83344" y="13439"/>
                  <a:pt x="83344" y="14585"/>
                </a:cubicBezTo>
                <a:lnTo>
                  <a:pt x="83344" y="25003"/>
                </a:lnTo>
                <a:lnTo>
                  <a:pt x="50006" y="25003"/>
                </a:lnTo>
                <a:lnTo>
                  <a:pt x="50006" y="14585"/>
                </a:lnTo>
                <a:cubicBezTo>
                  <a:pt x="50006" y="13439"/>
                  <a:pt x="50944" y="12502"/>
                  <a:pt x="52090" y="12502"/>
                </a:cubicBezTo>
                <a:close/>
                <a:moveTo>
                  <a:pt x="37505" y="14585"/>
                </a:moveTo>
                <a:lnTo>
                  <a:pt x="37505" y="25003"/>
                </a:lnTo>
                <a:lnTo>
                  <a:pt x="16669" y="25003"/>
                </a:lnTo>
                <a:cubicBezTo>
                  <a:pt x="7475" y="25003"/>
                  <a:pt x="0" y="32478"/>
                  <a:pt x="0" y="41672"/>
                </a:cubicBezTo>
                <a:lnTo>
                  <a:pt x="0" y="66675"/>
                </a:lnTo>
                <a:lnTo>
                  <a:pt x="133350" y="66675"/>
                </a:lnTo>
                <a:lnTo>
                  <a:pt x="133350" y="41672"/>
                </a:lnTo>
                <a:cubicBezTo>
                  <a:pt x="133350" y="32478"/>
                  <a:pt x="125875" y="25003"/>
                  <a:pt x="116681" y="25003"/>
                </a:cubicBezTo>
                <a:lnTo>
                  <a:pt x="95845" y="25003"/>
                </a:lnTo>
                <a:lnTo>
                  <a:pt x="95845" y="14585"/>
                </a:lnTo>
                <a:cubicBezTo>
                  <a:pt x="95845" y="6537"/>
                  <a:pt x="89308" y="0"/>
                  <a:pt x="81260" y="0"/>
                </a:cubicBezTo>
                <a:lnTo>
                  <a:pt x="52090" y="0"/>
                </a:lnTo>
                <a:cubicBezTo>
                  <a:pt x="44042" y="0"/>
                  <a:pt x="37505" y="6537"/>
                  <a:pt x="37505" y="14585"/>
                </a:cubicBezTo>
                <a:close/>
                <a:moveTo>
                  <a:pt x="133350" y="79177"/>
                </a:moveTo>
                <a:lnTo>
                  <a:pt x="83344" y="79177"/>
                </a:lnTo>
                <a:lnTo>
                  <a:pt x="83344" y="83344"/>
                </a:lnTo>
                <a:cubicBezTo>
                  <a:pt x="83344" y="87954"/>
                  <a:pt x="79619" y="91678"/>
                  <a:pt x="75009" y="91678"/>
                </a:cubicBezTo>
                <a:lnTo>
                  <a:pt x="58341" y="91678"/>
                </a:lnTo>
                <a:cubicBezTo>
                  <a:pt x="53731" y="91678"/>
                  <a:pt x="50006" y="87954"/>
                  <a:pt x="50006" y="83344"/>
                </a:cubicBezTo>
                <a:lnTo>
                  <a:pt x="50006" y="79177"/>
                </a:lnTo>
                <a:lnTo>
                  <a:pt x="0" y="79177"/>
                </a:ln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16681" y="125016"/>
                </a:lnTo>
                <a:cubicBezTo>
                  <a:pt x="125875" y="125016"/>
                  <a:pt x="133350" y="117541"/>
                  <a:pt x="133350" y="108347"/>
                </a:cubicBezTo>
                <a:lnTo>
                  <a:pt x="133350" y="79177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5" name="Text 13"/>
          <p:cNvSpPr/>
          <p:nvPr/>
        </p:nvSpPr>
        <p:spPr>
          <a:xfrm>
            <a:off x="3567113" y="1943100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24225" y="2171700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contratación y selección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2628900"/>
            <a:ext cx="2600325" cy="533400"/>
          </a:xfrm>
          <a:custGeom>
            <a:avLst/>
            <a:gdLst/>
            <a:ahLst/>
            <a:cxnLst/>
            <a:rect l="l" t="t" r="r" b="b"/>
            <a:pathLst>
              <a:path w="2600325" h="533400">
                <a:moveTo>
                  <a:pt x="38101" y="0"/>
                </a:moveTo>
                <a:lnTo>
                  <a:pt x="2562224" y="0"/>
                </a:lnTo>
                <a:cubicBezTo>
                  <a:pt x="2583267" y="0"/>
                  <a:pt x="2600325" y="17058"/>
                  <a:pt x="2600325" y="38101"/>
                </a:cubicBezTo>
                <a:lnTo>
                  <a:pt x="2600325" y="495299"/>
                </a:lnTo>
                <a:cubicBezTo>
                  <a:pt x="2600325" y="516342"/>
                  <a:pt x="2583267" y="533400"/>
                  <a:pt x="25622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8416" y="27336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33337" y="16669"/>
                </a:moveTo>
                <a:cubicBezTo>
                  <a:pt x="33337" y="7475"/>
                  <a:pt x="40812" y="0"/>
                  <a:pt x="50006" y="0"/>
                </a:cubicBezTo>
                <a:lnTo>
                  <a:pt x="100013" y="0"/>
                </a:lnTo>
                <a:cubicBezTo>
                  <a:pt x="109206" y="0"/>
                  <a:pt x="116681" y="7475"/>
                  <a:pt x="116681" y="16669"/>
                </a:cubicBezTo>
                <a:lnTo>
                  <a:pt x="116681" y="33337"/>
                </a:lnTo>
                <a:lnTo>
                  <a:pt x="133350" y="33337"/>
                </a:lnTo>
                <a:cubicBezTo>
                  <a:pt x="142544" y="33337"/>
                  <a:pt x="150019" y="40812"/>
                  <a:pt x="150019" y="50006"/>
                </a:cubicBezTo>
                <a:lnTo>
                  <a:pt x="150019" y="116681"/>
                </a:lnTo>
                <a:cubicBezTo>
                  <a:pt x="150019" y="125875"/>
                  <a:pt x="142544" y="133350"/>
                  <a:pt x="133350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0006"/>
                </a:lnTo>
                <a:cubicBezTo>
                  <a:pt x="0" y="40812"/>
                  <a:pt x="7475" y="33337"/>
                  <a:pt x="16669" y="33337"/>
                </a:cubicBezTo>
                <a:lnTo>
                  <a:pt x="33337" y="33337"/>
                </a:lnTo>
                <a:lnTo>
                  <a:pt x="33337" y="16669"/>
                </a:lnTo>
                <a:close/>
                <a:moveTo>
                  <a:pt x="70842" y="91678"/>
                </a:moveTo>
                <a:cubicBezTo>
                  <a:pt x="66232" y="91678"/>
                  <a:pt x="62508" y="95403"/>
                  <a:pt x="62508" y="100013"/>
                </a:cubicBezTo>
                <a:lnTo>
                  <a:pt x="62508" y="120848"/>
                </a:lnTo>
                <a:lnTo>
                  <a:pt x="87511" y="120848"/>
                </a:lnTo>
                <a:lnTo>
                  <a:pt x="87511" y="100013"/>
                </a:lnTo>
                <a:cubicBezTo>
                  <a:pt x="87511" y="95403"/>
                  <a:pt x="83787" y="91678"/>
                  <a:pt x="79177" y="91678"/>
                </a:cubicBezTo>
                <a:lnTo>
                  <a:pt x="70842" y="91678"/>
                </a:lnTo>
                <a:close/>
                <a:moveTo>
                  <a:pt x="33337" y="95845"/>
                </a:moveTo>
                <a:lnTo>
                  <a:pt x="33337" y="87511"/>
                </a:lnTo>
                <a:cubicBezTo>
                  <a:pt x="33337" y="85219"/>
                  <a:pt x="31462" y="83344"/>
                  <a:pt x="29170" y="83344"/>
                </a:cubicBezTo>
                <a:lnTo>
                  <a:pt x="20836" y="83344"/>
                </a:lnTo>
                <a:cubicBezTo>
                  <a:pt x="18544" y="83344"/>
                  <a:pt x="16669" y="85219"/>
                  <a:pt x="16669" y="87511"/>
                </a:cubicBezTo>
                <a:lnTo>
                  <a:pt x="16669" y="95845"/>
                </a:lnTo>
                <a:cubicBezTo>
                  <a:pt x="16669" y="98137"/>
                  <a:pt x="18544" y="100013"/>
                  <a:pt x="20836" y="100013"/>
                </a:cubicBezTo>
                <a:lnTo>
                  <a:pt x="29170" y="100013"/>
                </a:lnTo>
                <a:cubicBezTo>
                  <a:pt x="31462" y="100013"/>
                  <a:pt x="33337" y="98137"/>
                  <a:pt x="33337" y="95845"/>
                </a:cubicBezTo>
                <a:close/>
                <a:moveTo>
                  <a:pt x="29170" y="66675"/>
                </a:moveTo>
                <a:cubicBezTo>
                  <a:pt x="31462" y="66675"/>
                  <a:pt x="33337" y="64800"/>
                  <a:pt x="33337" y="62508"/>
                </a:cubicBezTo>
                <a:lnTo>
                  <a:pt x="33337" y="54173"/>
                </a:lnTo>
                <a:cubicBezTo>
                  <a:pt x="33337" y="51881"/>
                  <a:pt x="31462" y="50006"/>
                  <a:pt x="29170" y="50006"/>
                </a:cubicBezTo>
                <a:lnTo>
                  <a:pt x="20836" y="50006"/>
                </a:lnTo>
                <a:cubicBezTo>
                  <a:pt x="18544" y="50006"/>
                  <a:pt x="16669" y="51881"/>
                  <a:pt x="16669" y="54173"/>
                </a:cubicBezTo>
                <a:lnTo>
                  <a:pt x="16669" y="62508"/>
                </a:lnTo>
                <a:cubicBezTo>
                  <a:pt x="16669" y="64800"/>
                  <a:pt x="18544" y="66675"/>
                  <a:pt x="20836" y="66675"/>
                </a:cubicBezTo>
                <a:lnTo>
                  <a:pt x="29170" y="66675"/>
                </a:lnTo>
                <a:close/>
                <a:moveTo>
                  <a:pt x="133350" y="95845"/>
                </a:moveTo>
                <a:lnTo>
                  <a:pt x="133350" y="87511"/>
                </a:lnTo>
                <a:cubicBezTo>
                  <a:pt x="133350" y="85219"/>
                  <a:pt x="131475" y="83344"/>
                  <a:pt x="129183" y="83344"/>
                </a:cubicBezTo>
                <a:lnTo>
                  <a:pt x="120848" y="83344"/>
                </a:lnTo>
                <a:cubicBezTo>
                  <a:pt x="118556" y="83344"/>
                  <a:pt x="116681" y="85219"/>
                  <a:pt x="116681" y="87511"/>
                </a:cubicBezTo>
                <a:lnTo>
                  <a:pt x="116681" y="95845"/>
                </a:lnTo>
                <a:cubicBezTo>
                  <a:pt x="116681" y="98137"/>
                  <a:pt x="118556" y="100013"/>
                  <a:pt x="120848" y="100013"/>
                </a:cubicBezTo>
                <a:lnTo>
                  <a:pt x="129183" y="100013"/>
                </a:lnTo>
                <a:cubicBezTo>
                  <a:pt x="131475" y="100013"/>
                  <a:pt x="133350" y="98137"/>
                  <a:pt x="133350" y="95845"/>
                </a:cubicBezTo>
                <a:close/>
                <a:moveTo>
                  <a:pt x="129183" y="66675"/>
                </a:moveTo>
                <a:cubicBezTo>
                  <a:pt x="131475" y="66675"/>
                  <a:pt x="133350" y="64800"/>
                  <a:pt x="133350" y="62508"/>
                </a:cubicBezTo>
                <a:lnTo>
                  <a:pt x="133350" y="54173"/>
                </a:lnTo>
                <a:cubicBezTo>
                  <a:pt x="133350" y="51881"/>
                  <a:pt x="131475" y="50006"/>
                  <a:pt x="129183" y="50006"/>
                </a:cubicBezTo>
                <a:lnTo>
                  <a:pt x="120848" y="50006"/>
                </a:lnTo>
                <a:cubicBezTo>
                  <a:pt x="118556" y="50006"/>
                  <a:pt x="116681" y="51881"/>
                  <a:pt x="116681" y="54173"/>
                </a:cubicBezTo>
                <a:lnTo>
                  <a:pt x="116681" y="62508"/>
                </a:lnTo>
                <a:cubicBezTo>
                  <a:pt x="116681" y="64800"/>
                  <a:pt x="118556" y="66675"/>
                  <a:pt x="120848" y="66675"/>
                </a:cubicBezTo>
                <a:lnTo>
                  <a:pt x="129183" y="66675"/>
                </a:lnTo>
                <a:close/>
                <a:moveTo>
                  <a:pt x="68759" y="27087"/>
                </a:moveTo>
                <a:lnTo>
                  <a:pt x="68759" y="35421"/>
                </a:lnTo>
                <a:lnTo>
                  <a:pt x="60424" y="35421"/>
                </a:lnTo>
                <a:cubicBezTo>
                  <a:pt x="58132" y="35421"/>
                  <a:pt x="56257" y="37296"/>
                  <a:pt x="56257" y="39588"/>
                </a:cubicBezTo>
                <a:lnTo>
                  <a:pt x="56257" y="43755"/>
                </a:lnTo>
                <a:cubicBezTo>
                  <a:pt x="56257" y="46047"/>
                  <a:pt x="58132" y="47923"/>
                  <a:pt x="60424" y="47923"/>
                </a:cubicBezTo>
                <a:lnTo>
                  <a:pt x="68759" y="47923"/>
                </a:lnTo>
                <a:lnTo>
                  <a:pt x="68759" y="56257"/>
                </a:lnTo>
                <a:cubicBezTo>
                  <a:pt x="68759" y="58549"/>
                  <a:pt x="70634" y="60424"/>
                  <a:pt x="72926" y="60424"/>
                </a:cubicBezTo>
                <a:lnTo>
                  <a:pt x="77093" y="60424"/>
                </a:lnTo>
                <a:cubicBezTo>
                  <a:pt x="79385" y="60424"/>
                  <a:pt x="81260" y="58549"/>
                  <a:pt x="81260" y="56257"/>
                </a:cubicBezTo>
                <a:lnTo>
                  <a:pt x="81260" y="47923"/>
                </a:lnTo>
                <a:lnTo>
                  <a:pt x="89595" y="47923"/>
                </a:lnTo>
                <a:cubicBezTo>
                  <a:pt x="91886" y="47923"/>
                  <a:pt x="93762" y="46047"/>
                  <a:pt x="93762" y="43755"/>
                </a:cubicBezTo>
                <a:lnTo>
                  <a:pt x="93762" y="39588"/>
                </a:lnTo>
                <a:cubicBezTo>
                  <a:pt x="93762" y="37296"/>
                  <a:pt x="91886" y="35421"/>
                  <a:pt x="89595" y="35421"/>
                </a:cubicBezTo>
                <a:lnTo>
                  <a:pt x="81260" y="35421"/>
                </a:lnTo>
                <a:lnTo>
                  <a:pt x="81260" y="27087"/>
                </a:lnTo>
                <a:cubicBezTo>
                  <a:pt x="81260" y="24795"/>
                  <a:pt x="79385" y="22920"/>
                  <a:pt x="77093" y="22920"/>
                </a:cubicBezTo>
                <a:lnTo>
                  <a:pt x="72926" y="22920"/>
                </a:lnTo>
                <a:cubicBezTo>
                  <a:pt x="70634" y="22920"/>
                  <a:pt x="68759" y="24795"/>
                  <a:pt x="68759" y="27087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9" name="Text 17"/>
          <p:cNvSpPr/>
          <p:nvPr/>
        </p:nvSpPr>
        <p:spPr>
          <a:xfrm>
            <a:off x="890588" y="2705100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Salud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700" y="2933700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 médico, dispositivos sanitarios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48025" y="2628900"/>
            <a:ext cx="2600325" cy="533400"/>
          </a:xfrm>
          <a:custGeom>
            <a:avLst/>
            <a:gdLst/>
            <a:ahLst/>
            <a:cxnLst/>
            <a:rect l="l" t="t" r="r" b="b"/>
            <a:pathLst>
              <a:path w="2600325" h="533400">
                <a:moveTo>
                  <a:pt x="38101" y="0"/>
                </a:moveTo>
                <a:lnTo>
                  <a:pt x="2562224" y="0"/>
                </a:lnTo>
                <a:cubicBezTo>
                  <a:pt x="2583267" y="0"/>
                  <a:pt x="2600325" y="17058"/>
                  <a:pt x="2600325" y="38101"/>
                </a:cubicBezTo>
                <a:lnTo>
                  <a:pt x="2600325" y="495299"/>
                </a:lnTo>
                <a:cubicBezTo>
                  <a:pt x="2600325" y="516342"/>
                  <a:pt x="2583267" y="533400"/>
                  <a:pt x="25622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343275" y="27336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5213" y="30577"/>
                </a:moveTo>
                <a:lnTo>
                  <a:pt x="28415" y="50006"/>
                </a:lnTo>
                <a:lnTo>
                  <a:pt x="104935" y="50006"/>
                </a:lnTo>
                <a:lnTo>
                  <a:pt x="98137" y="30577"/>
                </a:lnTo>
                <a:cubicBezTo>
                  <a:pt x="96965" y="27243"/>
                  <a:pt x="93814" y="25003"/>
                  <a:pt x="90272" y="25003"/>
                </a:cubicBezTo>
                <a:lnTo>
                  <a:pt x="43078" y="25003"/>
                </a:lnTo>
                <a:cubicBezTo>
                  <a:pt x="39536" y="25003"/>
                  <a:pt x="36385" y="27243"/>
                  <a:pt x="35213" y="30577"/>
                </a:cubicBezTo>
                <a:close/>
                <a:moveTo>
                  <a:pt x="10314" y="51256"/>
                </a:moveTo>
                <a:lnTo>
                  <a:pt x="19482" y="25081"/>
                </a:lnTo>
                <a:cubicBezTo>
                  <a:pt x="22998" y="15054"/>
                  <a:pt x="32452" y="8334"/>
                  <a:pt x="43078" y="8334"/>
                </a:cubicBezTo>
                <a:lnTo>
                  <a:pt x="90272" y="8334"/>
                </a:lnTo>
                <a:cubicBezTo>
                  <a:pt x="100898" y="8334"/>
                  <a:pt x="110352" y="15054"/>
                  <a:pt x="113868" y="25081"/>
                </a:cubicBezTo>
                <a:lnTo>
                  <a:pt x="123036" y="51256"/>
                </a:lnTo>
                <a:cubicBezTo>
                  <a:pt x="129079" y="53757"/>
                  <a:pt x="133350" y="59721"/>
                  <a:pt x="133350" y="66675"/>
                </a:cubicBezTo>
                <a:lnTo>
                  <a:pt x="133350" y="116681"/>
                </a:lnTo>
                <a:cubicBezTo>
                  <a:pt x="133350" y="121291"/>
                  <a:pt x="129626" y="125016"/>
                  <a:pt x="125016" y="125016"/>
                </a:cubicBezTo>
                <a:lnTo>
                  <a:pt x="116681" y="125016"/>
                </a:lnTo>
                <a:cubicBezTo>
                  <a:pt x="112071" y="125016"/>
                  <a:pt x="108347" y="121291"/>
                  <a:pt x="108347" y="116681"/>
                </a:cubicBezTo>
                <a:lnTo>
                  <a:pt x="108347" y="108347"/>
                </a:lnTo>
                <a:lnTo>
                  <a:pt x="25003" y="108347"/>
                </a:lnTo>
                <a:lnTo>
                  <a:pt x="25003" y="116681"/>
                </a:lnTo>
                <a:cubicBezTo>
                  <a:pt x="25003" y="121291"/>
                  <a:pt x="21279" y="125016"/>
                  <a:pt x="16669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66675"/>
                </a:lnTo>
                <a:cubicBezTo>
                  <a:pt x="0" y="59721"/>
                  <a:pt x="4271" y="53757"/>
                  <a:pt x="10314" y="51256"/>
                </a:cubicBezTo>
                <a:close/>
                <a:moveTo>
                  <a:pt x="33337" y="79177"/>
                </a:moveTo>
                <a:cubicBezTo>
                  <a:pt x="33337" y="74577"/>
                  <a:pt x="29603" y="70842"/>
                  <a:pt x="25003" y="70842"/>
                </a:cubicBezTo>
                <a:cubicBezTo>
                  <a:pt x="20403" y="70842"/>
                  <a:pt x="16669" y="74577"/>
                  <a:pt x="16669" y="79177"/>
                </a:cubicBezTo>
                <a:cubicBezTo>
                  <a:pt x="16669" y="83776"/>
                  <a:pt x="20403" y="87511"/>
                  <a:pt x="25003" y="87511"/>
                </a:cubicBezTo>
                <a:cubicBezTo>
                  <a:pt x="29603" y="87511"/>
                  <a:pt x="33337" y="83776"/>
                  <a:pt x="33337" y="79177"/>
                </a:cubicBezTo>
                <a:close/>
                <a:moveTo>
                  <a:pt x="108347" y="87511"/>
                </a:moveTo>
                <a:cubicBezTo>
                  <a:pt x="112947" y="87511"/>
                  <a:pt x="116681" y="83776"/>
                  <a:pt x="116681" y="79177"/>
                </a:cubicBezTo>
                <a:cubicBezTo>
                  <a:pt x="116681" y="74577"/>
                  <a:pt x="112947" y="70842"/>
                  <a:pt x="108347" y="70842"/>
                </a:cubicBezTo>
                <a:cubicBezTo>
                  <a:pt x="103747" y="70842"/>
                  <a:pt x="100013" y="74577"/>
                  <a:pt x="100013" y="79177"/>
                </a:cubicBezTo>
                <a:cubicBezTo>
                  <a:pt x="100013" y="83776"/>
                  <a:pt x="103747" y="87511"/>
                  <a:pt x="108347" y="87511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3" name="Text 21"/>
          <p:cNvSpPr/>
          <p:nvPr/>
        </p:nvSpPr>
        <p:spPr>
          <a:xfrm>
            <a:off x="3567113" y="270510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Transporte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24225" y="2933700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Vehículos autónomos, tráfico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" y="3238500"/>
            <a:ext cx="2600325" cy="533400"/>
          </a:xfrm>
          <a:custGeom>
            <a:avLst/>
            <a:gdLst/>
            <a:ahLst/>
            <a:cxnLst/>
            <a:rect l="l" t="t" r="r" b="b"/>
            <a:pathLst>
              <a:path w="2600325" h="533400">
                <a:moveTo>
                  <a:pt x="38101" y="0"/>
                </a:moveTo>
                <a:lnTo>
                  <a:pt x="2562224" y="0"/>
                </a:lnTo>
                <a:cubicBezTo>
                  <a:pt x="2583267" y="0"/>
                  <a:pt x="2600325" y="17058"/>
                  <a:pt x="2600325" y="38101"/>
                </a:cubicBezTo>
                <a:lnTo>
                  <a:pt x="2600325" y="495299"/>
                </a:lnTo>
                <a:cubicBezTo>
                  <a:pt x="2600325" y="516342"/>
                  <a:pt x="2583267" y="533400"/>
                  <a:pt x="25622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416" y="33432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4172" y="39953"/>
                </a:moveTo>
                <a:lnTo>
                  <a:pt x="39302" y="35083"/>
                </a:lnTo>
                <a:cubicBezTo>
                  <a:pt x="36046" y="31827"/>
                  <a:pt x="36046" y="26540"/>
                  <a:pt x="39302" y="23284"/>
                </a:cubicBezTo>
                <a:lnTo>
                  <a:pt x="69175" y="-6615"/>
                </a:lnTo>
                <a:cubicBezTo>
                  <a:pt x="72431" y="-9871"/>
                  <a:pt x="77718" y="-9871"/>
                  <a:pt x="80974" y="-6615"/>
                </a:cubicBezTo>
                <a:lnTo>
                  <a:pt x="85844" y="-1719"/>
                </a:lnTo>
                <a:cubicBezTo>
                  <a:pt x="89100" y="1537"/>
                  <a:pt x="89100" y="6824"/>
                  <a:pt x="85844" y="10079"/>
                </a:cubicBezTo>
                <a:lnTo>
                  <a:pt x="55971" y="39953"/>
                </a:lnTo>
                <a:cubicBezTo>
                  <a:pt x="52715" y="43209"/>
                  <a:pt x="47428" y="43209"/>
                  <a:pt x="44172" y="39953"/>
                </a:cubicBezTo>
                <a:close/>
                <a:moveTo>
                  <a:pt x="71884" y="55137"/>
                </a:moveTo>
                <a:lnTo>
                  <a:pt x="63706" y="46959"/>
                </a:lnTo>
                <a:lnTo>
                  <a:pt x="92876" y="17789"/>
                </a:lnTo>
                <a:lnTo>
                  <a:pt x="123974" y="48886"/>
                </a:lnTo>
                <a:lnTo>
                  <a:pt x="94804" y="78057"/>
                </a:lnTo>
                <a:lnTo>
                  <a:pt x="86625" y="69879"/>
                </a:lnTo>
                <a:lnTo>
                  <a:pt x="26201" y="130303"/>
                </a:lnTo>
                <a:cubicBezTo>
                  <a:pt x="22138" y="134366"/>
                  <a:pt x="15549" y="134366"/>
                  <a:pt x="11460" y="130303"/>
                </a:cubicBezTo>
                <a:cubicBezTo>
                  <a:pt x="7371" y="126240"/>
                  <a:pt x="7397" y="119650"/>
                  <a:pt x="11460" y="115561"/>
                </a:cubicBezTo>
                <a:lnTo>
                  <a:pt x="71884" y="55137"/>
                </a:lnTo>
                <a:close/>
                <a:moveTo>
                  <a:pt x="101810" y="97564"/>
                </a:moveTo>
                <a:cubicBezTo>
                  <a:pt x="98554" y="94309"/>
                  <a:pt x="98554" y="89022"/>
                  <a:pt x="101810" y="85766"/>
                </a:cubicBezTo>
                <a:lnTo>
                  <a:pt x="131683" y="55892"/>
                </a:lnTo>
                <a:cubicBezTo>
                  <a:pt x="134939" y="52637"/>
                  <a:pt x="140226" y="52637"/>
                  <a:pt x="143481" y="55892"/>
                </a:cubicBezTo>
                <a:lnTo>
                  <a:pt x="148352" y="60763"/>
                </a:lnTo>
                <a:cubicBezTo>
                  <a:pt x="151607" y="64018"/>
                  <a:pt x="151607" y="69306"/>
                  <a:pt x="148352" y="72561"/>
                </a:cubicBezTo>
                <a:lnTo>
                  <a:pt x="118478" y="102461"/>
                </a:lnTo>
                <a:cubicBezTo>
                  <a:pt x="115223" y="105716"/>
                  <a:pt x="109936" y="105716"/>
                  <a:pt x="106680" y="102461"/>
                </a:cubicBezTo>
                <a:lnTo>
                  <a:pt x="101810" y="9759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7" name="Text 25"/>
          <p:cNvSpPr/>
          <p:nvPr/>
        </p:nvSpPr>
        <p:spPr>
          <a:xfrm>
            <a:off x="890588" y="3314700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Justicia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700" y="3543300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apoyo a decisiones judiciales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48025" y="3238500"/>
            <a:ext cx="2600325" cy="533400"/>
          </a:xfrm>
          <a:custGeom>
            <a:avLst/>
            <a:gdLst/>
            <a:ahLst/>
            <a:cxnLst/>
            <a:rect l="l" t="t" r="r" b="b"/>
            <a:pathLst>
              <a:path w="2600325" h="533400">
                <a:moveTo>
                  <a:pt x="38101" y="0"/>
                </a:moveTo>
                <a:lnTo>
                  <a:pt x="2562224" y="0"/>
                </a:lnTo>
                <a:cubicBezTo>
                  <a:pt x="2583267" y="0"/>
                  <a:pt x="2600325" y="17058"/>
                  <a:pt x="2600325" y="38101"/>
                </a:cubicBezTo>
                <a:lnTo>
                  <a:pt x="2600325" y="495299"/>
                </a:lnTo>
                <a:cubicBezTo>
                  <a:pt x="2600325" y="516342"/>
                  <a:pt x="2583267" y="533400"/>
                  <a:pt x="25622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51609" y="3343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1" name="Text 29"/>
          <p:cNvSpPr/>
          <p:nvPr/>
        </p:nvSpPr>
        <p:spPr>
          <a:xfrm>
            <a:off x="3567113" y="3314700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Energía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24225" y="3543300"/>
            <a:ext cx="2505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Gestión de infraestructuras críticas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0050" y="4038600"/>
            <a:ext cx="5600700" cy="2209800"/>
          </a:xfrm>
          <a:custGeom>
            <a:avLst/>
            <a:gdLst/>
            <a:ahLst/>
            <a:cxnLst/>
            <a:rect l="l" t="t" r="r" b="b"/>
            <a:pathLst>
              <a:path w="5600700" h="2209800">
                <a:moveTo>
                  <a:pt x="0" y="0"/>
                </a:moveTo>
                <a:lnTo>
                  <a:pt x="5524506" y="0"/>
                </a:lnTo>
                <a:cubicBezTo>
                  <a:pt x="5566587" y="0"/>
                  <a:pt x="5600700" y="34113"/>
                  <a:pt x="5600700" y="76194"/>
                </a:cubicBezTo>
                <a:lnTo>
                  <a:pt x="5600700" y="2133606"/>
                </a:lnTo>
                <a:cubicBezTo>
                  <a:pt x="5600700" y="2175687"/>
                  <a:pt x="5566587" y="2209800"/>
                  <a:pt x="5524506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" y="4038600"/>
            <a:ext cx="38100" cy="2209800"/>
          </a:xfrm>
          <a:custGeom>
            <a:avLst/>
            <a:gdLst/>
            <a:ahLst/>
            <a:cxnLst/>
            <a:rect l="l" t="t" r="r" b="b"/>
            <a:pathLst>
              <a:path w="38100" h="2209800">
                <a:moveTo>
                  <a:pt x="0" y="0"/>
                </a:moveTo>
                <a:lnTo>
                  <a:pt x="38100" y="0"/>
                </a:lnTo>
                <a:lnTo>
                  <a:pt x="381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Shape 33"/>
          <p:cNvSpPr/>
          <p:nvPr/>
        </p:nvSpPr>
        <p:spPr>
          <a:xfrm>
            <a:off x="571500" y="42291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6" name="Text 34"/>
          <p:cNvSpPr/>
          <p:nvPr/>
        </p:nvSpPr>
        <p:spPr>
          <a:xfrm>
            <a:off x="809625" y="4191000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Componentes de Seguridad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1500" y="4572000"/>
            <a:ext cx="5353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Incluyen componentes de seguridad para productos regulados en la UE como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dispositivos médicos, automóviles, juguetes, equipos de radio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entre otros.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1500" y="5429250"/>
            <a:ext cx="5276850" cy="666750"/>
          </a:xfrm>
          <a:custGeom>
            <a:avLst/>
            <a:gdLst/>
            <a:ahLst/>
            <a:cxnLst/>
            <a:rect l="l" t="t" r="r" b="b"/>
            <a:pathLst>
              <a:path w="5276850" h="666750">
                <a:moveTo>
                  <a:pt x="38098" y="0"/>
                </a:moveTo>
                <a:lnTo>
                  <a:pt x="5238752" y="0"/>
                </a:lnTo>
                <a:cubicBezTo>
                  <a:pt x="5259793" y="0"/>
                  <a:pt x="5276850" y="17057"/>
                  <a:pt x="5276850" y="38098"/>
                </a:cubicBezTo>
                <a:lnTo>
                  <a:pt x="5276850" y="628652"/>
                </a:lnTo>
                <a:cubicBezTo>
                  <a:pt x="5276850" y="649693"/>
                  <a:pt x="5259793" y="666750"/>
                  <a:pt x="5238752" y="666750"/>
                </a:cubicBezTo>
                <a:lnTo>
                  <a:pt x="38098" y="666750"/>
                </a:lnTo>
                <a:cubicBezTo>
                  <a:pt x="17057" y="666750"/>
                  <a:pt x="0" y="649693"/>
                  <a:pt x="0" y="6286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5543550"/>
            <a:ext cx="5114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Vigencia: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Agosto 2027 para sistemas de IA como componentes de seguridad de productos regulados.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1250" y="1333500"/>
            <a:ext cx="5619750" cy="4457700"/>
          </a:xfrm>
          <a:custGeom>
            <a:avLst/>
            <a:gdLst/>
            <a:ahLst/>
            <a:cxnLst/>
            <a:rect l="l" t="t" r="r" b="b"/>
            <a:pathLst>
              <a:path w="5619750" h="4457700">
                <a:moveTo>
                  <a:pt x="76182" y="0"/>
                </a:moveTo>
                <a:lnTo>
                  <a:pt x="5543568" y="0"/>
                </a:lnTo>
                <a:cubicBezTo>
                  <a:pt x="5585642" y="0"/>
                  <a:pt x="5619750" y="34108"/>
                  <a:pt x="5619750" y="76182"/>
                </a:cubicBezTo>
                <a:lnTo>
                  <a:pt x="5619750" y="4381518"/>
                </a:lnTo>
                <a:cubicBezTo>
                  <a:pt x="5619750" y="4423592"/>
                  <a:pt x="5585642" y="4457700"/>
                  <a:pt x="5543568" y="4457700"/>
                </a:cubicBezTo>
                <a:lnTo>
                  <a:pt x="76182" y="4457700"/>
                </a:lnTo>
                <a:cubicBezTo>
                  <a:pt x="34108" y="4457700"/>
                  <a:pt x="0" y="4423592"/>
                  <a:pt x="0" y="4381518"/>
                </a:cubicBezTo>
                <a:lnTo>
                  <a:pt x="0" y="76182"/>
                </a:lnTo>
                <a:cubicBezTo>
                  <a:pt x="0" y="34136"/>
                  <a:pt x="34136" y="0"/>
                  <a:pt x="7618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43650" y="1485900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Requisitos Obligatorios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3650" y="1905000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38103" y="0"/>
                </a:moveTo>
                <a:lnTo>
                  <a:pt x="5276847" y="0"/>
                </a:lnTo>
                <a:cubicBezTo>
                  <a:pt x="5297891" y="0"/>
                  <a:pt x="5314950" y="17059"/>
                  <a:pt x="5314950" y="38103"/>
                </a:cubicBezTo>
                <a:lnTo>
                  <a:pt x="5314950" y="647697"/>
                </a:lnTo>
                <a:cubicBezTo>
                  <a:pt x="5314950" y="668741"/>
                  <a:pt x="5297891" y="685800"/>
                  <a:pt x="52768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57950" y="2019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584007" y="207645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38950" y="20193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Gestión de Riesgos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38950" y="2286000"/>
            <a:ext cx="477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Proceso continuo de identificación, evaluación y mitigación de riesgos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43650" y="2667000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38103" y="0"/>
                </a:moveTo>
                <a:lnTo>
                  <a:pt x="5276847" y="0"/>
                </a:lnTo>
                <a:cubicBezTo>
                  <a:pt x="5297891" y="0"/>
                  <a:pt x="5314950" y="17059"/>
                  <a:pt x="5314950" y="38103"/>
                </a:cubicBezTo>
                <a:lnTo>
                  <a:pt x="5314950" y="647697"/>
                </a:lnTo>
                <a:cubicBezTo>
                  <a:pt x="5314950" y="668741"/>
                  <a:pt x="5297891" y="685800"/>
                  <a:pt x="52768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57950" y="2781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572845" y="28384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38950" y="27813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Calidad de Datos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38950" y="3048000"/>
            <a:ext cx="477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Conjuntos de datos representativos, libres de sesgos y de alta calidad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43650" y="3429000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38103" y="0"/>
                </a:moveTo>
                <a:lnTo>
                  <a:pt x="5276847" y="0"/>
                </a:lnTo>
                <a:cubicBezTo>
                  <a:pt x="5297891" y="0"/>
                  <a:pt x="5314950" y="17059"/>
                  <a:pt x="5314950" y="38103"/>
                </a:cubicBezTo>
                <a:lnTo>
                  <a:pt x="5314950" y="647697"/>
                </a:lnTo>
                <a:cubicBezTo>
                  <a:pt x="5314950" y="668741"/>
                  <a:pt x="5297891" y="685800"/>
                  <a:pt x="52768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57950" y="3543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571059" y="36004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38950" y="35433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Transparencia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38950" y="3810000"/>
            <a:ext cx="477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Documentación técnica extensa, características, limitaciones y precisión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43650" y="4191000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38103" y="0"/>
                </a:moveTo>
                <a:lnTo>
                  <a:pt x="5276847" y="0"/>
                </a:lnTo>
                <a:cubicBezTo>
                  <a:pt x="5297891" y="0"/>
                  <a:pt x="5314950" y="17059"/>
                  <a:pt x="5314950" y="38103"/>
                </a:cubicBezTo>
                <a:lnTo>
                  <a:pt x="5314950" y="647697"/>
                </a:lnTo>
                <a:cubicBezTo>
                  <a:pt x="5314950" y="668741"/>
                  <a:pt x="5297891" y="685800"/>
                  <a:pt x="52768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57950" y="4305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571208" y="43624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38950" y="43053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Supervisión Humana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38950" y="4572000"/>
            <a:ext cx="477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Intervención humana posible durante el uso del sistema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43650" y="4953000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38103" y="0"/>
                </a:moveTo>
                <a:lnTo>
                  <a:pt x="5276847" y="0"/>
                </a:lnTo>
                <a:cubicBezTo>
                  <a:pt x="5297891" y="0"/>
                  <a:pt x="5314950" y="17059"/>
                  <a:pt x="5314950" y="38103"/>
                </a:cubicBezTo>
                <a:lnTo>
                  <a:pt x="5314950" y="647697"/>
                </a:lnTo>
                <a:cubicBezTo>
                  <a:pt x="5314950" y="668741"/>
                  <a:pt x="5297891" y="685800"/>
                  <a:pt x="52768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2D313A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457950" y="5067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570464" y="51244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38950" y="5067300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de Conformidad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38950" y="5334000"/>
            <a:ext cx="477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Verificación del cumplimiento antes de la comercialización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196013" y="5910263"/>
            <a:ext cx="5610225" cy="733425"/>
          </a:xfrm>
          <a:custGeom>
            <a:avLst/>
            <a:gdLst/>
            <a:ahLst/>
            <a:cxnLst/>
            <a:rect l="l" t="t" r="r" b="b"/>
            <a:pathLst>
              <a:path w="5610225" h="733425">
                <a:moveTo>
                  <a:pt x="76203" y="0"/>
                </a:moveTo>
                <a:lnTo>
                  <a:pt x="5534022" y="0"/>
                </a:lnTo>
                <a:cubicBezTo>
                  <a:pt x="5576080" y="0"/>
                  <a:pt x="5610225" y="34145"/>
                  <a:pt x="5610225" y="76203"/>
                </a:cubicBezTo>
                <a:lnTo>
                  <a:pt x="5610225" y="657222"/>
                </a:lnTo>
                <a:cubicBezTo>
                  <a:pt x="5610225" y="699280"/>
                  <a:pt x="5576080" y="733425"/>
                  <a:pt x="553402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96038" y="61626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137696" y="102111"/>
                </a:moveTo>
                <a:cubicBezTo>
                  <a:pt x="140821" y="97110"/>
                  <a:pt x="139303" y="90502"/>
                  <a:pt x="134302" y="87332"/>
                </a:cubicBezTo>
                <a:cubicBezTo>
                  <a:pt x="129302" y="84162"/>
                  <a:pt x="122694" y="85725"/>
                  <a:pt x="119524" y="90726"/>
                </a:cubicBezTo>
                <a:lnTo>
                  <a:pt x="92110" y="134615"/>
                </a:lnTo>
                <a:lnTo>
                  <a:pt x="80055" y="118542"/>
                </a:lnTo>
                <a:cubicBezTo>
                  <a:pt x="76483" y="113809"/>
                  <a:pt x="69786" y="112827"/>
                  <a:pt x="65053" y="116398"/>
                </a:cubicBezTo>
                <a:cubicBezTo>
                  <a:pt x="60320" y="119970"/>
                  <a:pt x="59338" y="126668"/>
                  <a:pt x="62910" y="131400"/>
                </a:cubicBezTo>
                <a:lnTo>
                  <a:pt x="84341" y="159975"/>
                </a:lnTo>
                <a:cubicBezTo>
                  <a:pt x="86439" y="162788"/>
                  <a:pt x="89833" y="164396"/>
                  <a:pt x="93360" y="164262"/>
                </a:cubicBezTo>
                <a:cubicBezTo>
                  <a:pt x="96887" y="164128"/>
                  <a:pt x="100102" y="162252"/>
                  <a:pt x="101977" y="159216"/>
                </a:cubicBezTo>
                <a:lnTo>
                  <a:pt x="137696" y="102066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9" name="Text 67"/>
          <p:cNvSpPr/>
          <p:nvPr/>
        </p:nvSpPr>
        <p:spPr>
          <a:xfrm>
            <a:off x="6753225" y="6067425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Fecha de Aplicación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53225" y="6296025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Agosto 2026 para sistemas del Anexo III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3863a86175f16ff86de519490771d55e75a41a88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573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739"/>
          </a:xfrm>
          <a:custGeom>
            <a:avLst/>
            <a:gdLst/>
            <a:ahLst/>
            <a:cxnLst/>
            <a:rect l="l" t="t" r="r" b="b"/>
            <a:pathLst>
              <a:path w="12192000" h="6855739">
                <a:moveTo>
                  <a:pt x="0" y="0"/>
                </a:moveTo>
                <a:lnTo>
                  <a:pt x="12192000" y="0"/>
                </a:lnTo>
                <a:lnTo>
                  <a:pt x="12192000" y="6855739"/>
                </a:lnTo>
                <a:lnTo>
                  <a:pt x="0" y="685573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4A6C8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77833" y="-156018"/>
            <a:ext cx="832095" cy="832095"/>
          </a:xfrm>
          <a:custGeom>
            <a:avLst/>
            <a:gdLst/>
            <a:ahLst/>
            <a:cxnLst/>
            <a:rect l="l" t="t" r="r" b="b"/>
            <a:pathLst>
              <a:path w="832095" h="832095">
                <a:moveTo>
                  <a:pt x="416047" y="0"/>
                </a:moveTo>
                <a:lnTo>
                  <a:pt x="416047" y="0"/>
                </a:lnTo>
                <a:cubicBezTo>
                  <a:pt x="645670" y="0"/>
                  <a:pt x="832095" y="186425"/>
                  <a:pt x="832095" y="416047"/>
                </a:cubicBezTo>
                <a:lnTo>
                  <a:pt x="832095" y="416047"/>
                </a:lnTo>
                <a:cubicBezTo>
                  <a:pt x="832095" y="645670"/>
                  <a:pt x="645670" y="832095"/>
                  <a:pt x="416047" y="832095"/>
                </a:cubicBezTo>
                <a:lnTo>
                  <a:pt x="416047" y="832095"/>
                </a:lnTo>
                <a:cubicBezTo>
                  <a:pt x="186425" y="832095"/>
                  <a:pt x="0" y="645670"/>
                  <a:pt x="0" y="416047"/>
                </a:cubicBezTo>
                <a:lnTo>
                  <a:pt x="0" y="416047"/>
                </a:lnTo>
                <a:cubicBezTo>
                  <a:pt x="0" y="186425"/>
                  <a:pt x="186425" y="0"/>
                  <a:pt x="416047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 w="50800">
            <a:solidFill>
              <a:srgbClr val="C8A97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71779" y="97228"/>
            <a:ext cx="244202" cy="325602"/>
          </a:xfrm>
          <a:custGeom>
            <a:avLst/>
            <a:gdLst/>
            <a:ahLst/>
            <a:cxnLst/>
            <a:rect l="l" t="t" r="r" b="b"/>
            <a:pathLst>
              <a:path w="244202" h="325602">
                <a:moveTo>
                  <a:pt x="186267" y="244202"/>
                </a:moveTo>
                <a:cubicBezTo>
                  <a:pt x="190910" y="230020"/>
                  <a:pt x="200195" y="217174"/>
                  <a:pt x="210688" y="206109"/>
                </a:cubicBezTo>
                <a:cubicBezTo>
                  <a:pt x="231483" y="184232"/>
                  <a:pt x="244202" y="154661"/>
                  <a:pt x="244202" y="122101"/>
                </a:cubicBezTo>
                <a:cubicBezTo>
                  <a:pt x="244202" y="54691"/>
                  <a:pt x="189511" y="0"/>
                  <a:pt x="122101" y="0"/>
                </a:cubicBezTo>
                <a:cubicBezTo>
                  <a:pt x="54691" y="0"/>
                  <a:pt x="0" y="54691"/>
                  <a:pt x="0" y="122101"/>
                </a:cubicBezTo>
                <a:cubicBezTo>
                  <a:pt x="0" y="154661"/>
                  <a:pt x="12719" y="184232"/>
                  <a:pt x="33514" y="206109"/>
                </a:cubicBezTo>
                <a:cubicBezTo>
                  <a:pt x="44007" y="217174"/>
                  <a:pt x="53356" y="230020"/>
                  <a:pt x="57934" y="244202"/>
                </a:cubicBezTo>
                <a:lnTo>
                  <a:pt x="186204" y="244202"/>
                </a:lnTo>
                <a:close/>
                <a:moveTo>
                  <a:pt x="183151" y="274727"/>
                </a:moveTo>
                <a:lnTo>
                  <a:pt x="61050" y="274727"/>
                </a:lnTo>
                <a:lnTo>
                  <a:pt x="61050" y="284902"/>
                </a:lnTo>
                <a:cubicBezTo>
                  <a:pt x="61050" y="313011"/>
                  <a:pt x="83817" y="335777"/>
                  <a:pt x="111926" y="335777"/>
                </a:cubicBezTo>
                <a:lnTo>
                  <a:pt x="132276" y="335777"/>
                </a:lnTo>
                <a:cubicBezTo>
                  <a:pt x="160385" y="335777"/>
                  <a:pt x="183151" y="313011"/>
                  <a:pt x="183151" y="284902"/>
                </a:cubicBezTo>
                <a:lnTo>
                  <a:pt x="183151" y="274727"/>
                </a:lnTo>
                <a:close/>
                <a:moveTo>
                  <a:pt x="117013" y="71226"/>
                </a:moveTo>
                <a:cubicBezTo>
                  <a:pt x="91703" y="71226"/>
                  <a:pt x="71226" y="91703"/>
                  <a:pt x="71226" y="117013"/>
                </a:cubicBezTo>
                <a:cubicBezTo>
                  <a:pt x="71226" y="125471"/>
                  <a:pt x="64421" y="132276"/>
                  <a:pt x="55963" y="132276"/>
                </a:cubicBezTo>
                <a:cubicBezTo>
                  <a:pt x="47505" y="132276"/>
                  <a:pt x="40700" y="125471"/>
                  <a:pt x="40700" y="117013"/>
                </a:cubicBezTo>
                <a:cubicBezTo>
                  <a:pt x="40700" y="74850"/>
                  <a:pt x="74850" y="40700"/>
                  <a:pt x="117013" y="40700"/>
                </a:cubicBezTo>
                <a:cubicBezTo>
                  <a:pt x="125471" y="40700"/>
                  <a:pt x="132276" y="47505"/>
                  <a:pt x="132276" y="55963"/>
                </a:cubicBezTo>
                <a:cubicBezTo>
                  <a:pt x="132276" y="64421"/>
                  <a:pt x="125471" y="71226"/>
                  <a:pt x="117013" y="7122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Text 3"/>
          <p:cNvSpPr/>
          <p:nvPr/>
        </p:nvSpPr>
        <p:spPr>
          <a:xfrm>
            <a:off x="1906272" y="911234"/>
            <a:ext cx="8375217" cy="135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73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Hacia una IA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273" b="1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Ética y Responsable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70319" y="2484979"/>
            <a:ext cx="1447122" cy="36178"/>
          </a:xfrm>
          <a:custGeom>
            <a:avLst/>
            <a:gdLst/>
            <a:ahLst/>
            <a:cxnLst/>
            <a:rect l="l" t="t" r="r" b="b"/>
            <a:pathLst>
              <a:path w="1447122" h="36178">
                <a:moveTo>
                  <a:pt x="0" y="0"/>
                </a:moveTo>
                <a:lnTo>
                  <a:pt x="1447122" y="0"/>
                </a:lnTo>
                <a:lnTo>
                  <a:pt x="1447122" y="36178"/>
                </a:lnTo>
                <a:lnTo>
                  <a:pt x="0" y="36178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5"/>
          <p:cNvSpPr/>
          <p:nvPr/>
        </p:nvSpPr>
        <p:spPr>
          <a:xfrm>
            <a:off x="1987672" y="2810582"/>
            <a:ext cx="8212415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0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equilibrio entre </a:t>
            </a:r>
            <a:pPr algn="ctr">
              <a:lnSpc>
                <a:spcPct val="140000"/>
              </a:lnSpc>
            </a:pPr>
            <a:r>
              <a:rPr lang="en-US" sz="1709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innovación tecnológica</a:t>
            </a:r>
            <a:pPr algn="ctr">
              <a:lnSpc>
                <a:spcPct val="140000"/>
              </a:lnSpc>
            </a:pPr>
            <a:r>
              <a:rPr lang="en-US" sz="170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</a:t>
            </a:r>
            <a:pPr algn="ctr">
              <a:lnSpc>
                <a:spcPct val="140000"/>
              </a:lnSpc>
            </a:pPr>
            <a:r>
              <a:rPr lang="en-US" sz="1709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de derechos fundamentales</a:t>
            </a:r>
            <a:pPr algn="ctr">
              <a:lnSpc>
                <a:spcPct val="140000"/>
              </a:lnSpc>
            </a:pPr>
            <a:r>
              <a:rPr lang="en-US" sz="170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 esencial para construir un futuro digital inclusivo y seguro.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7613" y="3810000"/>
            <a:ext cx="2885199" cy="1836036"/>
          </a:xfrm>
          <a:custGeom>
            <a:avLst/>
            <a:gdLst/>
            <a:ahLst/>
            <a:cxnLst/>
            <a:rect l="l" t="t" r="r" b="b"/>
            <a:pathLst>
              <a:path w="2885199" h="1836036">
                <a:moveTo>
                  <a:pt x="72358" y="0"/>
                </a:moveTo>
                <a:lnTo>
                  <a:pt x="2812841" y="0"/>
                </a:lnTo>
                <a:cubicBezTo>
                  <a:pt x="2852803" y="0"/>
                  <a:pt x="2885199" y="32396"/>
                  <a:pt x="2885199" y="72358"/>
                </a:cubicBezTo>
                <a:lnTo>
                  <a:pt x="2885199" y="1763677"/>
                </a:lnTo>
                <a:cubicBezTo>
                  <a:pt x="2885199" y="1803640"/>
                  <a:pt x="2852803" y="1836036"/>
                  <a:pt x="2812841" y="1836036"/>
                </a:cubicBezTo>
                <a:lnTo>
                  <a:pt x="72358" y="1836036"/>
                </a:lnTo>
                <a:cubicBezTo>
                  <a:pt x="32396" y="1836036"/>
                  <a:pt x="0" y="1803640"/>
                  <a:pt x="0" y="1763677"/>
                </a:cubicBezTo>
                <a:lnTo>
                  <a:pt x="0" y="72358"/>
                </a:lnTo>
                <a:cubicBezTo>
                  <a:pt x="0" y="32423"/>
                  <a:pt x="32423" y="0"/>
                  <a:pt x="7235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76806" y="4031591"/>
            <a:ext cx="271335" cy="271335"/>
          </a:xfrm>
          <a:custGeom>
            <a:avLst/>
            <a:gdLst/>
            <a:ahLst/>
            <a:cxnLst/>
            <a:rect l="l" t="t" r="r" b="b"/>
            <a:pathLst>
              <a:path w="271335" h="271335">
                <a:moveTo>
                  <a:pt x="135668" y="0"/>
                </a:moveTo>
                <a:cubicBezTo>
                  <a:pt x="138105" y="0"/>
                  <a:pt x="140543" y="530"/>
                  <a:pt x="142769" y="1537"/>
                </a:cubicBezTo>
                <a:lnTo>
                  <a:pt x="242612" y="43880"/>
                </a:lnTo>
                <a:cubicBezTo>
                  <a:pt x="254271" y="48809"/>
                  <a:pt x="262962" y="60309"/>
                  <a:pt x="262909" y="74193"/>
                </a:cubicBezTo>
                <a:cubicBezTo>
                  <a:pt x="262644" y="126764"/>
                  <a:pt x="241022" y="222951"/>
                  <a:pt x="149711" y="266672"/>
                </a:cubicBezTo>
                <a:cubicBezTo>
                  <a:pt x="140861" y="270911"/>
                  <a:pt x="130580" y="270911"/>
                  <a:pt x="121730" y="266672"/>
                </a:cubicBezTo>
                <a:cubicBezTo>
                  <a:pt x="30366" y="222951"/>
                  <a:pt x="8797" y="126764"/>
                  <a:pt x="8532" y="74193"/>
                </a:cubicBezTo>
                <a:cubicBezTo>
                  <a:pt x="8479" y="60309"/>
                  <a:pt x="17170" y="48809"/>
                  <a:pt x="28829" y="43880"/>
                </a:cubicBezTo>
                <a:lnTo>
                  <a:pt x="128619" y="1537"/>
                </a:lnTo>
                <a:cubicBezTo>
                  <a:pt x="130845" y="530"/>
                  <a:pt x="133230" y="0"/>
                  <a:pt x="135668" y="0"/>
                </a:cubicBezTo>
                <a:close/>
                <a:moveTo>
                  <a:pt x="135668" y="35401"/>
                </a:moveTo>
                <a:lnTo>
                  <a:pt x="135668" y="235776"/>
                </a:lnTo>
                <a:cubicBezTo>
                  <a:pt x="208801" y="200375"/>
                  <a:pt x="228462" y="121942"/>
                  <a:pt x="228939" y="74988"/>
                </a:cubicBezTo>
                <a:lnTo>
                  <a:pt x="135668" y="35454"/>
                </a:lnTo>
                <a:lnTo>
                  <a:pt x="135668" y="35454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1" name="Text 8"/>
          <p:cNvSpPr/>
          <p:nvPr/>
        </p:nvSpPr>
        <p:spPr>
          <a:xfrm>
            <a:off x="1643981" y="4447638"/>
            <a:ext cx="2532463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53026" y="4773240"/>
            <a:ext cx="2514374" cy="651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Salvaguardar los derechos fundamentales y la privacidad de las personas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51281" y="3810000"/>
            <a:ext cx="2885199" cy="1836036"/>
          </a:xfrm>
          <a:custGeom>
            <a:avLst/>
            <a:gdLst/>
            <a:ahLst/>
            <a:cxnLst/>
            <a:rect l="l" t="t" r="r" b="b"/>
            <a:pathLst>
              <a:path w="2885199" h="1836036">
                <a:moveTo>
                  <a:pt x="72358" y="0"/>
                </a:moveTo>
                <a:lnTo>
                  <a:pt x="2812841" y="0"/>
                </a:lnTo>
                <a:cubicBezTo>
                  <a:pt x="2852803" y="0"/>
                  <a:pt x="2885199" y="32396"/>
                  <a:pt x="2885199" y="72358"/>
                </a:cubicBezTo>
                <a:lnTo>
                  <a:pt x="2885199" y="1763677"/>
                </a:lnTo>
                <a:cubicBezTo>
                  <a:pt x="2885199" y="1803640"/>
                  <a:pt x="2852803" y="1836036"/>
                  <a:pt x="2812841" y="1836036"/>
                </a:cubicBezTo>
                <a:lnTo>
                  <a:pt x="72358" y="1836036"/>
                </a:lnTo>
                <a:cubicBezTo>
                  <a:pt x="32396" y="1836036"/>
                  <a:pt x="0" y="1803640"/>
                  <a:pt x="0" y="1763677"/>
                </a:cubicBezTo>
                <a:lnTo>
                  <a:pt x="0" y="72358"/>
                </a:lnTo>
                <a:cubicBezTo>
                  <a:pt x="0" y="32423"/>
                  <a:pt x="32423" y="0"/>
                  <a:pt x="7235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26557" y="4031591"/>
            <a:ext cx="339169" cy="271335"/>
          </a:xfrm>
          <a:custGeom>
            <a:avLst/>
            <a:gdLst/>
            <a:ahLst/>
            <a:cxnLst/>
            <a:rect l="l" t="t" r="r" b="b"/>
            <a:pathLst>
              <a:path w="339169" h="271335">
                <a:moveTo>
                  <a:pt x="203501" y="16958"/>
                </a:moveTo>
                <a:lnTo>
                  <a:pt x="271335" y="16958"/>
                </a:lnTo>
                <a:cubicBezTo>
                  <a:pt x="280715" y="16958"/>
                  <a:pt x="288294" y="24537"/>
                  <a:pt x="288294" y="33917"/>
                </a:cubicBezTo>
                <a:cubicBezTo>
                  <a:pt x="288294" y="43297"/>
                  <a:pt x="280715" y="50875"/>
                  <a:pt x="271335" y="50875"/>
                </a:cubicBezTo>
                <a:lnTo>
                  <a:pt x="211133" y="50875"/>
                </a:lnTo>
                <a:cubicBezTo>
                  <a:pt x="208377" y="64548"/>
                  <a:pt x="198997" y="75836"/>
                  <a:pt x="186543" y="81242"/>
                </a:cubicBezTo>
                <a:lnTo>
                  <a:pt x="186543" y="237418"/>
                </a:lnTo>
                <a:lnTo>
                  <a:pt x="271335" y="237418"/>
                </a:lnTo>
                <a:cubicBezTo>
                  <a:pt x="280715" y="237418"/>
                  <a:pt x="288294" y="244997"/>
                  <a:pt x="288294" y="254377"/>
                </a:cubicBezTo>
                <a:cubicBezTo>
                  <a:pt x="288294" y="263757"/>
                  <a:pt x="280715" y="271335"/>
                  <a:pt x="271335" y="271335"/>
                </a:cubicBezTo>
                <a:lnTo>
                  <a:pt x="67834" y="271335"/>
                </a:lnTo>
                <a:cubicBezTo>
                  <a:pt x="58454" y="271335"/>
                  <a:pt x="50875" y="263757"/>
                  <a:pt x="50875" y="254377"/>
                </a:cubicBezTo>
                <a:cubicBezTo>
                  <a:pt x="50875" y="244997"/>
                  <a:pt x="58454" y="237418"/>
                  <a:pt x="67834" y="237418"/>
                </a:cubicBezTo>
                <a:lnTo>
                  <a:pt x="152626" y="237418"/>
                </a:lnTo>
                <a:lnTo>
                  <a:pt x="152626" y="81242"/>
                </a:lnTo>
                <a:cubicBezTo>
                  <a:pt x="140172" y="75783"/>
                  <a:pt x="130792" y="64495"/>
                  <a:pt x="128036" y="50875"/>
                </a:cubicBezTo>
                <a:lnTo>
                  <a:pt x="67834" y="50875"/>
                </a:lnTo>
                <a:cubicBezTo>
                  <a:pt x="58454" y="50875"/>
                  <a:pt x="50875" y="43297"/>
                  <a:pt x="50875" y="33917"/>
                </a:cubicBezTo>
                <a:cubicBezTo>
                  <a:pt x="50875" y="24537"/>
                  <a:pt x="58454" y="16958"/>
                  <a:pt x="67834" y="16958"/>
                </a:cubicBezTo>
                <a:lnTo>
                  <a:pt x="135668" y="16958"/>
                </a:lnTo>
                <a:cubicBezTo>
                  <a:pt x="143405" y="6677"/>
                  <a:pt x="155700" y="0"/>
                  <a:pt x="169585" y="0"/>
                </a:cubicBezTo>
                <a:cubicBezTo>
                  <a:pt x="183469" y="0"/>
                  <a:pt x="195764" y="6677"/>
                  <a:pt x="203501" y="16958"/>
                </a:cubicBezTo>
                <a:close/>
                <a:moveTo>
                  <a:pt x="232967" y="169585"/>
                </a:moveTo>
                <a:lnTo>
                  <a:pt x="309704" y="169585"/>
                </a:lnTo>
                <a:lnTo>
                  <a:pt x="271335" y="103765"/>
                </a:lnTo>
                <a:lnTo>
                  <a:pt x="232967" y="169585"/>
                </a:lnTo>
                <a:close/>
                <a:moveTo>
                  <a:pt x="271335" y="220460"/>
                </a:moveTo>
                <a:cubicBezTo>
                  <a:pt x="238001" y="220460"/>
                  <a:pt x="210285" y="202442"/>
                  <a:pt x="204561" y="178647"/>
                </a:cubicBezTo>
                <a:cubicBezTo>
                  <a:pt x="203184" y="172817"/>
                  <a:pt x="205091" y="166829"/>
                  <a:pt x="208112" y="161635"/>
                </a:cubicBezTo>
                <a:lnTo>
                  <a:pt x="258563" y="75147"/>
                </a:lnTo>
                <a:cubicBezTo>
                  <a:pt x="261213" y="70590"/>
                  <a:pt x="266089" y="67834"/>
                  <a:pt x="271335" y="67834"/>
                </a:cubicBezTo>
                <a:cubicBezTo>
                  <a:pt x="276582" y="67834"/>
                  <a:pt x="281457" y="70643"/>
                  <a:pt x="284107" y="75147"/>
                </a:cubicBezTo>
                <a:lnTo>
                  <a:pt x="334559" y="161635"/>
                </a:lnTo>
                <a:cubicBezTo>
                  <a:pt x="337579" y="166829"/>
                  <a:pt x="339487" y="172817"/>
                  <a:pt x="338109" y="178647"/>
                </a:cubicBezTo>
                <a:cubicBezTo>
                  <a:pt x="332386" y="202389"/>
                  <a:pt x="304669" y="220460"/>
                  <a:pt x="271335" y="220460"/>
                </a:cubicBezTo>
                <a:close/>
                <a:moveTo>
                  <a:pt x="67198" y="103765"/>
                </a:moveTo>
                <a:lnTo>
                  <a:pt x="28829" y="169585"/>
                </a:lnTo>
                <a:lnTo>
                  <a:pt x="105619" y="169585"/>
                </a:lnTo>
                <a:lnTo>
                  <a:pt x="67198" y="103765"/>
                </a:lnTo>
                <a:close/>
                <a:moveTo>
                  <a:pt x="477" y="178647"/>
                </a:moveTo>
                <a:cubicBezTo>
                  <a:pt x="-901" y="172817"/>
                  <a:pt x="1007" y="166829"/>
                  <a:pt x="4028" y="161635"/>
                </a:cubicBezTo>
                <a:lnTo>
                  <a:pt x="54479" y="75147"/>
                </a:lnTo>
                <a:cubicBezTo>
                  <a:pt x="57129" y="70590"/>
                  <a:pt x="62004" y="67834"/>
                  <a:pt x="67251" y="67834"/>
                </a:cubicBezTo>
                <a:cubicBezTo>
                  <a:pt x="72497" y="67834"/>
                  <a:pt x="77373" y="70643"/>
                  <a:pt x="80023" y="75147"/>
                </a:cubicBezTo>
                <a:lnTo>
                  <a:pt x="130474" y="161635"/>
                </a:lnTo>
                <a:cubicBezTo>
                  <a:pt x="133495" y="166829"/>
                  <a:pt x="135403" y="172817"/>
                  <a:pt x="134025" y="178647"/>
                </a:cubicBezTo>
                <a:cubicBezTo>
                  <a:pt x="128301" y="202389"/>
                  <a:pt x="100585" y="220460"/>
                  <a:pt x="67251" y="220460"/>
                </a:cubicBezTo>
                <a:cubicBezTo>
                  <a:pt x="33917" y="220460"/>
                  <a:pt x="6200" y="202442"/>
                  <a:pt x="477" y="178647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5" name="Text 12"/>
          <p:cNvSpPr/>
          <p:nvPr/>
        </p:nvSpPr>
        <p:spPr>
          <a:xfrm>
            <a:off x="4827649" y="4447638"/>
            <a:ext cx="2532463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Regulación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36693" y="4773240"/>
            <a:ext cx="2514374" cy="651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Establecer marcos legales claros que promuevan el desarrollo responsable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834948" y="3810000"/>
            <a:ext cx="2885199" cy="1836036"/>
          </a:xfrm>
          <a:custGeom>
            <a:avLst/>
            <a:gdLst/>
            <a:ahLst/>
            <a:cxnLst/>
            <a:rect l="l" t="t" r="r" b="b"/>
            <a:pathLst>
              <a:path w="2885199" h="1836036">
                <a:moveTo>
                  <a:pt x="72358" y="0"/>
                </a:moveTo>
                <a:lnTo>
                  <a:pt x="2812841" y="0"/>
                </a:lnTo>
                <a:cubicBezTo>
                  <a:pt x="2852803" y="0"/>
                  <a:pt x="2885199" y="32396"/>
                  <a:pt x="2885199" y="72358"/>
                </a:cubicBezTo>
                <a:lnTo>
                  <a:pt x="2885199" y="1763677"/>
                </a:lnTo>
                <a:cubicBezTo>
                  <a:pt x="2885199" y="1803640"/>
                  <a:pt x="2852803" y="1836036"/>
                  <a:pt x="2812841" y="1836036"/>
                </a:cubicBezTo>
                <a:lnTo>
                  <a:pt x="72358" y="1836036"/>
                </a:lnTo>
                <a:cubicBezTo>
                  <a:pt x="32396" y="1836036"/>
                  <a:pt x="0" y="1803640"/>
                  <a:pt x="0" y="1763677"/>
                </a:cubicBezTo>
                <a:lnTo>
                  <a:pt x="0" y="72358"/>
                </a:lnTo>
                <a:cubicBezTo>
                  <a:pt x="0" y="32423"/>
                  <a:pt x="32423" y="0"/>
                  <a:pt x="7235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141" y="4031591"/>
            <a:ext cx="271335" cy="271335"/>
          </a:xfrm>
          <a:custGeom>
            <a:avLst/>
            <a:gdLst/>
            <a:ahLst/>
            <a:cxnLst/>
            <a:rect l="l" t="t" r="r" b="b"/>
            <a:pathLst>
              <a:path w="271335" h="271335">
                <a:moveTo>
                  <a:pt x="67834" y="169585"/>
                </a:moveTo>
                <a:lnTo>
                  <a:pt x="12984" y="169585"/>
                </a:lnTo>
                <a:cubicBezTo>
                  <a:pt x="-212" y="169585"/>
                  <a:pt x="-8320" y="155223"/>
                  <a:pt x="-1537" y="143882"/>
                </a:cubicBezTo>
                <a:lnTo>
                  <a:pt x="26498" y="97140"/>
                </a:lnTo>
                <a:cubicBezTo>
                  <a:pt x="31108" y="89456"/>
                  <a:pt x="39375" y="84792"/>
                  <a:pt x="48332" y="84792"/>
                </a:cubicBezTo>
                <a:lnTo>
                  <a:pt x="98677" y="84792"/>
                </a:lnTo>
                <a:cubicBezTo>
                  <a:pt x="139006" y="16482"/>
                  <a:pt x="199156" y="13037"/>
                  <a:pt x="239379" y="18919"/>
                </a:cubicBezTo>
                <a:cubicBezTo>
                  <a:pt x="246163" y="19926"/>
                  <a:pt x="251462" y="25226"/>
                  <a:pt x="252416" y="31956"/>
                </a:cubicBezTo>
                <a:cubicBezTo>
                  <a:pt x="258298" y="72179"/>
                  <a:pt x="254854" y="132329"/>
                  <a:pt x="186543" y="172658"/>
                </a:cubicBezTo>
                <a:lnTo>
                  <a:pt x="186543" y="223004"/>
                </a:lnTo>
                <a:cubicBezTo>
                  <a:pt x="186543" y="231960"/>
                  <a:pt x="181879" y="240227"/>
                  <a:pt x="174195" y="244838"/>
                </a:cubicBezTo>
                <a:lnTo>
                  <a:pt x="127453" y="272872"/>
                </a:lnTo>
                <a:cubicBezTo>
                  <a:pt x="116165" y="279656"/>
                  <a:pt x="101751" y="271494"/>
                  <a:pt x="101751" y="258351"/>
                </a:cubicBezTo>
                <a:lnTo>
                  <a:pt x="101751" y="203501"/>
                </a:lnTo>
                <a:cubicBezTo>
                  <a:pt x="101751" y="184794"/>
                  <a:pt x="86541" y="169585"/>
                  <a:pt x="67834" y="169585"/>
                </a:cubicBezTo>
                <a:lnTo>
                  <a:pt x="67781" y="169585"/>
                </a:lnTo>
                <a:close/>
                <a:moveTo>
                  <a:pt x="211981" y="84792"/>
                </a:moveTo>
                <a:cubicBezTo>
                  <a:pt x="211981" y="70753"/>
                  <a:pt x="200582" y="59355"/>
                  <a:pt x="186543" y="59355"/>
                </a:cubicBezTo>
                <a:cubicBezTo>
                  <a:pt x="172504" y="59355"/>
                  <a:pt x="161105" y="70753"/>
                  <a:pt x="161105" y="84792"/>
                </a:cubicBezTo>
                <a:cubicBezTo>
                  <a:pt x="161105" y="98832"/>
                  <a:pt x="172504" y="110230"/>
                  <a:pt x="186543" y="110230"/>
                </a:cubicBezTo>
                <a:cubicBezTo>
                  <a:pt x="200582" y="110230"/>
                  <a:pt x="211981" y="98832"/>
                  <a:pt x="211981" y="84792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9" name="Text 16"/>
          <p:cNvSpPr/>
          <p:nvPr/>
        </p:nvSpPr>
        <p:spPr>
          <a:xfrm>
            <a:off x="8011316" y="4447638"/>
            <a:ext cx="2532463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20361" y="4773240"/>
            <a:ext cx="2514374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Fomentar el avance tecnológico dentro de límites éticos y legales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625310" y="5944504"/>
            <a:ext cx="6937139" cy="1085341"/>
          </a:xfrm>
          <a:custGeom>
            <a:avLst/>
            <a:gdLst/>
            <a:ahLst/>
            <a:cxnLst/>
            <a:rect l="l" t="t" r="r" b="b"/>
            <a:pathLst>
              <a:path w="6937139" h="1085341">
                <a:moveTo>
                  <a:pt x="72360" y="0"/>
                </a:moveTo>
                <a:lnTo>
                  <a:pt x="6864780" y="0"/>
                </a:lnTo>
                <a:cubicBezTo>
                  <a:pt x="6904743" y="0"/>
                  <a:pt x="6937139" y="32397"/>
                  <a:pt x="6937139" y="72360"/>
                </a:cubicBezTo>
                <a:lnTo>
                  <a:pt x="6937139" y="1012982"/>
                </a:lnTo>
                <a:cubicBezTo>
                  <a:pt x="6937139" y="1052945"/>
                  <a:pt x="6904743" y="1085341"/>
                  <a:pt x="6864780" y="1085341"/>
                </a:cubicBezTo>
                <a:lnTo>
                  <a:pt x="72360" y="1085341"/>
                </a:lnTo>
                <a:cubicBezTo>
                  <a:pt x="32397" y="1085341"/>
                  <a:pt x="0" y="1052945"/>
                  <a:pt x="0" y="1012982"/>
                </a:cubicBezTo>
                <a:lnTo>
                  <a:pt x="0" y="72360"/>
                </a:lnTo>
                <a:cubicBezTo>
                  <a:pt x="0" y="32423"/>
                  <a:pt x="32423" y="0"/>
                  <a:pt x="72360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78557" y="6093739"/>
            <a:ext cx="6430647" cy="533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8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"La IA debe servir al bien común, respetar la dignidad humana y proteger la diversidad cultural."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887601" y="6695199"/>
            <a:ext cx="641255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7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UNESCO, Recomendación sobre la Ética de la IA (2021)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Retos y Regulación de la Inteligencia Artificial</dc:title>
  <dc:subject>Retos y Regulación de la Inteligencia Artificial</dc:subject>
  <dc:creator>Kimi</dc:creator>
  <cp:lastModifiedBy>Kimi</cp:lastModifiedBy>
  <cp:revision>1</cp:revision>
  <dcterms:created xsi:type="dcterms:W3CDTF">2026-02-19T12:56:00Z</dcterms:created>
  <dcterms:modified xsi:type="dcterms:W3CDTF">2026-02-19T12:56:00Z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{"Label":"Retos y Regulación de la Inteligencia Artificial","ContentProducer":"001191110108MACG2KBH8F10000","ProduceID":"19c75f48-0172-81f1-8000-000066e08996","ReservedCode1":"","ContentPropagator":"001191110108MACG2KBH8F20000","PropagateID":"19c75f48-0172-81f1-8000-000066e08996","ReservedCode2":""}</vt:lpwstr>
  </property>
</Properties>
</file>