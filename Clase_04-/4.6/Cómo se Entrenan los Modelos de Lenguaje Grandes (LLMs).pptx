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Quattrocento Sans" charset="-122" pitchFamily="34"/>
      <p:regular r:id="rId21"/>
    </p:embeddedFont>
    <p:embeddedFont>
      <p:font typeface="Hedvig Letters Sans" charset="-122" pitchFamily="34"/>
      <p:regular r:id="rId22"/>
    </p:embeddedFont>
    <p:embeddedFont>
      <p:font typeface="Liter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d89b160e1ba9012446840ff083bf93e3d9ada1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A5F7A">
                  <a:alpha val="8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0" y="0"/>
                </a:moveTo>
                <a:lnTo>
                  <a:pt x="57150" y="0"/>
                </a:lnTo>
                <a:lnTo>
                  <a:pt x="571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2"/>
          <p:cNvSpPr/>
          <p:nvPr/>
        </p:nvSpPr>
        <p:spPr>
          <a:xfrm>
            <a:off x="552450" y="4572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2450" y="723900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Tecnología • Big Data • 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52588"/>
            <a:ext cx="7658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Cómo se Entrenan los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Modelos de Lenguaje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Grandes (LLMs)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52938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viaje completo desde los datos masivos hasta la inteligencia artificial desplegada: ChatGPT, Grok y Gemini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8626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9575" y="617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61531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Febrero 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72382" y="617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032" y="61531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páginas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346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26795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3"/>
          <p:cNvSpPr/>
          <p:nvPr/>
        </p:nvSpPr>
        <p:spPr>
          <a:xfrm>
            <a:off x="107442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889456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538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4752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096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9541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90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3780" y="168592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0625" y="159067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89547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ciclo de vida de un LLM y la analogía del perro guía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9363" y="139541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4625" y="1590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43836" y="168592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4225" y="159067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1: Datos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4225" y="189547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Recolección y preprocesamiento con Big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274796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2943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7409" y="30384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90625" y="29432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2: Pre-entrenamiento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0625" y="324802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auto-supervisado y arquitectura Transformer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9363" y="274796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4625" y="2943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38330" y="30384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4225" y="29432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3: Fine-tuning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4225" y="324802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supervisado para tareas específicas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10051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6962" y="43910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0625" y="429577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4: Alineación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0625" y="460057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RLHF y seguridad con feedback humano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9363" y="410051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4625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38032" y="43910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4225" y="429577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5: Evaluación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4225" y="460057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Benchmarks y métricas de rendimiento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545306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1025" y="564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02171" y="57435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90625" y="56483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Paso 6: Despliegue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90625" y="595312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Inferencia y escalabilidad en la nube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9363" y="5453063"/>
            <a:ext cx="5476875" cy="923925"/>
          </a:xfrm>
          <a:custGeom>
            <a:avLst/>
            <a:gdLst/>
            <a:ahLst/>
            <a:cxnLst/>
            <a:rect l="l" t="t" r="r" b="b"/>
            <a:pathLst>
              <a:path w="5476875" h="923925">
                <a:moveTo>
                  <a:pt x="114299" y="0"/>
                </a:moveTo>
                <a:lnTo>
                  <a:pt x="5362576" y="0"/>
                </a:lnTo>
                <a:cubicBezTo>
                  <a:pt x="5425702" y="0"/>
                  <a:pt x="5476875" y="51173"/>
                  <a:pt x="5476875" y="114299"/>
                </a:cubicBezTo>
                <a:lnTo>
                  <a:pt x="5476875" y="809626"/>
                </a:lnTo>
                <a:cubicBezTo>
                  <a:pt x="5476875" y="872752"/>
                  <a:pt x="5425702" y="923925"/>
                  <a:pt x="53625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4625" y="564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5781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7134225" y="56483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Comparativa y Costos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4225" y="595312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modelos, hardware y el futuro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349842"/>
            <a:ext cx="52476" cy="349842"/>
          </a:xfrm>
          <a:custGeom>
            <a:avLst/>
            <a:gdLst/>
            <a:ahLst/>
            <a:cxnLst/>
            <a:rect l="l" t="t" r="r" b="b"/>
            <a:pathLst>
              <a:path w="52476" h="349842">
                <a:moveTo>
                  <a:pt x="0" y="0"/>
                </a:moveTo>
                <a:lnTo>
                  <a:pt x="52476" y="0"/>
                </a:lnTo>
                <a:lnTo>
                  <a:pt x="52476" y="349842"/>
                </a:lnTo>
                <a:lnTo>
                  <a:pt x="0" y="3498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07271" y="419811"/>
            <a:ext cx="1224448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spc="11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842" y="804637"/>
            <a:ext cx="11649745" cy="787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79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Entrenar un LLM es Como Entrenar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79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 </a:t>
            </a:r>
            <a:pPr>
              <a:lnSpc>
                <a:spcPct val="100000"/>
              </a:lnSpc>
            </a:pPr>
            <a:r>
              <a:rPr lang="en-US" sz="2479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Perro Guía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334" y="1766703"/>
            <a:ext cx="6795684" cy="1049527"/>
          </a:xfrm>
          <a:custGeom>
            <a:avLst/>
            <a:gdLst/>
            <a:ahLst/>
            <a:cxnLst/>
            <a:rect l="l" t="t" r="r" b="b"/>
            <a:pathLst>
              <a:path w="6795684" h="1049527">
                <a:moveTo>
                  <a:pt x="34984" y="0"/>
                </a:moveTo>
                <a:lnTo>
                  <a:pt x="6690732" y="0"/>
                </a:lnTo>
                <a:cubicBezTo>
                  <a:pt x="6748695" y="0"/>
                  <a:pt x="6795684" y="46989"/>
                  <a:pt x="6795684" y="104953"/>
                </a:cubicBezTo>
                <a:lnTo>
                  <a:pt x="6795684" y="944574"/>
                </a:lnTo>
                <a:cubicBezTo>
                  <a:pt x="6795684" y="1002538"/>
                  <a:pt x="6748695" y="1049527"/>
                  <a:pt x="6690732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7334" y="1766703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524763" y="1906640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7208" y="2029085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74921" y="10933"/>
                </a:moveTo>
                <a:cubicBezTo>
                  <a:pt x="174921" y="47864"/>
                  <a:pt x="148751" y="78680"/>
                  <a:pt x="113972" y="85889"/>
                </a:cubicBezTo>
                <a:cubicBezTo>
                  <a:pt x="111273" y="66040"/>
                  <a:pt x="102356" y="48172"/>
                  <a:pt x="89203" y="34335"/>
                </a:cubicBezTo>
                <a:cubicBezTo>
                  <a:pt x="102903" y="13666"/>
                  <a:pt x="126374" y="0"/>
                  <a:pt x="153056" y="0"/>
                </a:cubicBezTo>
                <a:lnTo>
                  <a:pt x="163989" y="0"/>
                </a:lnTo>
                <a:cubicBezTo>
                  <a:pt x="170036" y="0"/>
                  <a:pt x="174921" y="4885"/>
                  <a:pt x="174921" y="10933"/>
                </a:cubicBezTo>
                <a:close/>
                <a:moveTo>
                  <a:pt x="0" y="32798"/>
                </a:moveTo>
                <a:cubicBezTo>
                  <a:pt x="0" y="26751"/>
                  <a:pt x="4885" y="21865"/>
                  <a:pt x="10933" y="21865"/>
                </a:cubicBezTo>
                <a:lnTo>
                  <a:pt x="21865" y="21865"/>
                </a:lnTo>
                <a:cubicBezTo>
                  <a:pt x="64126" y="21865"/>
                  <a:pt x="98393" y="56132"/>
                  <a:pt x="98393" y="98393"/>
                </a:cubicBezTo>
                <a:lnTo>
                  <a:pt x="98393" y="163989"/>
                </a:lnTo>
                <a:cubicBezTo>
                  <a:pt x="98393" y="170036"/>
                  <a:pt x="93508" y="174921"/>
                  <a:pt x="87461" y="174921"/>
                </a:cubicBezTo>
                <a:cubicBezTo>
                  <a:pt x="81413" y="174921"/>
                  <a:pt x="76528" y="170036"/>
                  <a:pt x="76528" y="163989"/>
                </a:cubicBezTo>
                <a:lnTo>
                  <a:pt x="76528" y="109326"/>
                </a:lnTo>
                <a:cubicBezTo>
                  <a:pt x="34267" y="109326"/>
                  <a:pt x="0" y="75059"/>
                  <a:pt x="0" y="3279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1084511" y="1906640"/>
            <a:ext cx="602603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Pre-entrenamiento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4511" y="2221498"/>
            <a:ext cx="6008539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enseñar comandos básicos: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modelo aprende patrones fundamentales del lenguaje procesando billones de palabras, imágenes y código. Es la fase más intensiva en computación.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7334" y="2956166"/>
            <a:ext cx="6795684" cy="1049527"/>
          </a:xfrm>
          <a:custGeom>
            <a:avLst/>
            <a:gdLst/>
            <a:ahLst/>
            <a:cxnLst/>
            <a:rect l="l" t="t" r="r" b="b"/>
            <a:pathLst>
              <a:path w="6795684" h="1049527">
                <a:moveTo>
                  <a:pt x="34984" y="0"/>
                </a:moveTo>
                <a:lnTo>
                  <a:pt x="6690732" y="0"/>
                </a:lnTo>
                <a:cubicBezTo>
                  <a:pt x="6748695" y="0"/>
                  <a:pt x="6795684" y="46989"/>
                  <a:pt x="6795684" y="104953"/>
                </a:cubicBezTo>
                <a:lnTo>
                  <a:pt x="6795684" y="944574"/>
                </a:lnTo>
                <a:cubicBezTo>
                  <a:pt x="6795684" y="1002538"/>
                  <a:pt x="6748695" y="1049527"/>
                  <a:pt x="6690732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7334" y="2956166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4763" y="3096103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7208" y="321854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53056" y="87461"/>
                </a:moveTo>
                <a:cubicBezTo>
                  <a:pt x="153056" y="51257"/>
                  <a:pt x="123664" y="21865"/>
                  <a:pt x="87461" y="21865"/>
                </a:cubicBezTo>
                <a:cubicBezTo>
                  <a:pt x="51257" y="21865"/>
                  <a:pt x="21865" y="51257"/>
                  <a:pt x="21865" y="87461"/>
                </a:cubicBezTo>
                <a:cubicBezTo>
                  <a:pt x="21865" y="123664"/>
                  <a:pt x="51257" y="153056"/>
                  <a:pt x="87461" y="153056"/>
                </a:cubicBezTo>
                <a:cubicBezTo>
                  <a:pt x="123664" y="153056"/>
                  <a:pt x="153056" y="123664"/>
                  <a:pt x="153056" y="87461"/>
                </a:cubicBezTo>
                <a:close/>
                <a:moveTo>
                  <a:pt x="0" y="87461"/>
                </a:moveTo>
                <a:cubicBezTo>
                  <a:pt x="0" y="39190"/>
                  <a:pt x="39190" y="0"/>
                  <a:pt x="87461" y="0"/>
                </a:cubicBezTo>
                <a:cubicBezTo>
                  <a:pt x="135731" y="0"/>
                  <a:pt x="174921" y="39190"/>
                  <a:pt x="174921" y="87461"/>
                </a:cubicBezTo>
                <a:cubicBezTo>
                  <a:pt x="174921" y="135731"/>
                  <a:pt x="135731" y="174921"/>
                  <a:pt x="87461" y="174921"/>
                </a:cubicBezTo>
                <a:cubicBezTo>
                  <a:pt x="39190" y="174921"/>
                  <a:pt x="0" y="135731"/>
                  <a:pt x="0" y="87461"/>
                </a:cubicBezTo>
                <a:close/>
                <a:moveTo>
                  <a:pt x="87461" y="114792"/>
                </a:moveTo>
                <a:cubicBezTo>
                  <a:pt x="102545" y="114792"/>
                  <a:pt x="114792" y="102545"/>
                  <a:pt x="114792" y="87461"/>
                </a:cubicBezTo>
                <a:cubicBezTo>
                  <a:pt x="114792" y="72376"/>
                  <a:pt x="102545" y="60129"/>
                  <a:pt x="87461" y="60129"/>
                </a:cubicBezTo>
                <a:cubicBezTo>
                  <a:pt x="72376" y="60129"/>
                  <a:pt x="60129" y="72376"/>
                  <a:pt x="60129" y="87461"/>
                </a:cubicBezTo>
                <a:cubicBezTo>
                  <a:pt x="60129" y="102545"/>
                  <a:pt x="72376" y="114792"/>
                  <a:pt x="87461" y="114792"/>
                </a:cubicBezTo>
                <a:close/>
                <a:moveTo>
                  <a:pt x="87461" y="38264"/>
                </a:moveTo>
                <a:cubicBezTo>
                  <a:pt x="114613" y="38264"/>
                  <a:pt x="136657" y="60308"/>
                  <a:pt x="136657" y="87461"/>
                </a:cubicBezTo>
                <a:cubicBezTo>
                  <a:pt x="136657" y="114613"/>
                  <a:pt x="114613" y="136657"/>
                  <a:pt x="87461" y="136657"/>
                </a:cubicBezTo>
                <a:cubicBezTo>
                  <a:pt x="60308" y="136657"/>
                  <a:pt x="38264" y="114613"/>
                  <a:pt x="38264" y="87461"/>
                </a:cubicBezTo>
                <a:cubicBezTo>
                  <a:pt x="38264" y="60308"/>
                  <a:pt x="60308" y="38264"/>
                  <a:pt x="87461" y="38264"/>
                </a:cubicBezTo>
                <a:close/>
                <a:moveTo>
                  <a:pt x="76528" y="87461"/>
                </a:moveTo>
                <a:cubicBezTo>
                  <a:pt x="76528" y="81427"/>
                  <a:pt x="81427" y="76528"/>
                  <a:pt x="87461" y="76528"/>
                </a:cubicBezTo>
                <a:cubicBezTo>
                  <a:pt x="93494" y="76528"/>
                  <a:pt x="98393" y="81427"/>
                  <a:pt x="98393" y="87461"/>
                </a:cubicBezTo>
                <a:cubicBezTo>
                  <a:pt x="98393" y="93494"/>
                  <a:pt x="93494" y="98393"/>
                  <a:pt x="87461" y="98393"/>
                </a:cubicBezTo>
                <a:cubicBezTo>
                  <a:pt x="81427" y="98393"/>
                  <a:pt x="76528" y="93494"/>
                  <a:pt x="76528" y="8746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1084511" y="3096103"/>
            <a:ext cx="602603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4511" y="3410961"/>
            <a:ext cx="6008539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especializar en tareas: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 ajusta el modelo con datos etiquetados para tareas específicas: responder preguntas, generar código, o mantener conversaciones naturales.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7334" y="4145630"/>
            <a:ext cx="6795684" cy="1049527"/>
          </a:xfrm>
          <a:custGeom>
            <a:avLst/>
            <a:gdLst/>
            <a:ahLst/>
            <a:cxnLst/>
            <a:rect l="l" t="t" r="r" b="b"/>
            <a:pathLst>
              <a:path w="6795684" h="1049527">
                <a:moveTo>
                  <a:pt x="34984" y="0"/>
                </a:moveTo>
                <a:lnTo>
                  <a:pt x="6690732" y="0"/>
                </a:lnTo>
                <a:cubicBezTo>
                  <a:pt x="6748695" y="0"/>
                  <a:pt x="6795684" y="46989"/>
                  <a:pt x="6795684" y="104953"/>
                </a:cubicBezTo>
                <a:lnTo>
                  <a:pt x="6795684" y="944574"/>
                </a:lnTo>
                <a:cubicBezTo>
                  <a:pt x="6795684" y="1002538"/>
                  <a:pt x="6748695" y="1049527"/>
                  <a:pt x="6690732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7334" y="4145630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4763" y="428556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7208" y="4408011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87461" y="0"/>
                </a:moveTo>
                <a:cubicBezTo>
                  <a:pt x="89032" y="0"/>
                  <a:pt x="90604" y="342"/>
                  <a:pt x="92039" y="991"/>
                </a:cubicBezTo>
                <a:lnTo>
                  <a:pt x="156404" y="28288"/>
                </a:lnTo>
                <a:cubicBezTo>
                  <a:pt x="163920" y="31465"/>
                  <a:pt x="169523" y="38879"/>
                  <a:pt x="169489" y="47830"/>
                </a:cubicBezTo>
                <a:cubicBezTo>
                  <a:pt x="169318" y="81721"/>
                  <a:pt x="155379" y="143729"/>
                  <a:pt x="96514" y="171915"/>
                </a:cubicBezTo>
                <a:cubicBezTo>
                  <a:pt x="90809" y="174648"/>
                  <a:pt x="84181" y="174648"/>
                  <a:pt x="78475" y="171915"/>
                </a:cubicBezTo>
                <a:cubicBezTo>
                  <a:pt x="19576" y="143729"/>
                  <a:pt x="5671" y="81721"/>
                  <a:pt x="5500" y="47830"/>
                </a:cubicBezTo>
                <a:cubicBezTo>
                  <a:pt x="5466" y="38879"/>
                  <a:pt x="11069" y="31465"/>
                  <a:pt x="18585" y="28288"/>
                </a:cubicBezTo>
                <a:lnTo>
                  <a:pt x="82917" y="991"/>
                </a:lnTo>
                <a:cubicBezTo>
                  <a:pt x="84352" y="342"/>
                  <a:pt x="85889" y="0"/>
                  <a:pt x="87461" y="0"/>
                </a:cubicBezTo>
                <a:close/>
                <a:moveTo>
                  <a:pt x="87461" y="22822"/>
                </a:moveTo>
                <a:lnTo>
                  <a:pt x="87461" y="151997"/>
                </a:lnTo>
                <a:cubicBezTo>
                  <a:pt x="134607" y="129175"/>
                  <a:pt x="147282" y="78612"/>
                  <a:pt x="147590" y="48342"/>
                </a:cubicBezTo>
                <a:lnTo>
                  <a:pt x="87461" y="22856"/>
                </a:lnTo>
                <a:lnTo>
                  <a:pt x="87461" y="2285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1084511" y="4285567"/>
            <a:ext cx="602603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Alineación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4511" y="4600425"/>
            <a:ext cx="6008539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evaluar en situaciones reales: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 asegura que el modelo sea útil, seguro y confiable mediante feedback humano y técnicas de refuerzo.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4215" y="5339466"/>
            <a:ext cx="6804430" cy="1285670"/>
          </a:xfrm>
          <a:custGeom>
            <a:avLst/>
            <a:gdLst/>
            <a:ahLst/>
            <a:cxnLst/>
            <a:rect l="l" t="t" r="r" b="b"/>
            <a:pathLst>
              <a:path w="6804430" h="1285670">
                <a:moveTo>
                  <a:pt x="104949" y="0"/>
                </a:moveTo>
                <a:lnTo>
                  <a:pt x="6699481" y="0"/>
                </a:lnTo>
                <a:cubicBezTo>
                  <a:pt x="6757443" y="0"/>
                  <a:pt x="6804430" y="46987"/>
                  <a:pt x="6804430" y="104949"/>
                </a:cubicBezTo>
                <a:lnTo>
                  <a:pt x="6804430" y="1180721"/>
                </a:lnTo>
                <a:cubicBezTo>
                  <a:pt x="6804430" y="1238683"/>
                  <a:pt x="6757443" y="1285670"/>
                  <a:pt x="6699481" y="1285670"/>
                </a:cubicBezTo>
                <a:lnTo>
                  <a:pt x="104949" y="1285670"/>
                </a:lnTo>
                <a:cubicBezTo>
                  <a:pt x="46987" y="1285670"/>
                  <a:pt x="0" y="1238683"/>
                  <a:pt x="0" y="1180721"/>
                </a:cubicBezTo>
                <a:lnTo>
                  <a:pt x="0" y="104949"/>
                </a:lnTo>
                <a:cubicBezTo>
                  <a:pt x="0" y="46987"/>
                  <a:pt x="46987" y="0"/>
                  <a:pt x="10494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390" y="5518760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43730" y="109326"/>
                </a:moveTo>
                <a:lnTo>
                  <a:pt x="8370" y="109326"/>
                </a:lnTo>
                <a:cubicBezTo>
                  <a:pt x="-137" y="109326"/>
                  <a:pt x="-5364" y="100067"/>
                  <a:pt x="-991" y="92756"/>
                </a:cubicBezTo>
                <a:lnTo>
                  <a:pt x="17082" y="62623"/>
                </a:lnTo>
                <a:cubicBezTo>
                  <a:pt x="20054" y="57669"/>
                  <a:pt x="25384" y="54663"/>
                  <a:pt x="31158" y="54663"/>
                </a:cubicBezTo>
                <a:lnTo>
                  <a:pt x="63614" y="54663"/>
                </a:lnTo>
                <a:cubicBezTo>
                  <a:pt x="89613" y="10625"/>
                  <a:pt x="128389" y="8404"/>
                  <a:pt x="154320" y="12197"/>
                </a:cubicBezTo>
                <a:cubicBezTo>
                  <a:pt x="158693" y="12846"/>
                  <a:pt x="162109" y="16262"/>
                  <a:pt x="162724" y="20601"/>
                </a:cubicBezTo>
                <a:cubicBezTo>
                  <a:pt x="166517" y="46532"/>
                  <a:pt x="164296" y="85308"/>
                  <a:pt x="120258" y="111307"/>
                </a:cubicBezTo>
                <a:lnTo>
                  <a:pt x="120258" y="143763"/>
                </a:lnTo>
                <a:cubicBezTo>
                  <a:pt x="120258" y="149537"/>
                  <a:pt x="117252" y="154867"/>
                  <a:pt x="112298" y="157839"/>
                </a:cubicBezTo>
                <a:lnTo>
                  <a:pt x="82165" y="175912"/>
                </a:lnTo>
                <a:cubicBezTo>
                  <a:pt x="74888" y="180285"/>
                  <a:pt x="65595" y="175024"/>
                  <a:pt x="65595" y="166551"/>
                </a:cubicBezTo>
                <a:lnTo>
                  <a:pt x="65595" y="131191"/>
                </a:lnTo>
                <a:cubicBezTo>
                  <a:pt x="65595" y="119131"/>
                  <a:pt x="55790" y="109326"/>
                  <a:pt x="43730" y="109326"/>
                </a:cubicBezTo>
                <a:lnTo>
                  <a:pt x="43696" y="109326"/>
                </a:lnTo>
                <a:close/>
                <a:moveTo>
                  <a:pt x="136657" y="54663"/>
                </a:moveTo>
                <a:cubicBezTo>
                  <a:pt x="136657" y="45612"/>
                  <a:pt x="129309" y="38264"/>
                  <a:pt x="120258" y="38264"/>
                </a:cubicBezTo>
                <a:cubicBezTo>
                  <a:pt x="111207" y="38264"/>
                  <a:pt x="103859" y="45612"/>
                  <a:pt x="103859" y="54663"/>
                </a:cubicBezTo>
                <a:cubicBezTo>
                  <a:pt x="103859" y="63714"/>
                  <a:pt x="111207" y="71062"/>
                  <a:pt x="120258" y="71062"/>
                </a:cubicBezTo>
                <a:cubicBezTo>
                  <a:pt x="129309" y="71062"/>
                  <a:pt x="136657" y="63714"/>
                  <a:pt x="136657" y="546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822129" y="5483776"/>
            <a:ext cx="190664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Estado del Arte en 2026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525" y="5798634"/>
            <a:ext cx="6585779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modelos actuales enfatizan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multimodalidad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(texto, imágenes, video, audio),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profundo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y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eficiencia energética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El proceso involucra petabytes de datos, supercomputadoras con miles de GPUs/TPUs, e inversiones de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$100M - $1B+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78664" y="1775449"/>
            <a:ext cx="4451742" cy="3865756"/>
          </a:xfrm>
          <a:custGeom>
            <a:avLst/>
            <a:gdLst/>
            <a:ahLst/>
            <a:cxnLst/>
            <a:rect l="l" t="t" r="r" b="b"/>
            <a:pathLst>
              <a:path w="4451742" h="3865756">
                <a:moveTo>
                  <a:pt x="139940" y="0"/>
                </a:moveTo>
                <a:lnTo>
                  <a:pt x="4311801" y="0"/>
                </a:lnTo>
                <a:cubicBezTo>
                  <a:pt x="4389088" y="0"/>
                  <a:pt x="4451742" y="62653"/>
                  <a:pt x="4451742" y="139940"/>
                </a:cubicBezTo>
                <a:lnTo>
                  <a:pt x="4451742" y="3725816"/>
                </a:lnTo>
                <a:cubicBezTo>
                  <a:pt x="4451742" y="3803103"/>
                  <a:pt x="4389088" y="3865756"/>
                  <a:pt x="4311801" y="3865756"/>
                </a:cubicBezTo>
                <a:lnTo>
                  <a:pt x="139940" y="3865756"/>
                </a:lnTo>
                <a:cubicBezTo>
                  <a:pt x="62653" y="3865756"/>
                  <a:pt x="0" y="3803103"/>
                  <a:pt x="0" y="3725816"/>
                </a:cubicBezTo>
                <a:lnTo>
                  <a:pt x="0" y="139940"/>
                </a:lnTo>
                <a:cubicBezTo>
                  <a:pt x="0" y="62705"/>
                  <a:pt x="62705" y="0"/>
                  <a:pt x="1399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A5F7A">
                <a:alpha val="30196"/>
              </a:srgbClr>
            </a:solidFill>
            <a:prstDash val="solid"/>
          </a:ln>
        </p:spPr>
      </p:sp>
      <p:pic>
        <p:nvPicPr>
          <p:cNvPr id="28" name="Image 0" descr="https://kimi-web-img.moonshot.cn/img/img.freepik.com/5d5c08fb82e7909807f1f8979ecd396717c7303b.jpg">    </p:cNvPr>
          <p:cNvPicPr>
            <a:picLocks noChangeAspect="1"/>
          </p:cNvPicPr>
          <p:nvPr/>
        </p:nvPicPr>
        <p:blipFill>
          <a:blip r:embed="rId1"/>
          <a:srcRect l="16776" r="16776" t="0" b="0"/>
          <a:stretch/>
        </p:blipFill>
        <p:spPr>
          <a:xfrm>
            <a:off x="7387410" y="1784195"/>
            <a:ext cx="4434250" cy="3848264"/>
          </a:xfrm>
          <a:prstGeom prst="roundRect">
            <a:avLst>
              <a:gd name="adj" fmla="val 3636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7369918" y="5824872"/>
            <a:ext cx="2169022" cy="804637"/>
          </a:xfrm>
          <a:custGeom>
            <a:avLst/>
            <a:gdLst/>
            <a:ahLst/>
            <a:cxnLst/>
            <a:rect l="l" t="t" r="r" b="b"/>
            <a:pathLst>
              <a:path w="2169022" h="804637">
                <a:moveTo>
                  <a:pt x="104949" y="0"/>
                </a:moveTo>
                <a:lnTo>
                  <a:pt x="2064073" y="0"/>
                </a:lnTo>
                <a:cubicBezTo>
                  <a:pt x="2122034" y="0"/>
                  <a:pt x="2169022" y="46987"/>
                  <a:pt x="2169022" y="104949"/>
                </a:cubicBezTo>
                <a:lnTo>
                  <a:pt x="2169022" y="699688"/>
                </a:lnTo>
                <a:cubicBezTo>
                  <a:pt x="2169022" y="757650"/>
                  <a:pt x="2122034" y="804637"/>
                  <a:pt x="2064073" y="804637"/>
                </a:cubicBezTo>
                <a:lnTo>
                  <a:pt x="104949" y="804637"/>
                </a:lnTo>
                <a:cubicBezTo>
                  <a:pt x="46987" y="804637"/>
                  <a:pt x="0" y="757650"/>
                  <a:pt x="0" y="699688"/>
                </a:cubicBezTo>
                <a:lnTo>
                  <a:pt x="0" y="104949"/>
                </a:lnTo>
                <a:cubicBezTo>
                  <a:pt x="0" y="47026"/>
                  <a:pt x="47026" y="0"/>
                  <a:pt x="10494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444259" y="5964809"/>
            <a:ext cx="2020339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1M+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79243" y="6314651"/>
            <a:ext cx="195037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 de contexto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74913" y="5824872"/>
            <a:ext cx="2169022" cy="804637"/>
          </a:xfrm>
          <a:custGeom>
            <a:avLst/>
            <a:gdLst/>
            <a:ahLst/>
            <a:cxnLst/>
            <a:rect l="l" t="t" r="r" b="b"/>
            <a:pathLst>
              <a:path w="2169022" h="804637">
                <a:moveTo>
                  <a:pt x="104949" y="0"/>
                </a:moveTo>
                <a:lnTo>
                  <a:pt x="2064073" y="0"/>
                </a:lnTo>
                <a:cubicBezTo>
                  <a:pt x="2122034" y="0"/>
                  <a:pt x="2169022" y="46987"/>
                  <a:pt x="2169022" y="104949"/>
                </a:cubicBezTo>
                <a:lnTo>
                  <a:pt x="2169022" y="699688"/>
                </a:lnTo>
                <a:cubicBezTo>
                  <a:pt x="2169022" y="757650"/>
                  <a:pt x="2122034" y="804637"/>
                  <a:pt x="2064073" y="804637"/>
                </a:cubicBezTo>
                <a:lnTo>
                  <a:pt x="104949" y="804637"/>
                </a:lnTo>
                <a:cubicBezTo>
                  <a:pt x="46987" y="804637"/>
                  <a:pt x="0" y="757650"/>
                  <a:pt x="0" y="699688"/>
                </a:cubicBezTo>
                <a:lnTo>
                  <a:pt x="0" y="104949"/>
                </a:lnTo>
                <a:cubicBezTo>
                  <a:pt x="0" y="47026"/>
                  <a:pt x="47026" y="0"/>
                  <a:pt x="10494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749254" y="5964809"/>
            <a:ext cx="2020339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784239" y="6314651"/>
            <a:ext cx="195037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GPUs en clusters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17794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113946" y="0"/>
                </a:moveTo>
                <a:lnTo>
                  <a:pt x="417792" y="0"/>
                </a:lnTo>
                <a:cubicBezTo>
                  <a:pt x="480681" y="0"/>
                  <a:pt x="531738" y="51058"/>
                  <a:pt x="531738" y="113946"/>
                </a:cubicBezTo>
                <a:lnTo>
                  <a:pt x="531738" y="417792"/>
                </a:lnTo>
                <a:cubicBezTo>
                  <a:pt x="531738" y="480681"/>
                  <a:pt x="480681" y="531738"/>
                  <a:pt x="417792" y="531738"/>
                </a:cubicBezTo>
                <a:lnTo>
                  <a:pt x="113946" y="531738"/>
                </a:lnTo>
                <a:cubicBezTo>
                  <a:pt x="51058" y="531738"/>
                  <a:pt x="0" y="480681"/>
                  <a:pt x="0" y="417792"/>
                </a:cubicBez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1145" y="531738"/>
            <a:ext cx="34183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3477" y="379813"/>
            <a:ext cx="518444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477" y="607701"/>
            <a:ext cx="528889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Recolección y Preprocesamiento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62527" y="508000"/>
            <a:ext cx="1842093" cy="351327"/>
          </a:xfrm>
          <a:custGeom>
            <a:avLst/>
            <a:gdLst/>
            <a:ahLst/>
            <a:cxnLst/>
            <a:rect l="l" t="t" r="r" b="b"/>
            <a:pathLst>
              <a:path w="1842093" h="351327">
                <a:moveTo>
                  <a:pt x="75964" y="0"/>
                </a:moveTo>
                <a:lnTo>
                  <a:pt x="1766130" y="0"/>
                </a:lnTo>
                <a:cubicBezTo>
                  <a:pt x="1808055" y="0"/>
                  <a:pt x="1842093" y="34038"/>
                  <a:pt x="1842093" y="75964"/>
                </a:cubicBezTo>
                <a:lnTo>
                  <a:pt x="1842093" y="275363"/>
                </a:lnTo>
                <a:cubicBezTo>
                  <a:pt x="1842093" y="317289"/>
                  <a:pt x="1808055" y="351327"/>
                  <a:pt x="1766130" y="351327"/>
                </a:cubicBezTo>
                <a:lnTo>
                  <a:pt x="75964" y="351327"/>
                </a:lnTo>
                <a:cubicBezTo>
                  <a:pt x="34010" y="351327"/>
                  <a:pt x="0" y="317317"/>
                  <a:pt x="0" y="275363"/>
                </a:cubicBezTo>
                <a:lnTo>
                  <a:pt x="0" y="75964"/>
                </a:lnTo>
                <a:cubicBezTo>
                  <a:pt x="0" y="34010"/>
                  <a:pt x="34010" y="0"/>
                  <a:pt x="7596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7686" y="607701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132935" y="61067"/>
                </a:moveTo>
                <a:cubicBezTo>
                  <a:pt x="128543" y="63975"/>
                  <a:pt x="123499" y="66319"/>
                  <a:pt x="118246" y="68188"/>
                </a:cubicBezTo>
                <a:cubicBezTo>
                  <a:pt x="104300" y="73173"/>
                  <a:pt x="85992" y="75963"/>
                  <a:pt x="66467" y="75963"/>
                </a:cubicBezTo>
                <a:cubicBezTo>
                  <a:pt x="46943" y="75963"/>
                  <a:pt x="28605" y="73144"/>
                  <a:pt x="14688" y="68188"/>
                </a:cubicBezTo>
                <a:cubicBezTo>
                  <a:pt x="9466" y="66319"/>
                  <a:pt x="4392" y="63975"/>
                  <a:pt x="0" y="61067"/>
                </a:cubicBezTo>
                <a:lnTo>
                  <a:pt x="0" y="85458"/>
                </a:lnTo>
                <a:cubicBezTo>
                  <a:pt x="0" y="98573"/>
                  <a:pt x="29762" y="109196"/>
                  <a:pt x="66467" y="109196"/>
                </a:cubicBezTo>
                <a:cubicBezTo>
                  <a:pt x="103173" y="109196"/>
                  <a:pt x="132935" y="98573"/>
                  <a:pt x="132935" y="85458"/>
                </a:cubicBezTo>
                <a:lnTo>
                  <a:pt x="132935" y="61067"/>
                </a:lnTo>
                <a:close/>
                <a:moveTo>
                  <a:pt x="132935" y="37981"/>
                </a:moveTo>
                <a:lnTo>
                  <a:pt x="132935" y="23738"/>
                </a:lnTo>
                <a:cubicBezTo>
                  <a:pt x="132935" y="10623"/>
                  <a:pt x="103173" y="0"/>
                  <a:pt x="66467" y="0"/>
                </a:cubicBezTo>
                <a:cubicBezTo>
                  <a:pt x="29762" y="0"/>
                  <a:pt x="0" y="10623"/>
                  <a:pt x="0" y="23738"/>
                </a:cubicBezTo>
                <a:lnTo>
                  <a:pt x="0" y="37981"/>
                </a:lnTo>
                <a:cubicBezTo>
                  <a:pt x="0" y="51097"/>
                  <a:pt x="29762" y="61720"/>
                  <a:pt x="66467" y="61720"/>
                </a:cubicBezTo>
                <a:cubicBezTo>
                  <a:pt x="103173" y="61720"/>
                  <a:pt x="132935" y="51097"/>
                  <a:pt x="132935" y="37981"/>
                </a:cubicBezTo>
                <a:close/>
                <a:moveTo>
                  <a:pt x="118246" y="115665"/>
                </a:moveTo>
                <a:cubicBezTo>
                  <a:pt x="104330" y="120620"/>
                  <a:pt x="86022" y="123439"/>
                  <a:pt x="66467" y="123439"/>
                </a:cubicBezTo>
                <a:cubicBezTo>
                  <a:pt x="46913" y="123439"/>
                  <a:pt x="28605" y="120620"/>
                  <a:pt x="14688" y="115665"/>
                </a:cubicBezTo>
                <a:cubicBezTo>
                  <a:pt x="9466" y="113796"/>
                  <a:pt x="4392" y="111451"/>
                  <a:pt x="0" y="108543"/>
                </a:cubicBezTo>
                <a:lnTo>
                  <a:pt x="0" y="128187"/>
                </a:lnTo>
                <a:cubicBezTo>
                  <a:pt x="0" y="141302"/>
                  <a:pt x="29762" y="151925"/>
                  <a:pt x="66467" y="151925"/>
                </a:cubicBezTo>
                <a:cubicBezTo>
                  <a:pt x="103173" y="151925"/>
                  <a:pt x="132935" y="141302"/>
                  <a:pt x="132935" y="128187"/>
                </a:cubicBezTo>
                <a:lnTo>
                  <a:pt x="132935" y="108543"/>
                </a:lnTo>
                <a:cubicBezTo>
                  <a:pt x="128543" y="111451"/>
                  <a:pt x="123499" y="113796"/>
                  <a:pt x="118246" y="11566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385069" y="588710"/>
            <a:ext cx="132934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Technologies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561" y="1182168"/>
            <a:ext cx="5611738" cy="3010019"/>
          </a:xfrm>
          <a:custGeom>
            <a:avLst/>
            <a:gdLst/>
            <a:ahLst/>
            <a:cxnLst/>
            <a:rect l="l" t="t" r="r" b="b"/>
            <a:pathLst>
              <a:path w="5611738" h="3010019">
                <a:moveTo>
                  <a:pt x="113929" y="0"/>
                </a:moveTo>
                <a:lnTo>
                  <a:pt x="5497809" y="0"/>
                </a:lnTo>
                <a:cubicBezTo>
                  <a:pt x="5560730" y="0"/>
                  <a:pt x="5611738" y="51008"/>
                  <a:pt x="5611738" y="113929"/>
                </a:cubicBezTo>
                <a:lnTo>
                  <a:pt x="5611738" y="2896089"/>
                </a:lnTo>
                <a:cubicBezTo>
                  <a:pt x="5611738" y="2959011"/>
                  <a:pt x="5560730" y="3010019"/>
                  <a:pt x="5497809" y="3010019"/>
                </a:cubicBezTo>
                <a:lnTo>
                  <a:pt x="113929" y="3010019"/>
                </a:lnTo>
                <a:cubicBezTo>
                  <a:pt x="51008" y="3010019"/>
                  <a:pt x="0" y="2959011"/>
                  <a:pt x="0" y="2896089"/>
                </a:cubicBezTo>
                <a:lnTo>
                  <a:pt x="0" y="113929"/>
                </a:lnTo>
                <a:cubicBezTo>
                  <a:pt x="0" y="51008"/>
                  <a:pt x="51008" y="0"/>
                  <a:pt x="11392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1084" y="1414804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53411" y="178037"/>
                </a:moveTo>
                <a:cubicBezTo>
                  <a:pt x="23924" y="178037"/>
                  <a:pt x="0" y="154114"/>
                  <a:pt x="0" y="124626"/>
                </a:cubicBezTo>
                <a:cubicBezTo>
                  <a:pt x="0" y="101110"/>
                  <a:pt x="15207" y="81155"/>
                  <a:pt x="36312" y="73997"/>
                </a:cubicBezTo>
                <a:cubicBezTo>
                  <a:pt x="35830" y="71141"/>
                  <a:pt x="35607" y="68248"/>
                  <a:pt x="35607" y="65280"/>
                </a:cubicBezTo>
                <a:cubicBezTo>
                  <a:pt x="35607" y="35793"/>
                  <a:pt x="59531" y="11869"/>
                  <a:pt x="89019" y="11869"/>
                </a:cubicBezTo>
                <a:cubicBezTo>
                  <a:pt x="109567" y="11869"/>
                  <a:pt x="127408" y="23479"/>
                  <a:pt x="136347" y="40466"/>
                </a:cubicBezTo>
                <a:cubicBezTo>
                  <a:pt x="141614" y="37388"/>
                  <a:pt x="147771" y="35607"/>
                  <a:pt x="154299" y="35607"/>
                </a:cubicBezTo>
                <a:cubicBezTo>
                  <a:pt x="173957" y="35607"/>
                  <a:pt x="189907" y="51557"/>
                  <a:pt x="189907" y="71215"/>
                </a:cubicBezTo>
                <a:cubicBezTo>
                  <a:pt x="189907" y="77038"/>
                  <a:pt x="188497" y="82565"/>
                  <a:pt x="186012" y="87424"/>
                </a:cubicBezTo>
                <a:cubicBezTo>
                  <a:pt x="202332" y="94953"/>
                  <a:pt x="213645" y="111422"/>
                  <a:pt x="213645" y="130561"/>
                </a:cubicBezTo>
                <a:cubicBezTo>
                  <a:pt x="213645" y="156784"/>
                  <a:pt x="192392" y="178037"/>
                  <a:pt x="166168" y="178037"/>
                </a:cubicBezTo>
                <a:lnTo>
                  <a:pt x="53411" y="178037"/>
                </a:lnTo>
                <a:close/>
                <a:moveTo>
                  <a:pt x="139834" y="116095"/>
                </a:moveTo>
                <a:cubicBezTo>
                  <a:pt x="143320" y="112609"/>
                  <a:pt x="143320" y="106971"/>
                  <a:pt x="139834" y="103521"/>
                </a:cubicBezTo>
                <a:cubicBezTo>
                  <a:pt x="136347" y="100072"/>
                  <a:pt x="130709" y="100035"/>
                  <a:pt x="127260" y="103521"/>
                </a:cubicBezTo>
                <a:lnTo>
                  <a:pt x="115761" y="115020"/>
                </a:lnTo>
                <a:lnTo>
                  <a:pt x="115761" y="77150"/>
                </a:lnTo>
                <a:cubicBezTo>
                  <a:pt x="115761" y="72216"/>
                  <a:pt x="111793" y="68248"/>
                  <a:pt x="106860" y="68248"/>
                </a:cubicBezTo>
                <a:cubicBezTo>
                  <a:pt x="101926" y="68248"/>
                  <a:pt x="97958" y="72216"/>
                  <a:pt x="97958" y="77150"/>
                </a:cubicBezTo>
                <a:lnTo>
                  <a:pt x="97958" y="115020"/>
                </a:lnTo>
                <a:lnTo>
                  <a:pt x="86459" y="103521"/>
                </a:lnTo>
                <a:cubicBezTo>
                  <a:pt x="82973" y="100035"/>
                  <a:pt x="77335" y="100035"/>
                  <a:pt x="73886" y="103521"/>
                </a:cubicBezTo>
                <a:cubicBezTo>
                  <a:pt x="70436" y="107008"/>
                  <a:pt x="70399" y="112646"/>
                  <a:pt x="73886" y="116095"/>
                </a:cubicBezTo>
                <a:lnTo>
                  <a:pt x="100591" y="142801"/>
                </a:lnTo>
                <a:cubicBezTo>
                  <a:pt x="104078" y="146287"/>
                  <a:pt x="109716" y="146287"/>
                  <a:pt x="113165" y="142801"/>
                </a:cubicBezTo>
                <a:lnTo>
                  <a:pt x="139871" y="11609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930542" y="1376822"/>
            <a:ext cx="154773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Fuentes de Datos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215" y="1794617"/>
            <a:ext cx="5222430" cy="379813"/>
          </a:xfrm>
          <a:custGeom>
            <a:avLst/>
            <a:gdLst/>
            <a:ahLst/>
            <a:cxnLst/>
            <a:rect l="l" t="t" r="r" b="b"/>
            <a:pathLst>
              <a:path w="5222430" h="379813">
                <a:moveTo>
                  <a:pt x="75963" y="0"/>
                </a:moveTo>
                <a:lnTo>
                  <a:pt x="5146467" y="0"/>
                </a:lnTo>
                <a:cubicBezTo>
                  <a:pt x="5188420" y="0"/>
                  <a:pt x="5222430" y="34010"/>
                  <a:pt x="5222430" y="75963"/>
                </a:cubicBezTo>
                <a:lnTo>
                  <a:pt x="5222430" y="303850"/>
                </a:lnTo>
                <a:cubicBezTo>
                  <a:pt x="5222430" y="345803"/>
                  <a:pt x="5188420" y="379813"/>
                  <a:pt x="5146467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4168" y="190856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04419" y="83084"/>
                </a:moveTo>
                <a:lnTo>
                  <a:pt x="47773" y="83084"/>
                </a:lnTo>
                <a:cubicBezTo>
                  <a:pt x="48634" y="102223"/>
                  <a:pt x="52877" y="119849"/>
                  <a:pt x="58901" y="132757"/>
                </a:cubicBezTo>
                <a:cubicBezTo>
                  <a:pt x="62283" y="140026"/>
                  <a:pt x="65933" y="145160"/>
                  <a:pt x="69316" y="148305"/>
                </a:cubicBezTo>
                <a:cubicBezTo>
                  <a:pt x="72639" y="151421"/>
                  <a:pt x="74924" y="151925"/>
                  <a:pt x="76111" y="151925"/>
                </a:cubicBezTo>
                <a:cubicBezTo>
                  <a:pt x="77298" y="151925"/>
                  <a:pt x="79583" y="151421"/>
                  <a:pt x="82906" y="148305"/>
                </a:cubicBezTo>
                <a:cubicBezTo>
                  <a:pt x="86289" y="145160"/>
                  <a:pt x="89939" y="139997"/>
                  <a:pt x="93321" y="132757"/>
                </a:cubicBezTo>
                <a:cubicBezTo>
                  <a:pt x="99345" y="119849"/>
                  <a:pt x="103588" y="102223"/>
                  <a:pt x="104449" y="83084"/>
                </a:cubicBezTo>
                <a:close/>
                <a:moveTo>
                  <a:pt x="47744" y="68841"/>
                </a:moveTo>
                <a:lnTo>
                  <a:pt x="104389" y="68841"/>
                </a:lnTo>
                <a:cubicBezTo>
                  <a:pt x="103558" y="49702"/>
                  <a:pt x="99315" y="32076"/>
                  <a:pt x="93292" y="19169"/>
                </a:cubicBezTo>
                <a:cubicBezTo>
                  <a:pt x="89909" y="11929"/>
                  <a:pt x="86259" y="6765"/>
                  <a:pt x="82876" y="3620"/>
                </a:cubicBezTo>
                <a:cubicBezTo>
                  <a:pt x="79553" y="504"/>
                  <a:pt x="77268" y="0"/>
                  <a:pt x="76081" y="0"/>
                </a:cubicBezTo>
                <a:cubicBezTo>
                  <a:pt x="74894" y="0"/>
                  <a:pt x="72610" y="504"/>
                  <a:pt x="69286" y="3620"/>
                </a:cubicBezTo>
                <a:cubicBezTo>
                  <a:pt x="65904" y="6765"/>
                  <a:pt x="62254" y="11929"/>
                  <a:pt x="58871" y="19169"/>
                </a:cubicBezTo>
                <a:cubicBezTo>
                  <a:pt x="52847" y="32076"/>
                  <a:pt x="48604" y="49702"/>
                  <a:pt x="47744" y="68841"/>
                </a:cubicBezTo>
                <a:close/>
                <a:moveTo>
                  <a:pt x="33501" y="68841"/>
                </a:moveTo>
                <a:cubicBezTo>
                  <a:pt x="34539" y="43441"/>
                  <a:pt x="41097" y="19851"/>
                  <a:pt x="50681" y="4362"/>
                </a:cubicBezTo>
                <a:cubicBezTo>
                  <a:pt x="23353" y="14035"/>
                  <a:pt x="3234" y="38931"/>
                  <a:pt x="445" y="68841"/>
                </a:cubicBezTo>
                <a:lnTo>
                  <a:pt x="33501" y="68841"/>
                </a:lnTo>
                <a:close/>
                <a:moveTo>
                  <a:pt x="445" y="83084"/>
                </a:moveTo>
                <a:cubicBezTo>
                  <a:pt x="3234" y="112994"/>
                  <a:pt x="23353" y="137890"/>
                  <a:pt x="50681" y="147563"/>
                </a:cubicBezTo>
                <a:cubicBezTo>
                  <a:pt x="41097" y="132074"/>
                  <a:pt x="34539" y="108484"/>
                  <a:pt x="33501" y="83084"/>
                </a:cubicBezTo>
                <a:lnTo>
                  <a:pt x="445" y="83084"/>
                </a:lnTo>
                <a:close/>
                <a:moveTo>
                  <a:pt x="118662" y="83084"/>
                </a:moveTo>
                <a:cubicBezTo>
                  <a:pt x="117623" y="108484"/>
                  <a:pt x="111066" y="132074"/>
                  <a:pt x="101481" y="147563"/>
                </a:cubicBezTo>
                <a:cubicBezTo>
                  <a:pt x="128810" y="137860"/>
                  <a:pt x="148928" y="112994"/>
                  <a:pt x="151718" y="83084"/>
                </a:cubicBezTo>
                <a:lnTo>
                  <a:pt x="118662" y="83084"/>
                </a:lnTo>
                <a:close/>
                <a:moveTo>
                  <a:pt x="151718" y="68841"/>
                </a:moveTo>
                <a:cubicBezTo>
                  <a:pt x="148928" y="38931"/>
                  <a:pt x="128810" y="14035"/>
                  <a:pt x="101481" y="4362"/>
                </a:cubicBezTo>
                <a:cubicBezTo>
                  <a:pt x="111066" y="19851"/>
                  <a:pt x="117623" y="43441"/>
                  <a:pt x="118662" y="68841"/>
                </a:cubicBezTo>
                <a:lnTo>
                  <a:pt x="151718" y="6884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959028" y="1870579"/>
            <a:ext cx="192755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Sitios web (Common Crawl)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215" y="2250393"/>
            <a:ext cx="5222430" cy="379813"/>
          </a:xfrm>
          <a:custGeom>
            <a:avLst/>
            <a:gdLst/>
            <a:ahLst/>
            <a:cxnLst/>
            <a:rect l="l" t="t" r="r" b="b"/>
            <a:pathLst>
              <a:path w="5222430" h="379813">
                <a:moveTo>
                  <a:pt x="75963" y="0"/>
                </a:moveTo>
                <a:lnTo>
                  <a:pt x="5146467" y="0"/>
                </a:lnTo>
                <a:cubicBezTo>
                  <a:pt x="5188420" y="0"/>
                  <a:pt x="5222430" y="34010"/>
                  <a:pt x="5222430" y="75963"/>
                </a:cubicBezTo>
                <a:lnTo>
                  <a:pt x="5222430" y="303850"/>
                </a:lnTo>
                <a:cubicBezTo>
                  <a:pt x="5222430" y="345803"/>
                  <a:pt x="5188420" y="379813"/>
                  <a:pt x="5146467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3664" y="2364336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113944" y="151925"/>
                </a:moveTo>
                <a:lnTo>
                  <a:pt x="28486" y="151925"/>
                </a:lnTo>
                <a:cubicBezTo>
                  <a:pt x="12759" y="151925"/>
                  <a:pt x="0" y="139166"/>
                  <a:pt x="0" y="123439"/>
                </a:cubicBezTo>
                <a:lnTo>
                  <a:pt x="0" y="28486"/>
                </a:lnTo>
                <a:cubicBezTo>
                  <a:pt x="0" y="12759"/>
                  <a:pt x="12759" y="0"/>
                  <a:pt x="28486" y="0"/>
                </a:cubicBezTo>
                <a:lnTo>
                  <a:pt x="118692" y="0"/>
                </a:lnTo>
                <a:cubicBezTo>
                  <a:pt x="126555" y="0"/>
                  <a:pt x="132935" y="6380"/>
                  <a:pt x="132935" y="14243"/>
                </a:cubicBezTo>
                <a:lnTo>
                  <a:pt x="132935" y="99701"/>
                </a:lnTo>
                <a:cubicBezTo>
                  <a:pt x="132935" y="105903"/>
                  <a:pt x="128958" y="111184"/>
                  <a:pt x="123439" y="113143"/>
                </a:cubicBezTo>
                <a:lnTo>
                  <a:pt x="123439" y="132935"/>
                </a:lnTo>
                <a:cubicBezTo>
                  <a:pt x="128691" y="132935"/>
                  <a:pt x="132935" y="137178"/>
                  <a:pt x="132935" y="142430"/>
                </a:cubicBezTo>
                <a:cubicBezTo>
                  <a:pt x="132935" y="147682"/>
                  <a:pt x="128691" y="151925"/>
                  <a:pt x="123439" y="151925"/>
                </a:cubicBezTo>
                <a:lnTo>
                  <a:pt x="113944" y="151925"/>
                </a:lnTo>
                <a:close/>
                <a:moveTo>
                  <a:pt x="28486" y="113944"/>
                </a:moveTo>
                <a:cubicBezTo>
                  <a:pt x="23234" y="113944"/>
                  <a:pt x="18991" y="118187"/>
                  <a:pt x="18991" y="123439"/>
                </a:cubicBezTo>
                <a:cubicBezTo>
                  <a:pt x="18991" y="128691"/>
                  <a:pt x="23234" y="132935"/>
                  <a:pt x="28486" y="132935"/>
                </a:cubicBezTo>
                <a:lnTo>
                  <a:pt x="104449" y="132935"/>
                </a:lnTo>
                <a:lnTo>
                  <a:pt x="104449" y="113944"/>
                </a:lnTo>
                <a:lnTo>
                  <a:pt x="28486" y="113944"/>
                </a:lnTo>
                <a:close/>
                <a:moveTo>
                  <a:pt x="37981" y="45103"/>
                </a:moveTo>
                <a:cubicBezTo>
                  <a:pt x="37981" y="49049"/>
                  <a:pt x="41156" y="52224"/>
                  <a:pt x="45103" y="52224"/>
                </a:cubicBezTo>
                <a:lnTo>
                  <a:pt x="97327" y="52224"/>
                </a:lnTo>
                <a:cubicBezTo>
                  <a:pt x="101274" y="52224"/>
                  <a:pt x="104449" y="49049"/>
                  <a:pt x="104449" y="45103"/>
                </a:cubicBezTo>
                <a:cubicBezTo>
                  <a:pt x="104449" y="41156"/>
                  <a:pt x="101274" y="37981"/>
                  <a:pt x="97327" y="37981"/>
                </a:cubicBezTo>
                <a:lnTo>
                  <a:pt x="45103" y="37981"/>
                </a:lnTo>
                <a:cubicBezTo>
                  <a:pt x="41156" y="37981"/>
                  <a:pt x="37981" y="41156"/>
                  <a:pt x="37981" y="45103"/>
                </a:cubicBezTo>
                <a:close/>
                <a:moveTo>
                  <a:pt x="45103" y="66467"/>
                </a:moveTo>
                <a:cubicBezTo>
                  <a:pt x="41156" y="66467"/>
                  <a:pt x="37981" y="69642"/>
                  <a:pt x="37981" y="73589"/>
                </a:cubicBezTo>
                <a:cubicBezTo>
                  <a:pt x="37981" y="77535"/>
                  <a:pt x="41156" y="80710"/>
                  <a:pt x="45103" y="80710"/>
                </a:cubicBezTo>
                <a:lnTo>
                  <a:pt x="97327" y="80710"/>
                </a:lnTo>
                <a:cubicBezTo>
                  <a:pt x="101274" y="80710"/>
                  <a:pt x="104449" y="77535"/>
                  <a:pt x="104449" y="73589"/>
                </a:cubicBezTo>
                <a:cubicBezTo>
                  <a:pt x="104449" y="69642"/>
                  <a:pt x="101274" y="66467"/>
                  <a:pt x="97327" y="66467"/>
                </a:cubicBezTo>
                <a:lnTo>
                  <a:pt x="45103" y="6646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959028" y="2326355"/>
            <a:ext cx="1889570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Libros y artículos científicos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215" y="2706168"/>
            <a:ext cx="5222430" cy="379813"/>
          </a:xfrm>
          <a:custGeom>
            <a:avLst/>
            <a:gdLst/>
            <a:ahLst/>
            <a:cxnLst/>
            <a:rect l="l" t="t" r="r" b="b"/>
            <a:pathLst>
              <a:path w="5222430" h="379813">
                <a:moveTo>
                  <a:pt x="75963" y="0"/>
                </a:moveTo>
                <a:lnTo>
                  <a:pt x="5146467" y="0"/>
                </a:lnTo>
                <a:cubicBezTo>
                  <a:pt x="5188420" y="0"/>
                  <a:pt x="5222430" y="34010"/>
                  <a:pt x="5222430" y="75963"/>
                </a:cubicBezTo>
                <a:lnTo>
                  <a:pt x="5222430" y="303850"/>
                </a:lnTo>
                <a:cubicBezTo>
                  <a:pt x="5222430" y="345803"/>
                  <a:pt x="5188420" y="379813"/>
                  <a:pt x="5146467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4673" y="2820112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107060" y="356"/>
                </a:moveTo>
                <a:cubicBezTo>
                  <a:pt x="102015" y="-1098"/>
                  <a:pt x="96763" y="1840"/>
                  <a:pt x="95309" y="6884"/>
                </a:cubicBezTo>
                <a:lnTo>
                  <a:pt x="57328" y="139819"/>
                </a:lnTo>
                <a:cubicBezTo>
                  <a:pt x="55874" y="144863"/>
                  <a:pt x="58812" y="150115"/>
                  <a:pt x="63856" y="151569"/>
                </a:cubicBezTo>
                <a:cubicBezTo>
                  <a:pt x="68900" y="153023"/>
                  <a:pt x="74153" y="150086"/>
                  <a:pt x="75607" y="145041"/>
                </a:cubicBezTo>
                <a:lnTo>
                  <a:pt x="113588" y="12107"/>
                </a:lnTo>
                <a:cubicBezTo>
                  <a:pt x="115042" y="7062"/>
                  <a:pt x="112104" y="1810"/>
                  <a:pt x="107060" y="356"/>
                </a:cubicBezTo>
                <a:close/>
                <a:moveTo>
                  <a:pt x="126229" y="40741"/>
                </a:moveTo>
                <a:cubicBezTo>
                  <a:pt x="122519" y="44450"/>
                  <a:pt x="122519" y="50474"/>
                  <a:pt x="126229" y="54183"/>
                </a:cubicBezTo>
                <a:lnTo>
                  <a:pt x="148008" y="75963"/>
                </a:lnTo>
                <a:lnTo>
                  <a:pt x="126229" y="97743"/>
                </a:lnTo>
                <a:cubicBezTo>
                  <a:pt x="122519" y="101452"/>
                  <a:pt x="122519" y="107475"/>
                  <a:pt x="126229" y="111184"/>
                </a:cubicBezTo>
                <a:cubicBezTo>
                  <a:pt x="129938" y="114893"/>
                  <a:pt x="135961" y="114893"/>
                  <a:pt x="139670" y="111184"/>
                </a:cubicBezTo>
                <a:lnTo>
                  <a:pt x="168156" y="82698"/>
                </a:lnTo>
                <a:cubicBezTo>
                  <a:pt x="171865" y="78989"/>
                  <a:pt x="171865" y="72966"/>
                  <a:pt x="168156" y="69257"/>
                </a:cubicBezTo>
                <a:lnTo>
                  <a:pt x="139670" y="40771"/>
                </a:lnTo>
                <a:cubicBezTo>
                  <a:pt x="135961" y="37061"/>
                  <a:pt x="129938" y="37061"/>
                  <a:pt x="126229" y="40771"/>
                </a:cubicBezTo>
                <a:close/>
                <a:moveTo>
                  <a:pt x="44717" y="40741"/>
                </a:moveTo>
                <a:cubicBezTo>
                  <a:pt x="41008" y="37032"/>
                  <a:pt x="34984" y="37032"/>
                  <a:pt x="31275" y="40741"/>
                </a:cubicBezTo>
                <a:lnTo>
                  <a:pt x="2789" y="69227"/>
                </a:lnTo>
                <a:cubicBezTo>
                  <a:pt x="-920" y="72936"/>
                  <a:pt x="-920" y="78960"/>
                  <a:pt x="2789" y="82669"/>
                </a:cubicBezTo>
                <a:lnTo>
                  <a:pt x="31275" y="111155"/>
                </a:lnTo>
                <a:cubicBezTo>
                  <a:pt x="34984" y="114864"/>
                  <a:pt x="41008" y="114864"/>
                  <a:pt x="44717" y="111155"/>
                </a:cubicBezTo>
                <a:cubicBezTo>
                  <a:pt x="48426" y="107446"/>
                  <a:pt x="48426" y="101422"/>
                  <a:pt x="44717" y="97713"/>
                </a:cubicBezTo>
                <a:lnTo>
                  <a:pt x="22937" y="75963"/>
                </a:lnTo>
                <a:lnTo>
                  <a:pt x="44687" y="54183"/>
                </a:lnTo>
                <a:cubicBezTo>
                  <a:pt x="48396" y="50474"/>
                  <a:pt x="48396" y="44450"/>
                  <a:pt x="44687" y="407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959028" y="2782131"/>
            <a:ext cx="124388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de GitHub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215" y="3161944"/>
            <a:ext cx="5222430" cy="379813"/>
          </a:xfrm>
          <a:custGeom>
            <a:avLst/>
            <a:gdLst/>
            <a:ahLst/>
            <a:cxnLst/>
            <a:rect l="l" t="t" r="r" b="b"/>
            <a:pathLst>
              <a:path w="5222430" h="379813">
                <a:moveTo>
                  <a:pt x="75963" y="0"/>
                </a:moveTo>
                <a:lnTo>
                  <a:pt x="5146467" y="0"/>
                </a:lnTo>
                <a:cubicBezTo>
                  <a:pt x="5188420" y="0"/>
                  <a:pt x="5222430" y="34010"/>
                  <a:pt x="5222430" y="75963"/>
                </a:cubicBezTo>
                <a:lnTo>
                  <a:pt x="5222430" y="303850"/>
                </a:lnTo>
                <a:cubicBezTo>
                  <a:pt x="5222430" y="345803"/>
                  <a:pt x="5188420" y="379813"/>
                  <a:pt x="5146467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4673" y="3275888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113944" y="42729"/>
                </a:moveTo>
                <a:cubicBezTo>
                  <a:pt x="113944" y="71571"/>
                  <a:pt x="88425" y="94953"/>
                  <a:pt x="56972" y="94953"/>
                </a:cubicBezTo>
                <a:cubicBezTo>
                  <a:pt x="49049" y="94953"/>
                  <a:pt x="41512" y="93470"/>
                  <a:pt x="34658" y="90799"/>
                </a:cubicBezTo>
                <a:lnTo>
                  <a:pt x="10445" y="103618"/>
                </a:lnTo>
                <a:cubicBezTo>
                  <a:pt x="7685" y="105072"/>
                  <a:pt x="4303" y="104567"/>
                  <a:pt x="2077" y="102371"/>
                </a:cubicBezTo>
                <a:cubicBezTo>
                  <a:pt x="-148" y="100176"/>
                  <a:pt x="-653" y="96763"/>
                  <a:pt x="831" y="94004"/>
                </a:cubicBezTo>
                <a:lnTo>
                  <a:pt x="11394" y="74064"/>
                </a:lnTo>
                <a:cubicBezTo>
                  <a:pt x="4243" y="65340"/>
                  <a:pt x="0" y="54479"/>
                  <a:pt x="0" y="42729"/>
                </a:cubicBezTo>
                <a:cubicBezTo>
                  <a:pt x="0" y="13887"/>
                  <a:pt x="25519" y="-9495"/>
                  <a:pt x="56972" y="-9495"/>
                </a:cubicBezTo>
                <a:cubicBezTo>
                  <a:pt x="88425" y="-9495"/>
                  <a:pt x="113944" y="13887"/>
                  <a:pt x="113944" y="42729"/>
                </a:cubicBezTo>
                <a:close/>
                <a:moveTo>
                  <a:pt x="113944" y="151925"/>
                </a:moveTo>
                <a:cubicBezTo>
                  <a:pt x="86022" y="151925"/>
                  <a:pt x="62788" y="133498"/>
                  <a:pt x="57921" y="109196"/>
                </a:cubicBezTo>
                <a:cubicBezTo>
                  <a:pt x="93529" y="108751"/>
                  <a:pt x="124478" y="83411"/>
                  <a:pt x="127890" y="49049"/>
                </a:cubicBezTo>
                <a:cubicBezTo>
                  <a:pt x="152608" y="54746"/>
                  <a:pt x="170916" y="75250"/>
                  <a:pt x="170916" y="99701"/>
                </a:cubicBezTo>
                <a:cubicBezTo>
                  <a:pt x="170916" y="111451"/>
                  <a:pt x="166673" y="122312"/>
                  <a:pt x="159521" y="131036"/>
                </a:cubicBezTo>
                <a:lnTo>
                  <a:pt x="170085" y="150976"/>
                </a:lnTo>
                <a:cubicBezTo>
                  <a:pt x="171539" y="153735"/>
                  <a:pt x="171035" y="157118"/>
                  <a:pt x="168839" y="159343"/>
                </a:cubicBezTo>
                <a:cubicBezTo>
                  <a:pt x="166643" y="161569"/>
                  <a:pt x="163231" y="162073"/>
                  <a:pt x="160471" y="160590"/>
                </a:cubicBezTo>
                <a:lnTo>
                  <a:pt x="136258" y="147771"/>
                </a:lnTo>
                <a:cubicBezTo>
                  <a:pt x="129404" y="150442"/>
                  <a:pt x="121867" y="151925"/>
                  <a:pt x="113944" y="1519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1"/>
          <p:cNvSpPr/>
          <p:nvPr/>
        </p:nvSpPr>
        <p:spPr>
          <a:xfrm>
            <a:off x="959028" y="3237907"/>
            <a:ext cx="221241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sociales y conversaciones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215" y="3617720"/>
            <a:ext cx="5222430" cy="379813"/>
          </a:xfrm>
          <a:custGeom>
            <a:avLst/>
            <a:gdLst/>
            <a:ahLst/>
            <a:cxnLst/>
            <a:rect l="l" t="t" r="r" b="b"/>
            <a:pathLst>
              <a:path w="5222430" h="379813">
                <a:moveTo>
                  <a:pt x="75963" y="0"/>
                </a:moveTo>
                <a:lnTo>
                  <a:pt x="5146467" y="0"/>
                </a:lnTo>
                <a:cubicBezTo>
                  <a:pt x="5188420" y="0"/>
                  <a:pt x="5222430" y="34010"/>
                  <a:pt x="5222430" y="75963"/>
                </a:cubicBezTo>
                <a:lnTo>
                  <a:pt x="5222430" y="303850"/>
                </a:lnTo>
                <a:cubicBezTo>
                  <a:pt x="5222430" y="345803"/>
                  <a:pt x="5188420" y="379813"/>
                  <a:pt x="5146467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4673" y="3731664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28486" y="28486"/>
                </a:moveTo>
                <a:cubicBezTo>
                  <a:pt x="28486" y="18011"/>
                  <a:pt x="37002" y="9495"/>
                  <a:pt x="47477" y="9495"/>
                </a:cubicBezTo>
                <a:lnTo>
                  <a:pt x="142430" y="9495"/>
                </a:lnTo>
                <a:cubicBezTo>
                  <a:pt x="152904" y="9495"/>
                  <a:pt x="161421" y="18011"/>
                  <a:pt x="161421" y="28486"/>
                </a:cubicBezTo>
                <a:lnTo>
                  <a:pt x="161421" y="104449"/>
                </a:lnTo>
                <a:cubicBezTo>
                  <a:pt x="161421" y="114923"/>
                  <a:pt x="152904" y="123439"/>
                  <a:pt x="142430" y="123439"/>
                </a:cubicBezTo>
                <a:lnTo>
                  <a:pt x="47477" y="123439"/>
                </a:lnTo>
                <a:cubicBezTo>
                  <a:pt x="37002" y="123439"/>
                  <a:pt x="28486" y="114923"/>
                  <a:pt x="28486" y="104449"/>
                </a:cubicBezTo>
                <a:lnTo>
                  <a:pt x="28486" y="28486"/>
                </a:lnTo>
                <a:close/>
                <a:moveTo>
                  <a:pt x="7121" y="37981"/>
                </a:moveTo>
                <a:cubicBezTo>
                  <a:pt x="11068" y="37981"/>
                  <a:pt x="14243" y="41156"/>
                  <a:pt x="14243" y="45103"/>
                </a:cubicBezTo>
                <a:lnTo>
                  <a:pt x="14243" y="132935"/>
                </a:lnTo>
                <a:cubicBezTo>
                  <a:pt x="14243" y="135546"/>
                  <a:pt x="16379" y="137682"/>
                  <a:pt x="18991" y="137682"/>
                </a:cubicBezTo>
                <a:lnTo>
                  <a:pt x="125813" y="137682"/>
                </a:lnTo>
                <a:cubicBezTo>
                  <a:pt x="129760" y="137682"/>
                  <a:pt x="132935" y="140857"/>
                  <a:pt x="132935" y="144804"/>
                </a:cubicBezTo>
                <a:cubicBezTo>
                  <a:pt x="132935" y="148750"/>
                  <a:pt x="129760" y="151925"/>
                  <a:pt x="125813" y="151925"/>
                </a:cubicBezTo>
                <a:lnTo>
                  <a:pt x="18991" y="151925"/>
                </a:lnTo>
                <a:cubicBezTo>
                  <a:pt x="8516" y="151925"/>
                  <a:pt x="0" y="143409"/>
                  <a:pt x="0" y="132935"/>
                </a:cubicBezTo>
                <a:lnTo>
                  <a:pt x="0" y="45103"/>
                </a:lnTo>
                <a:cubicBezTo>
                  <a:pt x="0" y="41156"/>
                  <a:pt x="3175" y="37981"/>
                  <a:pt x="7121" y="37981"/>
                </a:cubicBezTo>
                <a:close/>
                <a:moveTo>
                  <a:pt x="56972" y="47477"/>
                </a:moveTo>
                <a:cubicBezTo>
                  <a:pt x="62213" y="47477"/>
                  <a:pt x="66467" y="43222"/>
                  <a:pt x="66467" y="37981"/>
                </a:cubicBezTo>
                <a:cubicBezTo>
                  <a:pt x="66467" y="32741"/>
                  <a:pt x="62213" y="28486"/>
                  <a:pt x="56972" y="28486"/>
                </a:cubicBezTo>
                <a:cubicBezTo>
                  <a:pt x="51731" y="28486"/>
                  <a:pt x="47477" y="32741"/>
                  <a:pt x="47477" y="37981"/>
                </a:cubicBezTo>
                <a:cubicBezTo>
                  <a:pt x="47477" y="43222"/>
                  <a:pt x="51731" y="47477"/>
                  <a:pt x="56972" y="47477"/>
                </a:cubicBezTo>
                <a:close/>
                <a:moveTo>
                  <a:pt x="115279" y="50889"/>
                </a:moveTo>
                <a:cubicBezTo>
                  <a:pt x="113974" y="48782"/>
                  <a:pt x="111689" y="47477"/>
                  <a:pt x="109196" y="47477"/>
                </a:cubicBezTo>
                <a:cubicBezTo>
                  <a:pt x="106704" y="47477"/>
                  <a:pt x="104419" y="48782"/>
                  <a:pt x="103113" y="50889"/>
                </a:cubicBezTo>
                <a:lnTo>
                  <a:pt x="86407" y="78218"/>
                </a:lnTo>
                <a:lnTo>
                  <a:pt x="79138" y="69138"/>
                </a:lnTo>
                <a:cubicBezTo>
                  <a:pt x="77773" y="67446"/>
                  <a:pt x="75755" y="66467"/>
                  <a:pt x="73589" y="66467"/>
                </a:cubicBezTo>
                <a:cubicBezTo>
                  <a:pt x="71423" y="66467"/>
                  <a:pt x="69375" y="67446"/>
                  <a:pt x="68040" y="69138"/>
                </a:cubicBezTo>
                <a:lnTo>
                  <a:pt x="49049" y="92876"/>
                </a:lnTo>
                <a:cubicBezTo>
                  <a:pt x="47328" y="95013"/>
                  <a:pt x="47002" y="97950"/>
                  <a:pt x="48189" y="100413"/>
                </a:cubicBezTo>
                <a:cubicBezTo>
                  <a:pt x="49376" y="102876"/>
                  <a:pt x="51868" y="104449"/>
                  <a:pt x="54598" y="104449"/>
                </a:cubicBezTo>
                <a:lnTo>
                  <a:pt x="135308" y="104449"/>
                </a:lnTo>
                <a:cubicBezTo>
                  <a:pt x="137890" y="104449"/>
                  <a:pt x="140264" y="103054"/>
                  <a:pt x="141510" y="100799"/>
                </a:cubicBezTo>
                <a:cubicBezTo>
                  <a:pt x="142756" y="98544"/>
                  <a:pt x="142727" y="95814"/>
                  <a:pt x="141362" y="93588"/>
                </a:cubicBezTo>
                <a:lnTo>
                  <a:pt x="115250" y="5085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959028" y="3693682"/>
            <a:ext cx="258272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multimodales (imágenes, video)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561" y="4353607"/>
            <a:ext cx="5611738" cy="1680673"/>
          </a:xfrm>
          <a:custGeom>
            <a:avLst/>
            <a:gdLst/>
            <a:ahLst/>
            <a:cxnLst/>
            <a:rect l="l" t="t" r="r" b="b"/>
            <a:pathLst>
              <a:path w="5611738" h="1680673">
                <a:moveTo>
                  <a:pt x="113950" y="0"/>
                </a:moveTo>
                <a:lnTo>
                  <a:pt x="5497789" y="0"/>
                </a:lnTo>
                <a:cubicBezTo>
                  <a:pt x="5560721" y="0"/>
                  <a:pt x="5611738" y="51017"/>
                  <a:pt x="5611738" y="113950"/>
                </a:cubicBezTo>
                <a:lnTo>
                  <a:pt x="5611738" y="1566723"/>
                </a:lnTo>
                <a:cubicBezTo>
                  <a:pt x="5611738" y="1629656"/>
                  <a:pt x="5560721" y="1680673"/>
                  <a:pt x="5497789" y="1680673"/>
                </a:cubicBezTo>
                <a:lnTo>
                  <a:pt x="113950" y="1680673"/>
                </a:lnTo>
                <a:cubicBezTo>
                  <a:pt x="51059" y="1680673"/>
                  <a:pt x="0" y="1629614"/>
                  <a:pt x="0" y="1566723"/>
                </a:cubicBezTo>
                <a:lnTo>
                  <a:pt x="0" y="113950"/>
                </a:lnTo>
                <a:cubicBezTo>
                  <a:pt x="0" y="51017"/>
                  <a:pt x="51017" y="0"/>
                  <a:pt x="11395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9215" y="4586243"/>
            <a:ext cx="237383" cy="189907"/>
          </a:xfrm>
          <a:custGeom>
            <a:avLst/>
            <a:gdLst/>
            <a:ahLst/>
            <a:cxnLst/>
            <a:rect l="l" t="t" r="r" b="b"/>
            <a:pathLst>
              <a:path w="237383" h="189907">
                <a:moveTo>
                  <a:pt x="154262" y="78077"/>
                </a:moveTo>
                <a:cubicBezTo>
                  <a:pt x="158787" y="76853"/>
                  <a:pt x="163535" y="79004"/>
                  <a:pt x="165575" y="83195"/>
                </a:cubicBezTo>
                <a:lnTo>
                  <a:pt x="172474" y="97142"/>
                </a:lnTo>
                <a:cubicBezTo>
                  <a:pt x="176294" y="97661"/>
                  <a:pt x="180040" y="98699"/>
                  <a:pt x="183564" y="100146"/>
                </a:cubicBezTo>
                <a:lnTo>
                  <a:pt x="196546" y="91504"/>
                </a:lnTo>
                <a:cubicBezTo>
                  <a:pt x="200440" y="88907"/>
                  <a:pt x="205596" y="89427"/>
                  <a:pt x="208897" y="92728"/>
                </a:cubicBezTo>
                <a:lnTo>
                  <a:pt x="216019" y="99849"/>
                </a:lnTo>
                <a:cubicBezTo>
                  <a:pt x="219320" y="103150"/>
                  <a:pt x="219839" y="108343"/>
                  <a:pt x="217243" y="112201"/>
                </a:cubicBezTo>
                <a:lnTo>
                  <a:pt x="208600" y="125145"/>
                </a:lnTo>
                <a:cubicBezTo>
                  <a:pt x="209305" y="126889"/>
                  <a:pt x="209936" y="128706"/>
                  <a:pt x="210455" y="130598"/>
                </a:cubicBezTo>
                <a:cubicBezTo>
                  <a:pt x="210974" y="132489"/>
                  <a:pt x="211308" y="134344"/>
                  <a:pt x="211568" y="136236"/>
                </a:cubicBezTo>
                <a:lnTo>
                  <a:pt x="225551" y="143135"/>
                </a:lnTo>
                <a:cubicBezTo>
                  <a:pt x="229742" y="145212"/>
                  <a:pt x="231894" y="149959"/>
                  <a:pt x="230670" y="154447"/>
                </a:cubicBezTo>
                <a:lnTo>
                  <a:pt x="228073" y="164165"/>
                </a:lnTo>
                <a:cubicBezTo>
                  <a:pt x="226849" y="168653"/>
                  <a:pt x="222658" y="171695"/>
                  <a:pt x="217985" y="171398"/>
                </a:cubicBezTo>
                <a:lnTo>
                  <a:pt x="202406" y="170397"/>
                </a:lnTo>
                <a:cubicBezTo>
                  <a:pt x="200070" y="173401"/>
                  <a:pt x="197362" y="176183"/>
                  <a:pt x="194283" y="178557"/>
                </a:cubicBezTo>
                <a:lnTo>
                  <a:pt x="195285" y="194098"/>
                </a:lnTo>
                <a:cubicBezTo>
                  <a:pt x="195581" y="198771"/>
                  <a:pt x="192540" y="203000"/>
                  <a:pt x="188052" y="204187"/>
                </a:cubicBezTo>
                <a:lnTo>
                  <a:pt x="178334" y="206783"/>
                </a:lnTo>
                <a:cubicBezTo>
                  <a:pt x="173809" y="208007"/>
                  <a:pt x="169098" y="205856"/>
                  <a:pt x="167021" y="201664"/>
                </a:cubicBezTo>
                <a:lnTo>
                  <a:pt x="160122" y="187718"/>
                </a:lnTo>
                <a:cubicBezTo>
                  <a:pt x="156302" y="187199"/>
                  <a:pt x="152556" y="186160"/>
                  <a:pt x="149032" y="184714"/>
                </a:cubicBezTo>
                <a:lnTo>
                  <a:pt x="136050" y="193356"/>
                </a:lnTo>
                <a:cubicBezTo>
                  <a:pt x="132156" y="195952"/>
                  <a:pt x="127000" y="195433"/>
                  <a:pt x="123699" y="192132"/>
                </a:cubicBezTo>
                <a:lnTo>
                  <a:pt x="116577" y="185011"/>
                </a:lnTo>
                <a:cubicBezTo>
                  <a:pt x="113276" y="181709"/>
                  <a:pt x="112757" y="176554"/>
                  <a:pt x="115353" y="172659"/>
                </a:cubicBezTo>
                <a:lnTo>
                  <a:pt x="123996" y="159677"/>
                </a:lnTo>
                <a:cubicBezTo>
                  <a:pt x="123291" y="157934"/>
                  <a:pt x="122660" y="156117"/>
                  <a:pt x="122141" y="154225"/>
                </a:cubicBezTo>
                <a:cubicBezTo>
                  <a:pt x="121622" y="152333"/>
                  <a:pt x="121288" y="150442"/>
                  <a:pt x="121028" y="148587"/>
                </a:cubicBezTo>
                <a:lnTo>
                  <a:pt x="107045" y="141688"/>
                </a:lnTo>
                <a:cubicBezTo>
                  <a:pt x="102854" y="139611"/>
                  <a:pt x="100739" y="134863"/>
                  <a:pt x="101926" y="130375"/>
                </a:cubicBezTo>
                <a:lnTo>
                  <a:pt x="104523" y="120657"/>
                </a:lnTo>
                <a:cubicBezTo>
                  <a:pt x="105747" y="116169"/>
                  <a:pt x="109938" y="113128"/>
                  <a:pt x="114612" y="113425"/>
                </a:cubicBezTo>
                <a:lnTo>
                  <a:pt x="130153" y="114426"/>
                </a:lnTo>
                <a:cubicBezTo>
                  <a:pt x="132489" y="111422"/>
                  <a:pt x="135197" y="108640"/>
                  <a:pt x="138276" y="106266"/>
                </a:cubicBezTo>
                <a:lnTo>
                  <a:pt x="137274" y="90762"/>
                </a:lnTo>
                <a:cubicBezTo>
                  <a:pt x="136978" y="86088"/>
                  <a:pt x="140019" y="81860"/>
                  <a:pt x="144507" y="80673"/>
                </a:cubicBezTo>
                <a:lnTo>
                  <a:pt x="154225" y="78077"/>
                </a:lnTo>
                <a:close/>
                <a:moveTo>
                  <a:pt x="166317" y="126110"/>
                </a:moveTo>
                <a:cubicBezTo>
                  <a:pt x="157309" y="126120"/>
                  <a:pt x="150005" y="133441"/>
                  <a:pt x="150015" y="142448"/>
                </a:cubicBezTo>
                <a:cubicBezTo>
                  <a:pt x="150025" y="151456"/>
                  <a:pt x="157346" y="158760"/>
                  <a:pt x="166354" y="158750"/>
                </a:cubicBezTo>
                <a:cubicBezTo>
                  <a:pt x="175361" y="158740"/>
                  <a:pt x="182665" y="151419"/>
                  <a:pt x="182655" y="142411"/>
                </a:cubicBezTo>
                <a:cubicBezTo>
                  <a:pt x="182645" y="133404"/>
                  <a:pt x="175324" y="126100"/>
                  <a:pt x="166317" y="126110"/>
                </a:cubicBezTo>
                <a:close/>
                <a:moveTo>
                  <a:pt x="83418" y="-16876"/>
                </a:moveTo>
                <a:lnTo>
                  <a:pt x="93136" y="-14280"/>
                </a:lnTo>
                <a:cubicBezTo>
                  <a:pt x="97624" y="-13056"/>
                  <a:pt x="100665" y="-8828"/>
                  <a:pt x="100369" y="-4191"/>
                </a:cubicBezTo>
                <a:lnTo>
                  <a:pt x="99367" y="11313"/>
                </a:lnTo>
                <a:cubicBezTo>
                  <a:pt x="102446" y="13687"/>
                  <a:pt x="105153" y="16431"/>
                  <a:pt x="107490" y="19473"/>
                </a:cubicBezTo>
                <a:lnTo>
                  <a:pt x="123068" y="18471"/>
                </a:lnTo>
                <a:cubicBezTo>
                  <a:pt x="127705" y="18175"/>
                  <a:pt x="131933" y="21216"/>
                  <a:pt x="133157" y="25704"/>
                </a:cubicBezTo>
                <a:lnTo>
                  <a:pt x="135754" y="35422"/>
                </a:lnTo>
                <a:cubicBezTo>
                  <a:pt x="136940" y="39910"/>
                  <a:pt x="134826" y="44658"/>
                  <a:pt x="130635" y="46735"/>
                </a:cubicBezTo>
                <a:lnTo>
                  <a:pt x="116652" y="53634"/>
                </a:lnTo>
                <a:cubicBezTo>
                  <a:pt x="116392" y="55525"/>
                  <a:pt x="116021" y="57417"/>
                  <a:pt x="115539" y="59272"/>
                </a:cubicBezTo>
                <a:cubicBezTo>
                  <a:pt x="115057" y="61126"/>
                  <a:pt x="114389" y="62981"/>
                  <a:pt x="113684" y="64724"/>
                </a:cubicBezTo>
                <a:lnTo>
                  <a:pt x="122327" y="77706"/>
                </a:lnTo>
                <a:cubicBezTo>
                  <a:pt x="124923" y="81600"/>
                  <a:pt x="124404" y="86756"/>
                  <a:pt x="121103" y="90057"/>
                </a:cubicBezTo>
                <a:lnTo>
                  <a:pt x="113981" y="97179"/>
                </a:lnTo>
                <a:cubicBezTo>
                  <a:pt x="110680" y="100480"/>
                  <a:pt x="105524" y="100999"/>
                  <a:pt x="101630" y="98403"/>
                </a:cubicBezTo>
                <a:lnTo>
                  <a:pt x="88648" y="89761"/>
                </a:lnTo>
                <a:cubicBezTo>
                  <a:pt x="85124" y="91207"/>
                  <a:pt x="81378" y="92246"/>
                  <a:pt x="77558" y="92765"/>
                </a:cubicBezTo>
                <a:lnTo>
                  <a:pt x="70659" y="106711"/>
                </a:lnTo>
                <a:cubicBezTo>
                  <a:pt x="68581" y="110902"/>
                  <a:pt x="63834" y="113017"/>
                  <a:pt x="59346" y="111830"/>
                </a:cubicBezTo>
                <a:lnTo>
                  <a:pt x="49628" y="109233"/>
                </a:lnTo>
                <a:cubicBezTo>
                  <a:pt x="45103" y="108009"/>
                  <a:pt x="42098" y="103781"/>
                  <a:pt x="42395" y="99145"/>
                </a:cubicBezTo>
                <a:lnTo>
                  <a:pt x="43397" y="83603"/>
                </a:lnTo>
                <a:cubicBezTo>
                  <a:pt x="40318" y="81230"/>
                  <a:pt x="37610" y="78485"/>
                  <a:pt x="35274" y="75443"/>
                </a:cubicBezTo>
                <a:lnTo>
                  <a:pt x="19695" y="76445"/>
                </a:lnTo>
                <a:cubicBezTo>
                  <a:pt x="15059" y="76742"/>
                  <a:pt x="10831" y="73700"/>
                  <a:pt x="9607" y="69212"/>
                </a:cubicBezTo>
                <a:lnTo>
                  <a:pt x="7010" y="59494"/>
                </a:lnTo>
                <a:cubicBezTo>
                  <a:pt x="5823" y="55006"/>
                  <a:pt x="7938" y="50258"/>
                  <a:pt x="12129" y="48181"/>
                </a:cubicBezTo>
                <a:lnTo>
                  <a:pt x="26112" y="41282"/>
                </a:lnTo>
                <a:cubicBezTo>
                  <a:pt x="26372" y="39391"/>
                  <a:pt x="26743" y="37536"/>
                  <a:pt x="27225" y="35645"/>
                </a:cubicBezTo>
                <a:cubicBezTo>
                  <a:pt x="27744" y="33753"/>
                  <a:pt x="28338" y="31935"/>
                  <a:pt x="29079" y="30192"/>
                </a:cubicBezTo>
                <a:lnTo>
                  <a:pt x="20437" y="17247"/>
                </a:lnTo>
                <a:cubicBezTo>
                  <a:pt x="17841" y="13353"/>
                  <a:pt x="18360" y="8197"/>
                  <a:pt x="21661" y="4896"/>
                </a:cubicBezTo>
                <a:lnTo>
                  <a:pt x="28783" y="-2225"/>
                </a:lnTo>
                <a:cubicBezTo>
                  <a:pt x="32084" y="-5527"/>
                  <a:pt x="37239" y="-6046"/>
                  <a:pt x="41134" y="-3449"/>
                </a:cubicBezTo>
                <a:lnTo>
                  <a:pt x="54116" y="5193"/>
                </a:lnTo>
                <a:cubicBezTo>
                  <a:pt x="57640" y="3746"/>
                  <a:pt x="61386" y="2708"/>
                  <a:pt x="65206" y="2188"/>
                </a:cubicBezTo>
                <a:lnTo>
                  <a:pt x="72105" y="-11758"/>
                </a:lnTo>
                <a:cubicBezTo>
                  <a:pt x="74182" y="-15949"/>
                  <a:pt x="78893" y="-18063"/>
                  <a:pt x="83418" y="-16876"/>
                </a:cubicBezTo>
                <a:close/>
                <a:moveTo>
                  <a:pt x="71363" y="31157"/>
                </a:moveTo>
                <a:cubicBezTo>
                  <a:pt x="62356" y="31157"/>
                  <a:pt x="55043" y="38469"/>
                  <a:pt x="55043" y="47477"/>
                </a:cubicBezTo>
                <a:cubicBezTo>
                  <a:pt x="55043" y="56484"/>
                  <a:pt x="62356" y="63797"/>
                  <a:pt x="71363" y="63797"/>
                </a:cubicBezTo>
                <a:cubicBezTo>
                  <a:pt x="80371" y="63797"/>
                  <a:pt x="87683" y="56484"/>
                  <a:pt x="87683" y="47477"/>
                </a:cubicBezTo>
                <a:cubicBezTo>
                  <a:pt x="87683" y="38469"/>
                  <a:pt x="80371" y="31157"/>
                  <a:pt x="71363" y="3115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930542" y="4548262"/>
            <a:ext cx="163319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9215" y="4966056"/>
            <a:ext cx="1661682" cy="873570"/>
          </a:xfrm>
          <a:custGeom>
            <a:avLst/>
            <a:gdLst/>
            <a:ahLst/>
            <a:cxnLst/>
            <a:rect l="l" t="t" r="r" b="b"/>
            <a:pathLst>
              <a:path w="1661682" h="873570">
                <a:moveTo>
                  <a:pt x="75966" y="0"/>
                </a:moveTo>
                <a:lnTo>
                  <a:pt x="1585717" y="0"/>
                </a:lnTo>
                <a:cubicBezTo>
                  <a:pt x="1627671" y="0"/>
                  <a:pt x="1661682" y="34011"/>
                  <a:pt x="1661682" y="75966"/>
                </a:cubicBezTo>
                <a:lnTo>
                  <a:pt x="1661682" y="797604"/>
                </a:lnTo>
                <a:cubicBezTo>
                  <a:pt x="1661682" y="839559"/>
                  <a:pt x="1627671" y="873570"/>
                  <a:pt x="1585717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17477" y="5098991"/>
            <a:ext cx="192280" cy="170916"/>
          </a:xfrm>
          <a:custGeom>
            <a:avLst/>
            <a:gdLst/>
            <a:ahLst/>
            <a:cxnLst/>
            <a:rect l="l" t="t" r="r" b="b"/>
            <a:pathLst>
              <a:path w="192280" h="170916">
                <a:moveTo>
                  <a:pt x="189142" y="18227"/>
                </a:moveTo>
                <a:cubicBezTo>
                  <a:pt x="193315" y="14054"/>
                  <a:pt x="193315" y="7277"/>
                  <a:pt x="189142" y="3105"/>
                </a:cubicBezTo>
                <a:cubicBezTo>
                  <a:pt x="184970" y="-1068"/>
                  <a:pt x="178193" y="-1068"/>
                  <a:pt x="174020" y="3105"/>
                </a:cubicBezTo>
                <a:lnTo>
                  <a:pt x="109927" y="67198"/>
                </a:lnTo>
                <a:lnTo>
                  <a:pt x="98343" y="55614"/>
                </a:lnTo>
                <a:cubicBezTo>
                  <a:pt x="96941" y="54212"/>
                  <a:pt x="95005" y="53411"/>
                  <a:pt x="93002" y="53411"/>
                </a:cubicBezTo>
                <a:cubicBezTo>
                  <a:pt x="88830" y="53411"/>
                  <a:pt x="85458" y="56783"/>
                  <a:pt x="85458" y="60956"/>
                </a:cubicBezTo>
                <a:lnTo>
                  <a:pt x="85458" y="70670"/>
                </a:lnTo>
                <a:lnTo>
                  <a:pt x="121611" y="106822"/>
                </a:lnTo>
                <a:lnTo>
                  <a:pt x="131325" y="106822"/>
                </a:lnTo>
                <a:cubicBezTo>
                  <a:pt x="135498" y="106822"/>
                  <a:pt x="138869" y="103451"/>
                  <a:pt x="138869" y="99278"/>
                </a:cubicBezTo>
                <a:cubicBezTo>
                  <a:pt x="138869" y="97275"/>
                  <a:pt x="138068" y="95339"/>
                  <a:pt x="136666" y="93937"/>
                </a:cubicBezTo>
                <a:lnTo>
                  <a:pt x="125082" y="82353"/>
                </a:lnTo>
                <a:lnTo>
                  <a:pt x="189176" y="18260"/>
                </a:lnTo>
                <a:close/>
                <a:moveTo>
                  <a:pt x="113866" y="117972"/>
                </a:moveTo>
                <a:lnTo>
                  <a:pt x="74308" y="78414"/>
                </a:lnTo>
                <a:cubicBezTo>
                  <a:pt x="60054" y="77179"/>
                  <a:pt x="45867" y="82320"/>
                  <a:pt x="35652" y="92535"/>
                </a:cubicBezTo>
                <a:lnTo>
                  <a:pt x="32981" y="95205"/>
                </a:lnTo>
                <a:cubicBezTo>
                  <a:pt x="25537" y="102650"/>
                  <a:pt x="21364" y="112731"/>
                  <a:pt x="21364" y="123246"/>
                </a:cubicBezTo>
                <a:cubicBezTo>
                  <a:pt x="21364" y="125516"/>
                  <a:pt x="23735" y="126985"/>
                  <a:pt x="25771" y="125984"/>
                </a:cubicBezTo>
                <a:lnTo>
                  <a:pt x="42829" y="117471"/>
                </a:lnTo>
                <a:cubicBezTo>
                  <a:pt x="44498" y="116637"/>
                  <a:pt x="46000" y="118840"/>
                  <a:pt x="44632" y="120108"/>
                </a:cubicBezTo>
                <a:lnTo>
                  <a:pt x="2437" y="158030"/>
                </a:lnTo>
                <a:cubicBezTo>
                  <a:pt x="901" y="159432"/>
                  <a:pt x="0" y="161435"/>
                  <a:pt x="0" y="163538"/>
                </a:cubicBezTo>
                <a:cubicBezTo>
                  <a:pt x="0" y="167611"/>
                  <a:pt x="3305" y="170916"/>
                  <a:pt x="7377" y="170916"/>
                </a:cubicBezTo>
                <a:lnTo>
                  <a:pt x="65228" y="170916"/>
                </a:lnTo>
                <a:cubicBezTo>
                  <a:pt x="78181" y="170916"/>
                  <a:pt x="90565" y="165775"/>
                  <a:pt x="99745" y="156628"/>
                </a:cubicBezTo>
                <a:cubicBezTo>
                  <a:pt x="109960" y="146413"/>
                  <a:pt x="115068" y="132226"/>
                  <a:pt x="113866" y="1179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659925" y="5345869"/>
            <a:ext cx="150026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Limpieza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4673" y="5573757"/>
            <a:ext cx="1490766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Eliminar spam, datos tóxicos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357215" y="4966056"/>
            <a:ext cx="1661682" cy="873570"/>
          </a:xfrm>
          <a:custGeom>
            <a:avLst/>
            <a:gdLst/>
            <a:ahLst/>
            <a:cxnLst/>
            <a:rect l="l" t="t" r="r" b="b"/>
            <a:pathLst>
              <a:path w="1661682" h="873570">
                <a:moveTo>
                  <a:pt x="75966" y="0"/>
                </a:moveTo>
                <a:lnTo>
                  <a:pt x="1585717" y="0"/>
                </a:lnTo>
                <a:cubicBezTo>
                  <a:pt x="1627671" y="0"/>
                  <a:pt x="1661682" y="34011"/>
                  <a:pt x="1661682" y="75966"/>
                </a:cubicBezTo>
                <a:lnTo>
                  <a:pt x="1661682" y="797604"/>
                </a:lnTo>
                <a:cubicBezTo>
                  <a:pt x="1661682" y="839559"/>
                  <a:pt x="1627671" y="873570"/>
                  <a:pt x="1585717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06159" y="5098991"/>
            <a:ext cx="170916" cy="170916"/>
          </a:xfrm>
          <a:custGeom>
            <a:avLst/>
            <a:gdLst/>
            <a:ahLst/>
            <a:cxnLst/>
            <a:rect l="l" t="t" r="r" b="b"/>
            <a:pathLst>
              <a:path w="170916" h="170916">
                <a:moveTo>
                  <a:pt x="64093" y="85458"/>
                </a:moveTo>
                <a:lnTo>
                  <a:pt x="50908" y="98644"/>
                </a:lnTo>
                <a:cubicBezTo>
                  <a:pt x="46701" y="97008"/>
                  <a:pt x="42161" y="96140"/>
                  <a:pt x="37388" y="96140"/>
                </a:cubicBezTo>
                <a:cubicBezTo>
                  <a:pt x="16724" y="96140"/>
                  <a:pt x="0" y="112865"/>
                  <a:pt x="0" y="133528"/>
                </a:cubicBezTo>
                <a:cubicBezTo>
                  <a:pt x="0" y="154192"/>
                  <a:pt x="16724" y="170916"/>
                  <a:pt x="37388" y="170916"/>
                </a:cubicBezTo>
                <a:cubicBezTo>
                  <a:pt x="58051" y="170916"/>
                  <a:pt x="74776" y="154192"/>
                  <a:pt x="74776" y="133528"/>
                </a:cubicBezTo>
                <a:cubicBezTo>
                  <a:pt x="74776" y="128754"/>
                  <a:pt x="73874" y="124214"/>
                  <a:pt x="72272" y="120008"/>
                </a:cubicBezTo>
                <a:lnTo>
                  <a:pt x="166643" y="25637"/>
                </a:lnTo>
                <a:cubicBezTo>
                  <a:pt x="169013" y="23267"/>
                  <a:pt x="169013" y="19462"/>
                  <a:pt x="166643" y="17092"/>
                </a:cubicBezTo>
                <a:cubicBezTo>
                  <a:pt x="157196" y="7644"/>
                  <a:pt x="141907" y="7644"/>
                  <a:pt x="132460" y="17092"/>
                </a:cubicBezTo>
                <a:lnTo>
                  <a:pt x="85458" y="64093"/>
                </a:lnTo>
                <a:lnTo>
                  <a:pt x="72272" y="50908"/>
                </a:lnTo>
                <a:cubicBezTo>
                  <a:pt x="73908" y="46701"/>
                  <a:pt x="74776" y="42161"/>
                  <a:pt x="74776" y="37388"/>
                </a:cubicBezTo>
                <a:cubicBezTo>
                  <a:pt x="74776" y="16724"/>
                  <a:pt x="58051" y="0"/>
                  <a:pt x="37388" y="0"/>
                </a:cubicBezTo>
                <a:cubicBezTo>
                  <a:pt x="16724" y="0"/>
                  <a:pt x="0" y="16724"/>
                  <a:pt x="0" y="37388"/>
                </a:cubicBezTo>
                <a:cubicBezTo>
                  <a:pt x="0" y="58051"/>
                  <a:pt x="16724" y="74776"/>
                  <a:pt x="37388" y="74776"/>
                </a:cubicBezTo>
                <a:cubicBezTo>
                  <a:pt x="42161" y="74776"/>
                  <a:pt x="46701" y="73874"/>
                  <a:pt x="50908" y="72272"/>
                </a:cubicBezTo>
                <a:lnTo>
                  <a:pt x="64093" y="85458"/>
                </a:lnTo>
                <a:close/>
                <a:moveTo>
                  <a:pt x="96774" y="118139"/>
                </a:moveTo>
                <a:lnTo>
                  <a:pt x="132460" y="153824"/>
                </a:lnTo>
                <a:cubicBezTo>
                  <a:pt x="141907" y="163271"/>
                  <a:pt x="157196" y="163271"/>
                  <a:pt x="166643" y="153824"/>
                </a:cubicBezTo>
                <a:cubicBezTo>
                  <a:pt x="169013" y="151454"/>
                  <a:pt x="169013" y="147649"/>
                  <a:pt x="166643" y="145279"/>
                </a:cubicBezTo>
                <a:lnTo>
                  <a:pt x="118139" y="96774"/>
                </a:lnTo>
                <a:lnTo>
                  <a:pt x="96774" y="118139"/>
                </a:lnTo>
                <a:close/>
                <a:moveTo>
                  <a:pt x="21364" y="37388"/>
                </a:moveTo>
                <a:cubicBezTo>
                  <a:pt x="21364" y="28544"/>
                  <a:pt x="28544" y="21364"/>
                  <a:pt x="37388" y="21364"/>
                </a:cubicBezTo>
                <a:cubicBezTo>
                  <a:pt x="46231" y="21364"/>
                  <a:pt x="53411" y="28544"/>
                  <a:pt x="53411" y="37388"/>
                </a:cubicBezTo>
                <a:cubicBezTo>
                  <a:pt x="53411" y="46231"/>
                  <a:pt x="46231" y="53411"/>
                  <a:pt x="37388" y="53411"/>
                </a:cubicBezTo>
                <a:cubicBezTo>
                  <a:pt x="28544" y="53411"/>
                  <a:pt x="21364" y="46231"/>
                  <a:pt x="21364" y="37388"/>
                </a:cubicBezTo>
                <a:close/>
                <a:moveTo>
                  <a:pt x="37388" y="117505"/>
                </a:moveTo>
                <a:cubicBezTo>
                  <a:pt x="46231" y="117505"/>
                  <a:pt x="53411" y="124685"/>
                  <a:pt x="53411" y="133528"/>
                </a:cubicBezTo>
                <a:cubicBezTo>
                  <a:pt x="53411" y="142372"/>
                  <a:pt x="46231" y="149551"/>
                  <a:pt x="37388" y="149551"/>
                </a:cubicBezTo>
                <a:cubicBezTo>
                  <a:pt x="28544" y="149551"/>
                  <a:pt x="21364" y="142372"/>
                  <a:pt x="21364" y="133528"/>
                </a:cubicBezTo>
                <a:cubicBezTo>
                  <a:pt x="21364" y="124685"/>
                  <a:pt x="28544" y="117505"/>
                  <a:pt x="37388" y="11750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2437925" y="5345869"/>
            <a:ext cx="150026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Tokenización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42673" y="5573757"/>
            <a:ext cx="1490766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Dividir en piezas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35215" y="4966056"/>
            <a:ext cx="1661682" cy="873570"/>
          </a:xfrm>
          <a:custGeom>
            <a:avLst/>
            <a:gdLst/>
            <a:ahLst/>
            <a:cxnLst/>
            <a:rect l="l" t="t" r="r" b="b"/>
            <a:pathLst>
              <a:path w="1661682" h="873570">
                <a:moveTo>
                  <a:pt x="75966" y="0"/>
                </a:moveTo>
                <a:lnTo>
                  <a:pt x="1585717" y="0"/>
                </a:lnTo>
                <a:cubicBezTo>
                  <a:pt x="1627671" y="0"/>
                  <a:pt x="1661682" y="34011"/>
                  <a:pt x="1661682" y="75966"/>
                </a:cubicBezTo>
                <a:lnTo>
                  <a:pt x="1661682" y="797604"/>
                </a:lnTo>
                <a:cubicBezTo>
                  <a:pt x="1661682" y="839559"/>
                  <a:pt x="1627671" y="873570"/>
                  <a:pt x="1585717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84159" y="5098991"/>
            <a:ext cx="170916" cy="170916"/>
          </a:xfrm>
          <a:custGeom>
            <a:avLst/>
            <a:gdLst/>
            <a:ahLst/>
            <a:cxnLst/>
            <a:rect l="l" t="t" r="r" b="b"/>
            <a:pathLst>
              <a:path w="170916" h="170916">
                <a:moveTo>
                  <a:pt x="64093" y="21364"/>
                </a:moveTo>
                <a:cubicBezTo>
                  <a:pt x="64093" y="15456"/>
                  <a:pt x="68867" y="10682"/>
                  <a:pt x="74776" y="10682"/>
                </a:cubicBezTo>
                <a:lnTo>
                  <a:pt x="96140" y="10682"/>
                </a:lnTo>
                <a:cubicBezTo>
                  <a:pt x="102049" y="10682"/>
                  <a:pt x="106822" y="15456"/>
                  <a:pt x="106822" y="21364"/>
                </a:cubicBezTo>
                <a:lnTo>
                  <a:pt x="106822" y="42729"/>
                </a:lnTo>
                <a:cubicBezTo>
                  <a:pt x="106822" y="48638"/>
                  <a:pt x="102049" y="53411"/>
                  <a:pt x="96140" y="53411"/>
                </a:cubicBezTo>
                <a:lnTo>
                  <a:pt x="93470" y="53411"/>
                </a:lnTo>
                <a:lnTo>
                  <a:pt x="93470" y="74776"/>
                </a:lnTo>
                <a:lnTo>
                  <a:pt x="133528" y="74776"/>
                </a:lnTo>
                <a:cubicBezTo>
                  <a:pt x="146814" y="74776"/>
                  <a:pt x="157563" y="85525"/>
                  <a:pt x="157563" y="98811"/>
                </a:cubicBezTo>
                <a:lnTo>
                  <a:pt x="157563" y="117505"/>
                </a:lnTo>
                <a:lnTo>
                  <a:pt x="160234" y="117505"/>
                </a:lnTo>
                <a:cubicBezTo>
                  <a:pt x="166142" y="117505"/>
                  <a:pt x="170916" y="122278"/>
                  <a:pt x="170916" y="128187"/>
                </a:cubicBezTo>
                <a:lnTo>
                  <a:pt x="170916" y="149551"/>
                </a:lnTo>
                <a:cubicBezTo>
                  <a:pt x="170916" y="155460"/>
                  <a:pt x="166142" y="160234"/>
                  <a:pt x="160234" y="160234"/>
                </a:cubicBezTo>
                <a:lnTo>
                  <a:pt x="138869" y="160234"/>
                </a:lnTo>
                <a:cubicBezTo>
                  <a:pt x="132961" y="160234"/>
                  <a:pt x="128187" y="155460"/>
                  <a:pt x="128187" y="149551"/>
                </a:cubicBezTo>
                <a:lnTo>
                  <a:pt x="128187" y="128187"/>
                </a:lnTo>
                <a:cubicBezTo>
                  <a:pt x="128187" y="122278"/>
                  <a:pt x="132961" y="117505"/>
                  <a:pt x="138869" y="117505"/>
                </a:cubicBezTo>
                <a:lnTo>
                  <a:pt x="141540" y="117505"/>
                </a:lnTo>
                <a:lnTo>
                  <a:pt x="141540" y="98811"/>
                </a:lnTo>
                <a:cubicBezTo>
                  <a:pt x="141540" y="94371"/>
                  <a:pt x="137968" y="90799"/>
                  <a:pt x="133528" y="90799"/>
                </a:cubicBezTo>
                <a:lnTo>
                  <a:pt x="93470" y="90799"/>
                </a:lnTo>
                <a:lnTo>
                  <a:pt x="93470" y="117505"/>
                </a:lnTo>
                <a:lnTo>
                  <a:pt x="96140" y="117505"/>
                </a:lnTo>
                <a:cubicBezTo>
                  <a:pt x="102049" y="117505"/>
                  <a:pt x="106822" y="122278"/>
                  <a:pt x="106822" y="128187"/>
                </a:cubicBezTo>
                <a:lnTo>
                  <a:pt x="106822" y="149551"/>
                </a:lnTo>
                <a:cubicBezTo>
                  <a:pt x="106822" y="155460"/>
                  <a:pt x="102049" y="160234"/>
                  <a:pt x="96140" y="160234"/>
                </a:cubicBezTo>
                <a:lnTo>
                  <a:pt x="74776" y="160234"/>
                </a:lnTo>
                <a:cubicBezTo>
                  <a:pt x="68867" y="160234"/>
                  <a:pt x="64093" y="155460"/>
                  <a:pt x="64093" y="149551"/>
                </a:cubicBezTo>
                <a:lnTo>
                  <a:pt x="64093" y="128187"/>
                </a:lnTo>
                <a:cubicBezTo>
                  <a:pt x="64093" y="122278"/>
                  <a:pt x="68867" y="117505"/>
                  <a:pt x="74776" y="117505"/>
                </a:cubicBezTo>
                <a:lnTo>
                  <a:pt x="77446" y="117505"/>
                </a:lnTo>
                <a:lnTo>
                  <a:pt x="77446" y="90799"/>
                </a:lnTo>
                <a:lnTo>
                  <a:pt x="37388" y="90799"/>
                </a:lnTo>
                <a:cubicBezTo>
                  <a:pt x="32948" y="90799"/>
                  <a:pt x="29376" y="94371"/>
                  <a:pt x="29376" y="98811"/>
                </a:cubicBezTo>
                <a:lnTo>
                  <a:pt x="29376" y="117505"/>
                </a:lnTo>
                <a:lnTo>
                  <a:pt x="32047" y="117505"/>
                </a:lnTo>
                <a:cubicBezTo>
                  <a:pt x="37955" y="117505"/>
                  <a:pt x="42729" y="122278"/>
                  <a:pt x="42729" y="128187"/>
                </a:cubicBezTo>
                <a:lnTo>
                  <a:pt x="42729" y="149551"/>
                </a:lnTo>
                <a:cubicBezTo>
                  <a:pt x="42729" y="155460"/>
                  <a:pt x="37955" y="160234"/>
                  <a:pt x="32047" y="160234"/>
                </a:cubicBezTo>
                <a:lnTo>
                  <a:pt x="10682" y="160234"/>
                </a:lnTo>
                <a:cubicBezTo>
                  <a:pt x="4774" y="160234"/>
                  <a:pt x="0" y="155460"/>
                  <a:pt x="0" y="149551"/>
                </a:cubicBezTo>
                <a:lnTo>
                  <a:pt x="0" y="128187"/>
                </a:lnTo>
                <a:cubicBezTo>
                  <a:pt x="0" y="122278"/>
                  <a:pt x="4774" y="117505"/>
                  <a:pt x="10682" y="117505"/>
                </a:cubicBezTo>
                <a:lnTo>
                  <a:pt x="13353" y="117505"/>
                </a:lnTo>
                <a:lnTo>
                  <a:pt x="13353" y="98811"/>
                </a:lnTo>
                <a:cubicBezTo>
                  <a:pt x="13353" y="85525"/>
                  <a:pt x="24102" y="74776"/>
                  <a:pt x="37388" y="74776"/>
                </a:cubicBezTo>
                <a:lnTo>
                  <a:pt x="77446" y="74776"/>
                </a:lnTo>
                <a:lnTo>
                  <a:pt x="77446" y="53411"/>
                </a:lnTo>
                <a:lnTo>
                  <a:pt x="74776" y="53411"/>
                </a:lnTo>
                <a:cubicBezTo>
                  <a:pt x="68867" y="53411"/>
                  <a:pt x="64093" y="48638"/>
                  <a:pt x="64093" y="42729"/>
                </a:cubicBezTo>
                <a:lnTo>
                  <a:pt x="64093" y="2136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4215925" y="5345869"/>
            <a:ext cx="150026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Estructuración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20673" y="5573757"/>
            <a:ext cx="1490766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Organizar datasets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3475" y="1182168"/>
            <a:ext cx="5611738" cy="3085981"/>
          </a:xfrm>
          <a:custGeom>
            <a:avLst/>
            <a:gdLst/>
            <a:ahLst/>
            <a:cxnLst/>
            <a:rect l="l" t="t" r="r" b="b"/>
            <a:pathLst>
              <a:path w="5611738" h="3085981">
                <a:moveTo>
                  <a:pt x="113934" y="0"/>
                </a:moveTo>
                <a:lnTo>
                  <a:pt x="5497804" y="0"/>
                </a:lnTo>
                <a:cubicBezTo>
                  <a:pt x="5560728" y="0"/>
                  <a:pt x="5611738" y="51010"/>
                  <a:pt x="5611738" y="113934"/>
                </a:cubicBezTo>
                <a:lnTo>
                  <a:pt x="5611738" y="2972047"/>
                </a:lnTo>
                <a:cubicBezTo>
                  <a:pt x="5611738" y="3034971"/>
                  <a:pt x="5560728" y="3085981"/>
                  <a:pt x="5497804" y="3085981"/>
                </a:cubicBezTo>
                <a:lnTo>
                  <a:pt x="113934" y="3085981"/>
                </a:lnTo>
                <a:cubicBezTo>
                  <a:pt x="51010" y="3085981"/>
                  <a:pt x="0" y="3034971"/>
                  <a:pt x="0" y="2972047"/>
                </a:cubicBezTo>
                <a:lnTo>
                  <a:pt x="0" y="113934"/>
                </a:lnTo>
                <a:cubicBezTo>
                  <a:pt x="0" y="51052"/>
                  <a:pt x="51052" y="0"/>
                  <a:pt x="11393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9999" y="1414804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83121" y="36015"/>
                </a:moveTo>
                <a:lnTo>
                  <a:pt x="83121" y="54413"/>
                </a:lnTo>
                <a:lnTo>
                  <a:pt x="83307" y="54598"/>
                </a:lnTo>
                <a:cubicBezTo>
                  <a:pt x="85718" y="24035"/>
                  <a:pt x="111273" y="0"/>
                  <a:pt x="142467" y="0"/>
                </a:cubicBezTo>
                <a:cubicBezTo>
                  <a:pt x="149922" y="0"/>
                  <a:pt x="157081" y="1372"/>
                  <a:pt x="163646" y="3895"/>
                </a:cubicBezTo>
                <a:cubicBezTo>
                  <a:pt x="167355" y="5304"/>
                  <a:pt x="168023" y="10015"/>
                  <a:pt x="165241" y="12834"/>
                </a:cubicBezTo>
                <a:lnTo>
                  <a:pt x="132341" y="45733"/>
                </a:lnTo>
                <a:cubicBezTo>
                  <a:pt x="131228" y="46846"/>
                  <a:pt x="130598" y="48367"/>
                  <a:pt x="130598" y="49925"/>
                </a:cubicBezTo>
                <a:lnTo>
                  <a:pt x="130598" y="65280"/>
                </a:lnTo>
                <a:cubicBezTo>
                  <a:pt x="130598" y="68544"/>
                  <a:pt x="133268" y="71215"/>
                  <a:pt x="136532" y="71215"/>
                </a:cubicBezTo>
                <a:lnTo>
                  <a:pt x="151888" y="71215"/>
                </a:lnTo>
                <a:cubicBezTo>
                  <a:pt x="153446" y="71215"/>
                  <a:pt x="154967" y="70584"/>
                  <a:pt x="156079" y="69472"/>
                </a:cubicBezTo>
                <a:lnTo>
                  <a:pt x="188979" y="36572"/>
                </a:lnTo>
                <a:cubicBezTo>
                  <a:pt x="191798" y="33753"/>
                  <a:pt x="196509" y="34458"/>
                  <a:pt x="197918" y="38167"/>
                </a:cubicBezTo>
                <a:cubicBezTo>
                  <a:pt x="200440" y="44732"/>
                  <a:pt x="201813" y="51890"/>
                  <a:pt x="201813" y="59346"/>
                </a:cubicBezTo>
                <a:cubicBezTo>
                  <a:pt x="201813" y="81823"/>
                  <a:pt x="189313" y="101407"/>
                  <a:pt x="170842" y="111459"/>
                </a:cubicBezTo>
                <a:lnTo>
                  <a:pt x="201071" y="141688"/>
                </a:lnTo>
                <a:cubicBezTo>
                  <a:pt x="208007" y="148624"/>
                  <a:pt x="208007" y="159900"/>
                  <a:pt x="201071" y="166873"/>
                </a:cubicBezTo>
                <a:lnTo>
                  <a:pt x="178779" y="189165"/>
                </a:lnTo>
                <a:cubicBezTo>
                  <a:pt x="171843" y="196101"/>
                  <a:pt x="160567" y="196101"/>
                  <a:pt x="153594" y="189165"/>
                </a:cubicBezTo>
                <a:lnTo>
                  <a:pt x="106860" y="142430"/>
                </a:lnTo>
                <a:cubicBezTo>
                  <a:pt x="96697" y="132267"/>
                  <a:pt x="94397" y="117245"/>
                  <a:pt x="99998" y="104857"/>
                </a:cubicBezTo>
                <a:lnTo>
                  <a:pt x="66356" y="71215"/>
                </a:lnTo>
                <a:lnTo>
                  <a:pt x="47959" y="71215"/>
                </a:lnTo>
                <a:cubicBezTo>
                  <a:pt x="43990" y="71215"/>
                  <a:pt x="40281" y="69249"/>
                  <a:pt x="38093" y="65948"/>
                </a:cubicBezTo>
                <a:lnTo>
                  <a:pt x="8679" y="21847"/>
                </a:lnTo>
                <a:cubicBezTo>
                  <a:pt x="7121" y="19510"/>
                  <a:pt x="7418" y="16357"/>
                  <a:pt x="9421" y="14354"/>
                </a:cubicBezTo>
                <a:lnTo>
                  <a:pt x="26261" y="-2485"/>
                </a:lnTo>
                <a:cubicBezTo>
                  <a:pt x="28263" y="-4488"/>
                  <a:pt x="31379" y="-4785"/>
                  <a:pt x="33753" y="-3227"/>
                </a:cubicBezTo>
                <a:lnTo>
                  <a:pt x="77854" y="26149"/>
                </a:lnTo>
                <a:cubicBezTo>
                  <a:pt x="81155" y="28338"/>
                  <a:pt x="83121" y="32047"/>
                  <a:pt x="83121" y="36015"/>
                </a:cubicBezTo>
                <a:close/>
                <a:moveTo>
                  <a:pt x="79968" y="110012"/>
                </a:moveTo>
                <a:cubicBezTo>
                  <a:pt x="77632" y="123736"/>
                  <a:pt x="80859" y="138239"/>
                  <a:pt x="89761" y="149848"/>
                </a:cubicBezTo>
                <a:lnTo>
                  <a:pt x="54524" y="185048"/>
                </a:lnTo>
                <a:cubicBezTo>
                  <a:pt x="44101" y="195470"/>
                  <a:pt x="27188" y="195470"/>
                  <a:pt x="16765" y="185048"/>
                </a:cubicBezTo>
                <a:cubicBezTo>
                  <a:pt x="6343" y="174625"/>
                  <a:pt x="6343" y="157711"/>
                  <a:pt x="16765" y="147289"/>
                </a:cubicBezTo>
                <a:lnTo>
                  <a:pt x="66987" y="97067"/>
                </a:lnTo>
                <a:lnTo>
                  <a:pt x="79968" y="11004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6739457" y="1376822"/>
            <a:ext cx="186108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Tecnologías Big 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7625" y="1794617"/>
            <a:ext cx="5212935" cy="683664"/>
          </a:xfrm>
          <a:custGeom>
            <a:avLst/>
            <a:gdLst/>
            <a:ahLst/>
            <a:cxnLst/>
            <a:rect l="l" t="t" r="r" b="b"/>
            <a:pathLst>
              <a:path w="5212935" h="683664">
                <a:moveTo>
                  <a:pt x="18991" y="0"/>
                </a:moveTo>
                <a:lnTo>
                  <a:pt x="5136973" y="0"/>
                </a:lnTo>
                <a:cubicBezTo>
                  <a:pt x="5178925" y="0"/>
                  <a:pt x="5212935" y="34009"/>
                  <a:pt x="5212935" y="75962"/>
                </a:cubicBezTo>
                <a:lnTo>
                  <a:pt x="5212935" y="607702"/>
                </a:lnTo>
                <a:cubicBezTo>
                  <a:pt x="5212935" y="649654"/>
                  <a:pt x="5178925" y="683664"/>
                  <a:pt x="5136973" y="683664"/>
                </a:cubicBez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97625" y="1794617"/>
            <a:ext cx="18991" cy="683664"/>
          </a:xfrm>
          <a:custGeom>
            <a:avLst/>
            <a:gdLst/>
            <a:ahLst/>
            <a:cxnLst/>
            <a:rect l="l" t="t" r="r" b="b"/>
            <a:pathLst>
              <a:path w="18991" h="683664">
                <a:moveTo>
                  <a:pt x="18991" y="0"/>
                </a:moveTo>
                <a:lnTo>
                  <a:pt x="18991" y="0"/>
                </a:lnTo>
                <a:lnTo>
                  <a:pt x="18991" y="683664"/>
                </a:ln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6521064" y="1908561"/>
            <a:ext cx="505151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Hadoop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1064" y="2174430"/>
            <a:ext cx="504201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Almacenamiento distribuido de petabytes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7625" y="2592224"/>
            <a:ext cx="5212935" cy="683664"/>
          </a:xfrm>
          <a:custGeom>
            <a:avLst/>
            <a:gdLst/>
            <a:ahLst/>
            <a:cxnLst/>
            <a:rect l="l" t="t" r="r" b="b"/>
            <a:pathLst>
              <a:path w="5212935" h="683664">
                <a:moveTo>
                  <a:pt x="18991" y="0"/>
                </a:moveTo>
                <a:lnTo>
                  <a:pt x="5136973" y="0"/>
                </a:lnTo>
                <a:cubicBezTo>
                  <a:pt x="5178925" y="0"/>
                  <a:pt x="5212935" y="34009"/>
                  <a:pt x="5212935" y="75962"/>
                </a:cubicBezTo>
                <a:lnTo>
                  <a:pt x="5212935" y="607702"/>
                </a:lnTo>
                <a:cubicBezTo>
                  <a:pt x="5212935" y="649654"/>
                  <a:pt x="5178925" y="683664"/>
                  <a:pt x="5136973" y="683664"/>
                </a:cubicBez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97625" y="2592224"/>
            <a:ext cx="18991" cy="683664"/>
          </a:xfrm>
          <a:custGeom>
            <a:avLst/>
            <a:gdLst/>
            <a:ahLst/>
            <a:cxnLst/>
            <a:rect l="l" t="t" r="r" b="b"/>
            <a:pathLst>
              <a:path w="18991" h="683664">
                <a:moveTo>
                  <a:pt x="18991" y="0"/>
                </a:moveTo>
                <a:lnTo>
                  <a:pt x="18991" y="0"/>
                </a:lnTo>
                <a:lnTo>
                  <a:pt x="18991" y="683664"/>
                </a:ln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6521064" y="2706168"/>
            <a:ext cx="505151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21064" y="2972037"/>
            <a:ext cx="504201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rápido en memoria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7625" y="3389832"/>
            <a:ext cx="5212935" cy="683664"/>
          </a:xfrm>
          <a:custGeom>
            <a:avLst/>
            <a:gdLst/>
            <a:ahLst/>
            <a:cxnLst/>
            <a:rect l="l" t="t" r="r" b="b"/>
            <a:pathLst>
              <a:path w="5212935" h="683664">
                <a:moveTo>
                  <a:pt x="18991" y="0"/>
                </a:moveTo>
                <a:lnTo>
                  <a:pt x="5136973" y="0"/>
                </a:lnTo>
                <a:cubicBezTo>
                  <a:pt x="5178925" y="0"/>
                  <a:pt x="5212935" y="34009"/>
                  <a:pt x="5212935" y="75962"/>
                </a:cubicBezTo>
                <a:lnTo>
                  <a:pt x="5212935" y="607702"/>
                </a:lnTo>
                <a:cubicBezTo>
                  <a:pt x="5212935" y="649654"/>
                  <a:pt x="5178925" y="683664"/>
                  <a:pt x="5136973" y="683664"/>
                </a:cubicBez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97625" y="3389832"/>
            <a:ext cx="18991" cy="683664"/>
          </a:xfrm>
          <a:custGeom>
            <a:avLst/>
            <a:gdLst/>
            <a:ahLst/>
            <a:cxnLst/>
            <a:rect l="l" t="t" r="r" b="b"/>
            <a:pathLst>
              <a:path w="18991" h="683664">
                <a:moveTo>
                  <a:pt x="18991" y="0"/>
                </a:moveTo>
                <a:lnTo>
                  <a:pt x="18991" y="0"/>
                </a:lnTo>
                <a:lnTo>
                  <a:pt x="18991" y="683664"/>
                </a:lnTo>
                <a:lnTo>
                  <a:pt x="18991" y="683664"/>
                </a:lnTo>
                <a:cubicBezTo>
                  <a:pt x="8502" y="683664"/>
                  <a:pt x="0" y="675161"/>
                  <a:pt x="0" y="664673"/>
                </a:cubicBezTo>
                <a:lnTo>
                  <a:pt x="0" y="18991"/>
                </a:lnTo>
                <a:cubicBezTo>
                  <a:pt x="0" y="8509"/>
                  <a:pt x="8509" y="0"/>
                  <a:pt x="1899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" name="Text 53"/>
          <p:cNvSpPr/>
          <p:nvPr/>
        </p:nvSpPr>
        <p:spPr>
          <a:xfrm>
            <a:off x="6521064" y="3503776"/>
            <a:ext cx="505151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Lakes en la Nube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21064" y="3769645"/>
            <a:ext cx="504201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S3, Google Cloud Storage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3475" y="4429570"/>
            <a:ext cx="5611738" cy="1509757"/>
          </a:xfrm>
          <a:custGeom>
            <a:avLst/>
            <a:gdLst/>
            <a:ahLst/>
            <a:cxnLst/>
            <a:rect l="l" t="t" r="r" b="b"/>
            <a:pathLst>
              <a:path w="5611738" h="1509757">
                <a:moveTo>
                  <a:pt x="113941" y="0"/>
                </a:moveTo>
                <a:lnTo>
                  <a:pt x="5497797" y="0"/>
                </a:lnTo>
                <a:cubicBezTo>
                  <a:pt x="5560725" y="0"/>
                  <a:pt x="5611738" y="51013"/>
                  <a:pt x="5611738" y="113941"/>
                </a:cubicBezTo>
                <a:lnTo>
                  <a:pt x="5611738" y="1395816"/>
                </a:lnTo>
                <a:cubicBezTo>
                  <a:pt x="5611738" y="1458744"/>
                  <a:pt x="5560725" y="1509757"/>
                  <a:pt x="5497797" y="1509757"/>
                </a:cubicBezTo>
                <a:lnTo>
                  <a:pt x="113941" y="1509757"/>
                </a:lnTo>
                <a:cubicBezTo>
                  <a:pt x="51013" y="1509757"/>
                  <a:pt x="0" y="1458744"/>
                  <a:pt x="0" y="1395816"/>
                </a:cubicBezTo>
                <a:lnTo>
                  <a:pt x="0" y="113941"/>
                </a:lnTo>
                <a:cubicBezTo>
                  <a:pt x="0" y="51013"/>
                  <a:pt x="51013" y="0"/>
                  <a:pt x="11394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35606" y="4662206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108640" y="142430"/>
                </a:moveTo>
                <a:cubicBezTo>
                  <a:pt x="111348" y="134159"/>
                  <a:pt x="116763" y="126666"/>
                  <a:pt x="122883" y="120212"/>
                </a:cubicBezTo>
                <a:cubicBezTo>
                  <a:pt x="135012" y="107453"/>
                  <a:pt x="142430" y="90206"/>
                  <a:pt x="142430" y="71215"/>
                </a:cubicBezTo>
                <a:cubicBezTo>
                  <a:pt x="142430" y="31898"/>
                  <a:pt x="110532" y="0"/>
                  <a:pt x="71215" y="0"/>
                </a:cubicBezTo>
                <a:cubicBezTo>
                  <a:pt x="31898" y="0"/>
                  <a:pt x="0" y="31898"/>
                  <a:pt x="0" y="71215"/>
                </a:cubicBezTo>
                <a:cubicBezTo>
                  <a:pt x="0" y="90206"/>
                  <a:pt x="7418" y="107453"/>
                  <a:pt x="19547" y="120212"/>
                </a:cubicBezTo>
                <a:cubicBezTo>
                  <a:pt x="25667" y="126666"/>
                  <a:pt x="31119" y="134159"/>
                  <a:pt x="33790" y="142430"/>
                </a:cubicBezTo>
                <a:lnTo>
                  <a:pt x="108603" y="142430"/>
                </a:lnTo>
                <a:close/>
                <a:moveTo>
                  <a:pt x="106822" y="160234"/>
                </a:moveTo>
                <a:lnTo>
                  <a:pt x="35607" y="160234"/>
                </a:lnTo>
                <a:lnTo>
                  <a:pt x="35607" y="166168"/>
                </a:lnTo>
                <a:cubicBezTo>
                  <a:pt x="35607" y="182563"/>
                  <a:pt x="48886" y="195841"/>
                  <a:pt x="65280" y="195841"/>
                </a:cubicBezTo>
                <a:lnTo>
                  <a:pt x="77150" y="195841"/>
                </a:lnTo>
                <a:cubicBezTo>
                  <a:pt x="93544" y="195841"/>
                  <a:pt x="106822" y="182563"/>
                  <a:pt x="106822" y="166168"/>
                </a:cubicBezTo>
                <a:lnTo>
                  <a:pt x="106822" y="160234"/>
                </a:lnTo>
                <a:close/>
                <a:moveTo>
                  <a:pt x="68248" y="41542"/>
                </a:moveTo>
                <a:cubicBezTo>
                  <a:pt x="53485" y="41542"/>
                  <a:pt x="41542" y="53485"/>
                  <a:pt x="41542" y="68248"/>
                </a:cubicBezTo>
                <a:cubicBezTo>
                  <a:pt x="41542" y="73181"/>
                  <a:pt x="37573" y="77150"/>
                  <a:pt x="32640" y="77150"/>
                </a:cubicBezTo>
                <a:cubicBezTo>
                  <a:pt x="27707" y="77150"/>
                  <a:pt x="23738" y="73181"/>
                  <a:pt x="23738" y="68248"/>
                </a:cubicBezTo>
                <a:cubicBezTo>
                  <a:pt x="23738" y="43656"/>
                  <a:pt x="43656" y="23738"/>
                  <a:pt x="68248" y="23738"/>
                </a:cubicBezTo>
                <a:cubicBezTo>
                  <a:pt x="73181" y="23738"/>
                  <a:pt x="77150" y="27707"/>
                  <a:pt x="77150" y="32640"/>
                </a:cubicBezTo>
                <a:cubicBezTo>
                  <a:pt x="77150" y="37573"/>
                  <a:pt x="73181" y="41542"/>
                  <a:pt x="68248" y="4154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9" name="Text 57"/>
          <p:cNvSpPr/>
          <p:nvPr/>
        </p:nvSpPr>
        <p:spPr>
          <a:xfrm>
            <a:off x="6739457" y="4624224"/>
            <a:ext cx="74063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Analogía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8130" y="5004037"/>
            <a:ext cx="5298393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como recolectar ingredientes para una receta gigante: usas un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"supermercado masivo"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(Big Data) para juntar todo, y herramientas como Spark para picar y limpiar antes de cocinar.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8728" y="6096000"/>
            <a:ext cx="1794617" cy="759626"/>
          </a:xfrm>
          <a:custGeom>
            <a:avLst/>
            <a:gdLst/>
            <a:ahLst/>
            <a:cxnLst/>
            <a:rect l="l" t="t" r="r" b="b"/>
            <a:pathLst>
              <a:path w="1794617" h="759626">
                <a:moveTo>
                  <a:pt x="75963" y="0"/>
                </a:moveTo>
                <a:lnTo>
                  <a:pt x="1718654" y="0"/>
                </a:lnTo>
                <a:cubicBezTo>
                  <a:pt x="1760607" y="0"/>
                  <a:pt x="1794617" y="34010"/>
                  <a:pt x="1794617" y="75963"/>
                </a:cubicBezTo>
                <a:lnTo>
                  <a:pt x="1794617" y="683664"/>
                </a:lnTo>
                <a:cubicBezTo>
                  <a:pt x="1794617" y="725617"/>
                  <a:pt x="1760607" y="759626"/>
                  <a:pt x="1718654" y="759626"/>
                </a:cubicBezTo>
                <a:lnTo>
                  <a:pt x="75963" y="759626"/>
                </a:lnTo>
                <a:cubicBezTo>
                  <a:pt x="34038" y="759626"/>
                  <a:pt x="0" y="725588"/>
                  <a:pt x="0" y="683664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69438" y="6209944"/>
            <a:ext cx="163319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74186" y="6437832"/>
            <a:ext cx="1623701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WebText, BookCorpus + datos sintéticos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099662" y="6096000"/>
            <a:ext cx="1794617" cy="759626"/>
          </a:xfrm>
          <a:custGeom>
            <a:avLst/>
            <a:gdLst/>
            <a:ahLst/>
            <a:cxnLst/>
            <a:rect l="l" t="t" r="r" b="b"/>
            <a:pathLst>
              <a:path w="1794617" h="759626">
                <a:moveTo>
                  <a:pt x="75963" y="0"/>
                </a:moveTo>
                <a:lnTo>
                  <a:pt x="1718654" y="0"/>
                </a:lnTo>
                <a:cubicBezTo>
                  <a:pt x="1760607" y="0"/>
                  <a:pt x="1794617" y="34010"/>
                  <a:pt x="1794617" y="75963"/>
                </a:cubicBezTo>
                <a:lnTo>
                  <a:pt x="1794617" y="683664"/>
                </a:lnTo>
                <a:cubicBezTo>
                  <a:pt x="1794617" y="725617"/>
                  <a:pt x="1760607" y="759626"/>
                  <a:pt x="1718654" y="759626"/>
                </a:cubicBezTo>
                <a:lnTo>
                  <a:pt x="75963" y="759626"/>
                </a:lnTo>
                <a:cubicBezTo>
                  <a:pt x="34038" y="759626"/>
                  <a:pt x="0" y="725588"/>
                  <a:pt x="0" y="683664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180373" y="6209944"/>
            <a:ext cx="163319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85120" y="6437832"/>
            <a:ext cx="1623701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X/Twitter en tiempo real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010745" y="6096000"/>
            <a:ext cx="1794617" cy="759626"/>
          </a:xfrm>
          <a:custGeom>
            <a:avLst/>
            <a:gdLst/>
            <a:ahLst/>
            <a:cxnLst/>
            <a:rect l="l" t="t" r="r" b="b"/>
            <a:pathLst>
              <a:path w="1794617" h="759626">
                <a:moveTo>
                  <a:pt x="75963" y="0"/>
                </a:moveTo>
                <a:lnTo>
                  <a:pt x="1718654" y="0"/>
                </a:lnTo>
                <a:cubicBezTo>
                  <a:pt x="1760607" y="0"/>
                  <a:pt x="1794617" y="34010"/>
                  <a:pt x="1794617" y="75963"/>
                </a:cubicBezTo>
                <a:lnTo>
                  <a:pt x="1794617" y="683664"/>
                </a:lnTo>
                <a:cubicBezTo>
                  <a:pt x="1794617" y="725617"/>
                  <a:pt x="1760607" y="759626"/>
                  <a:pt x="1718654" y="759626"/>
                </a:cubicBezTo>
                <a:lnTo>
                  <a:pt x="75963" y="759626"/>
                </a:lnTo>
                <a:cubicBezTo>
                  <a:pt x="34038" y="759626"/>
                  <a:pt x="0" y="725588"/>
                  <a:pt x="0" y="683664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091456" y="6209944"/>
            <a:ext cx="163319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096203" y="6437832"/>
            <a:ext cx="1623701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YouTube, Google Books, Search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16434" y="533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Pre-entrenamiento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84755" y="509587"/>
            <a:ext cx="1619250" cy="352425"/>
          </a:xfrm>
          <a:custGeom>
            <a:avLst/>
            <a:gdLst/>
            <a:ahLst/>
            <a:cxnLst/>
            <a:rect l="l" t="t" r="r" b="b"/>
            <a:pathLst>
              <a:path w="1619250" h="352425">
                <a:moveTo>
                  <a:pt x="76201" y="0"/>
                </a:moveTo>
                <a:lnTo>
                  <a:pt x="1543049" y="0"/>
                </a:lnTo>
                <a:cubicBezTo>
                  <a:pt x="1585134" y="0"/>
                  <a:pt x="1619250" y="34116"/>
                  <a:pt x="1619250" y="76201"/>
                </a:cubicBezTo>
                <a:lnTo>
                  <a:pt x="1619250" y="276224"/>
                </a:lnTo>
                <a:cubicBezTo>
                  <a:pt x="1619250" y="318309"/>
                  <a:pt x="1585134" y="352425"/>
                  <a:pt x="15430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60968" y="60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608618" y="5905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Auto-supervisado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1185863"/>
            <a:ext cx="6772275" cy="2409825"/>
          </a:xfrm>
          <a:custGeom>
            <a:avLst/>
            <a:gdLst/>
            <a:ahLst/>
            <a:cxnLst/>
            <a:rect l="l" t="t" r="r" b="b"/>
            <a:pathLst>
              <a:path w="6772275" h="2409825">
                <a:moveTo>
                  <a:pt x="114298" y="0"/>
                </a:moveTo>
                <a:lnTo>
                  <a:pt x="6657977" y="0"/>
                </a:lnTo>
                <a:cubicBezTo>
                  <a:pt x="6721060" y="0"/>
                  <a:pt x="6772275" y="51215"/>
                  <a:pt x="6772275" y="114298"/>
                </a:cubicBezTo>
                <a:lnTo>
                  <a:pt x="6772275" y="2295527"/>
                </a:lnTo>
                <a:cubicBezTo>
                  <a:pt x="6772275" y="2358610"/>
                  <a:pt x="6721060" y="2409825"/>
                  <a:pt x="665797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29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13811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Aprende el Modelo?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1762125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aprende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lenguaje básico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prediciendo la siguiente palabra en una oración,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etiquetas humanas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Es la fase más costosa en computación.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409825"/>
            <a:ext cx="6362700" cy="990600"/>
          </a:xfrm>
          <a:custGeom>
            <a:avLst/>
            <a:gdLst/>
            <a:ahLst/>
            <a:cxnLst/>
            <a:rect l="l" t="t" r="r" b="b"/>
            <a:pathLst>
              <a:path w="6362700" h="990600">
                <a:moveTo>
                  <a:pt x="38100" y="0"/>
                </a:moveTo>
                <a:lnTo>
                  <a:pt x="6286503" y="0"/>
                </a:lnTo>
                <a:cubicBezTo>
                  <a:pt x="6328585" y="0"/>
                  <a:pt x="6362700" y="34115"/>
                  <a:pt x="6362700" y="76197"/>
                </a:cubicBezTo>
                <a:lnTo>
                  <a:pt x="6362700" y="914403"/>
                </a:lnTo>
                <a:cubicBezTo>
                  <a:pt x="6362700" y="956485"/>
                  <a:pt x="6328585" y="990600"/>
                  <a:pt x="62865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0075" y="240982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71525" y="2562225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"El gato está en la..." →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"casa"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525" y="2867025"/>
            <a:ext cx="610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ajusta sus pesos neuronales para minimizar el error de predicción, aprendiendo patrones gramaticales, semánticos y de contexto.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757613"/>
            <a:ext cx="6772275" cy="2257425"/>
          </a:xfrm>
          <a:custGeom>
            <a:avLst/>
            <a:gdLst/>
            <a:ahLst/>
            <a:cxnLst/>
            <a:rect l="l" t="t" r="r" b="b"/>
            <a:pathLst>
              <a:path w="6772275" h="2257425">
                <a:moveTo>
                  <a:pt x="114293" y="0"/>
                </a:moveTo>
                <a:lnTo>
                  <a:pt x="6657982" y="0"/>
                </a:lnTo>
                <a:cubicBezTo>
                  <a:pt x="6721062" y="0"/>
                  <a:pt x="6772275" y="51213"/>
                  <a:pt x="6772275" y="114293"/>
                </a:cubicBezTo>
                <a:lnTo>
                  <a:pt x="6772275" y="2143132"/>
                </a:lnTo>
                <a:cubicBezTo>
                  <a:pt x="6772275" y="2206212"/>
                  <a:pt x="6721062" y="2257425"/>
                  <a:pt x="66579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838" y="3990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150" y="395287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Transformer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4371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0797" y="44577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125" y="43338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Mecanismo de Atención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0125" y="4562475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Captura relaciones entre todas las palabras en una secuencia, sin importar la distancia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1025" y="4905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9131" y="4991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1000125" y="486727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Multi-Head Attention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0125" y="5095875"/>
            <a:ext cx="3848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Múltiples cabezales de atención procesan información en paralelo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1025" y="5438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9131" y="5524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42" y="50006"/>
                </a:moveTo>
                <a:lnTo>
                  <a:pt x="127099" y="50006"/>
                </a:lnTo>
                <a:cubicBezTo>
                  <a:pt x="130563" y="50006"/>
                  <a:pt x="133350" y="47219"/>
                  <a:pt x="133350" y="43755"/>
                </a:cubicBezTo>
                <a:lnTo>
                  <a:pt x="133350" y="6251"/>
                </a:lnTo>
                <a:cubicBezTo>
                  <a:pt x="133350" y="3724"/>
                  <a:pt x="131839" y="1432"/>
                  <a:pt x="129495" y="469"/>
                </a:cubicBezTo>
                <a:cubicBezTo>
                  <a:pt x="127151" y="-495"/>
                  <a:pt x="124469" y="52"/>
                  <a:pt x="122672" y="1823"/>
                </a:cubicBezTo>
                <a:lnTo>
                  <a:pt x="109206" y="15314"/>
                </a:lnTo>
                <a:cubicBezTo>
                  <a:pt x="97668" y="5756"/>
                  <a:pt x="82823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ubicBezTo>
                  <a:pt x="20628" y="35291"/>
                  <a:pt x="41490" y="16669"/>
                  <a:pt x="66675" y="16669"/>
                </a:cubicBezTo>
                <a:cubicBezTo>
                  <a:pt x="78239" y="16669"/>
                  <a:pt x="88865" y="20575"/>
                  <a:pt x="97330" y="27165"/>
                </a:cubicBezTo>
                <a:lnTo>
                  <a:pt x="85167" y="39328"/>
                </a:lnTo>
                <a:cubicBezTo>
                  <a:pt x="83370" y="41125"/>
                  <a:pt x="82849" y="43808"/>
                  <a:pt x="83813" y="46152"/>
                </a:cubicBezTo>
                <a:cubicBezTo>
                  <a:pt x="84776" y="48496"/>
                  <a:pt x="87068" y="50006"/>
                  <a:pt x="89595" y="50006"/>
                </a:cubicBezTo>
                <a:lnTo>
                  <a:pt x="125042" y="50006"/>
                </a:lnTo>
                <a:close/>
                <a:moveTo>
                  <a:pt x="132699" y="76181"/>
                </a:moveTo>
                <a:cubicBezTo>
                  <a:pt x="133350" y="71624"/>
                  <a:pt x="130173" y="67404"/>
                  <a:pt x="125641" y="66753"/>
                </a:cubicBezTo>
                <a:cubicBezTo>
                  <a:pt x="121109" y="66102"/>
                  <a:pt x="116864" y="69279"/>
                  <a:pt x="116212" y="73811"/>
                </a:cubicBezTo>
                <a:cubicBezTo>
                  <a:pt x="112748" y="98033"/>
                  <a:pt x="91886" y="116655"/>
                  <a:pt x="66701" y="116655"/>
                </a:cubicBezTo>
                <a:cubicBezTo>
                  <a:pt x="55137" y="116655"/>
                  <a:pt x="44511" y="112748"/>
                  <a:pt x="36046" y="106159"/>
                </a:cubicBezTo>
                <a:lnTo>
                  <a:pt x="48183" y="94022"/>
                </a:lnTo>
                <a:cubicBezTo>
                  <a:pt x="49980" y="92225"/>
                  <a:pt x="50501" y="89542"/>
                  <a:pt x="49537" y="87198"/>
                </a:cubicBezTo>
                <a:cubicBezTo>
                  <a:pt x="48574" y="84854"/>
                  <a:pt x="46282" y="83344"/>
                  <a:pt x="43755" y="83344"/>
                </a:cubicBezTo>
                <a:lnTo>
                  <a:pt x="6251" y="83344"/>
                </a:lnTo>
                <a:cubicBezTo>
                  <a:pt x="2787" y="83344"/>
                  <a:pt x="0" y="86131"/>
                  <a:pt x="0" y="89595"/>
                </a:cubicBezTo>
                <a:lnTo>
                  <a:pt x="0" y="127099"/>
                </a:lnTo>
                <a:cubicBezTo>
                  <a:pt x="0" y="129626"/>
                  <a:pt x="1511" y="131918"/>
                  <a:pt x="3855" y="132881"/>
                </a:cubicBezTo>
                <a:cubicBezTo>
                  <a:pt x="6199" y="133845"/>
                  <a:pt x="8881" y="133298"/>
                  <a:pt x="10678" y="131527"/>
                </a:cubicBezTo>
                <a:lnTo>
                  <a:pt x="24170" y="118036"/>
                </a:lnTo>
                <a:cubicBezTo>
                  <a:pt x="35682" y="127594"/>
                  <a:pt x="50527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125" y="5400675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Backpropagation + Adam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0125" y="562927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de pesos neuronales mediante optimización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58063" y="1185863"/>
            <a:ext cx="4448175" cy="2257425"/>
          </a:xfrm>
          <a:custGeom>
            <a:avLst/>
            <a:gdLst/>
            <a:ahLst/>
            <a:cxnLst/>
            <a:rect l="l" t="t" r="r" b="b"/>
            <a:pathLst>
              <a:path w="4448175" h="2257425">
                <a:moveTo>
                  <a:pt x="114293" y="0"/>
                </a:moveTo>
                <a:lnTo>
                  <a:pt x="4333882" y="0"/>
                </a:lnTo>
                <a:cubicBezTo>
                  <a:pt x="4396962" y="0"/>
                  <a:pt x="4448175" y="51213"/>
                  <a:pt x="4448175" y="114293"/>
                </a:cubicBezTo>
                <a:lnTo>
                  <a:pt x="4448175" y="2143132"/>
                </a:lnTo>
                <a:cubicBezTo>
                  <a:pt x="4448175" y="2206212"/>
                  <a:pt x="4396962" y="2257425"/>
                  <a:pt x="43338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7853" y="14287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1381125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Infraestructura 2026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53325" y="1762125"/>
            <a:ext cx="4057650" cy="419100"/>
          </a:xfrm>
          <a:custGeom>
            <a:avLst/>
            <a:gdLst/>
            <a:ahLst/>
            <a:cxnLst/>
            <a:rect l="l" t="t" r="r" b="b"/>
            <a:pathLst>
              <a:path w="4057650" h="419100">
                <a:moveTo>
                  <a:pt x="76201" y="0"/>
                </a:moveTo>
                <a:lnTo>
                  <a:pt x="3981449" y="0"/>
                </a:lnTo>
                <a:cubicBezTo>
                  <a:pt x="4023534" y="0"/>
                  <a:pt x="4057650" y="34116"/>
                  <a:pt x="4057650" y="76201"/>
                </a:cubicBezTo>
                <a:lnTo>
                  <a:pt x="4057650" y="342899"/>
                </a:lnTo>
                <a:cubicBezTo>
                  <a:pt x="4057650" y="384984"/>
                  <a:pt x="4023534" y="419100"/>
                  <a:pt x="39814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67625" y="18764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Supercomputadoras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36275" y="187642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 GPUs/TPUs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3325" y="2295525"/>
            <a:ext cx="4057650" cy="419100"/>
          </a:xfrm>
          <a:custGeom>
            <a:avLst/>
            <a:gdLst/>
            <a:ahLst/>
            <a:cxnLst/>
            <a:rect l="l" t="t" r="r" b="b"/>
            <a:pathLst>
              <a:path w="4057650" h="419100">
                <a:moveTo>
                  <a:pt x="76201" y="0"/>
                </a:moveTo>
                <a:lnTo>
                  <a:pt x="3981449" y="0"/>
                </a:lnTo>
                <a:cubicBezTo>
                  <a:pt x="4023534" y="0"/>
                  <a:pt x="4057650" y="34116"/>
                  <a:pt x="4057650" y="76201"/>
                </a:cubicBezTo>
                <a:lnTo>
                  <a:pt x="4057650" y="342899"/>
                </a:lnTo>
                <a:cubicBezTo>
                  <a:pt x="4057650" y="384984"/>
                  <a:pt x="4023534" y="419100"/>
                  <a:pt x="39814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67625" y="240982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50872" y="2409825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Semanas/Meses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3325" y="2828925"/>
            <a:ext cx="4057650" cy="419100"/>
          </a:xfrm>
          <a:custGeom>
            <a:avLst/>
            <a:gdLst/>
            <a:ahLst/>
            <a:cxnLst/>
            <a:rect l="l" t="t" r="r" b="b"/>
            <a:pathLst>
              <a:path w="4057650" h="419100">
                <a:moveTo>
                  <a:pt x="76201" y="0"/>
                </a:moveTo>
                <a:lnTo>
                  <a:pt x="3981449" y="0"/>
                </a:lnTo>
                <a:cubicBezTo>
                  <a:pt x="4023534" y="0"/>
                  <a:pt x="4057650" y="34116"/>
                  <a:pt x="4057650" y="76201"/>
                </a:cubicBezTo>
                <a:lnTo>
                  <a:pt x="4057650" y="342899"/>
                </a:lnTo>
                <a:cubicBezTo>
                  <a:pt x="4057650" y="384984"/>
                  <a:pt x="4023534" y="419100"/>
                  <a:pt x="39814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67625" y="294322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69562" y="294322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MoE (Mixture of Experts)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58063" y="3605213"/>
            <a:ext cx="4448175" cy="2943225"/>
          </a:xfrm>
          <a:custGeom>
            <a:avLst/>
            <a:gdLst/>
            <a:ahLst/>
            <a:cxnLst/>
            <a:rect l="l" t="t" r="r" b="b"/>
            <a:pathLst>
              <a:path w="4448175" h="2943225">
                <a:moveTo>
                  <a:pt x="114285" y="0"/>
                </a:moveTo>
                <a:lnTo>
                  <a:pt x="4333890" y="0"/>
                </a:lnTo>
                <a:cubicBezTo>
                  <a:pt x="4397008" y="0"/>
                  <a:pt x="4448175" y="51167"/>
                  <a:pt x="4448175" y="114285"/>
                </a:cubicBezTo>
                <a:lnTo>
                  <a:pt x="4448175" y="2828940"/>
                </a:lnTo>
                <a:cubicBezTo>
                  <a:pt x="4448175" y="2892058"/>
                  <a:pt x="4397008" y="2943225"/>
                  <a:pt x="433389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3325" y="3800475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Reales 2026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3325" y="418147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67625" y="42957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(GPT-5)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67625" y="45243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Billones de tokens, contexto de 1M tokens, multimodal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53325" y="494347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667625" y="50577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Grok-3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67625" y="52863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Entrenado en Colossus con 100,000+ GPUs H100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53325" y="570547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67625" y="58197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67625" y="604837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TPUs Trillium (6ta gen), multimodal desde el inicio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AVANZADA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Transformer y </a:t>
            </a:r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Mixture of Experts (MoE)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610225" cy="3648075"/>
          </a:xfrm>
          <a:custGeom>
            <a:avLst/>
            <a:gdLst/>
            <a:ahLst/>
            <a:cxnLst/>
            <a:rect l="l" t="t" r="r" b="b"/>
            <a:pathLst>
              <a:path w="5610225" h="364807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3533781"/>
                </a:lnTo>
                <a:cubicBezTo>
                  <a:pt x="5610225" y="3596904"/>
                  <a:pt x="5559054" y="3648075"/>
                  <a:pt x="5495931" y="3648075"/>
                </a:cubicBezTo>
                <a:lnTo>
                  <a:pt x="114294" y="3648075"/>
                </a:lnTo>
                <a:cubicBezTo>
                  <a:pt x="51171" y="3648075"/>
                  <a:pt x="0" y="3596904"/>
                  <a:pt x="0" y="353378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647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6097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Mecanismo de Atención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0288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143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1431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21621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(Consulta)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4479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token actual pregunta: "¿Qué características busco en otros tokens?"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28289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2943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" y="29432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0125" y="29622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(Clave)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325" y="32480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Codifica qué tan relevante es el token para las consultas de otros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6290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5325" y="3743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6750" y="37433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3762375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(Valor)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5325" y="40481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Contiene la información real que el token aporta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44338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513" y="45529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Attention(Q,K,V) = softmax(QK</a:t>
            </a:r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/√d</a:t>
            </a:r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· V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013" y="1414463"/>
            <a:ext cx="5610225" cy="3400425"/>
          </a:xfrm>
          <a:custGeom>
            <a:avLst/>
            <a:gdLst/>
            <a:ahLst/>
            <a:cxnLst/>
            <a:rect l="l" t="t" r="r" b="b"/>
            <a:pathLst>
              <a:path w="5610225" h="3400425">
                <a:moveTo>
                  <a:pt x="114288" y="0"/>
                </a:moveTo>
                <a:lnTo>
                  <a:pt x="5495937" y="0"/>
                </a:lnTo>
                <a:cubicBezTo>
                  <a:pt x="5559056" y="0"/>
                  <a:pt x="5610225" y="51169"/>
                  <a:pt x="5610225" y="114288"/>
                </a:cubicBezTo>
                <a:lnTo>
                  <a:pt x="5610225" y="3286137"/>
                </a:lnTo>
                <a:cubicBezTo>
                  <a:pt x="5610225" y="3349256"/>
                  <a:pt x="5559056" y="3400425"/>
                  <a:pt x="5495937" y="3400425"/>
                </a:cubicBezTo>
                <a:lnTo>
                  <a:pt x="114288" y="3400425"/>
                </a:lnTo>
                <a:cubicBezTo>
                  <a:pt x="51169" y="3400425"/>
                  <a:pt x="0" y="3349256"/>
                  <a:pt x="0" y="3286137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5088" y="1647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16097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Mixture of Experts (MoE)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91275" y="20288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innovación clave de 2025-2026: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lugar de activar todos los parámetros, el modelo usa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dirigir cada token solo a los expertos relevantes.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1275" y="2676525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24625" y="2828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6810375" y="279082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/ Gate Network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0375" y="2981325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Decide qué expertos procesan cada token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1275" y="3362325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05575" y="35147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6810375" y="347662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Expertos Especializados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0375" y="3667125"/>
            <a:ext cx="2914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experto es un FFN entrenado para tareas específicas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1275" y="4048125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34150" y="4200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6810375" y="416242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10375" y="4352925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Solo ~10-20% de parámetros activos por token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6013" y="4976813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638174"/>
                </a:lnTo>
                <a:cubicBezTo>
                  <a:pt x="5610225" y="701301"/>
                  <a:pt x="5559051" y="752475"/>
                  <a:pt x="5495924" y="752475"/>
                </a:cubicBezTo>
                <a:lnTo>
                  <a:pt x="114301" y="752475"/>
                </a:lnTo>
                <a:cubicBezTo>
                  <a:pt x="51174" y="752475"/>
                  <a:pt x="0" y="701301"/>
                  <a:pt x="0" y="6381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8894" y="5172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6581775" y="5133975"/>
            <a:ext cx="5133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 GPT-5: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Activa expertos de código para debugging, expertos de razonamiento para problemas complejos, y expertos multimodales para imágenes/texto.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87887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4804" y="493675"/>
            <a:ext cx="35262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349" y="352625"/>
            <a:ext cx="361440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spc="97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349" y="564200"/>
            <a:ext cx="3711375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Fine-tuning Supervisado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98022" y="471636"/>
            <a:ext cx="1436946" cy="326178"/>
          </a:xfrm>
          <a:custGeom>
            <a:avLst/>
            <a:gdLst/>
            <a:ahLst/>
            <a:cxnLst/>
            <a:rect l="l" t="t" r="r" b="b"/>
            <a:pathLst>
              <a:path w="1436946" h="326178">
                <a:moveTo>
                  <a:pt x="70526" y="0"/>
                </a:moveTo>
                <a:lnTo>
                  <a:pt x="1366420" y="0"/>
                </a:lnTo>
                <a:cubicBezTo>
                  <a:pt x="1405370" y="0"/>
                  <a:pt x="1436946" y="31576"/>
                  <a:pt x="1436946" y="70526"/>
                </a:cubicBezTo>
                <a:lnTo>
                  <a:pt x="1436946" y="255652"/>
                </a:lnTo>
                <a:cubicBezTo>
                  <a:pt x="1436946" y="294602"/>
                  <a:pt x="1405370" y="326178"/>
                  <a:pt x="1366420" y="326178"/>
                </a:cubicBezTo>
                <a:lnTo>
                  <a:pt x="70526" y="326178"/>
                </a:lnTo>
                <a:cubicBezTo>
                  <a:pt x="31576" y="326178"/>
                  <a:pt x="0" y="294602"/>
                  <a:pt x="0" y="255652"/>
                </a:cubicBezTo>
                <a:lnTo>
                  <a:pt x="0" y="70526"/>
                </a:lnTo>
                <a:cubicBezTo>
                  <a:pt x="0" y="31576"/>
                  <a:pt x="31576" y="0"/>
                  <a:pt x="705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111" y="564200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8816" y="17631"/>
                </a:moveTo>
                <a:cubicBezTo>
                  <a:pt x="3939" y="17631"/>
                  <a:pt x="0" y="21571"/>
                  <a:pt x="0" y="26447"/>
                </a:cubicBezTo>
                <a:cubicBezTo>
                  <a:pt x="0" y="31323"/>
                  <a:pt x="3939" y="35262"/>
                  <a:pt x="8816" y="35262"/>
                </a:cubicBezTo>
                <a:lnTo>
                  <a:pt x="32700" y="35262"/>
                </a:lnTo>
                <a:cubicBezTo>
                  <a:pt x="36089" y="43059"/>
                  <a:pt x="43858" y="48486"/>
                  <a:pt x="52894" y="48486"/>
                </a:cubicBezTo>
                <a:cubicBezTo>
                  <a:pt x="61930" y="48486"/>
                  <a:pt x="69698" y="43059"/>
                  <a:pt x="73087" y="35262"/>
                </a:cubicBezTo>
                <a:lnTo>
                  <a:pt x="132234" y="35262"/>
                </a:lnTo>
                <a:cubicBezTo>
                  <a:pt x="137110" y="35262"/>
                  <a:pt x="141050" y="31323"/>
                  <a:pt x="141050" y="26447"/>
                </a:cubicBezTo>
                <a:cubicBezTo>
                  <a:pt x="141050" y="21571"/>
                  <a:pt x="137110" y="17631"/>
                  <a:pt x="132234" y="17631"/>
                </a:cubicBezTo>
                <a:lnTo>
                  <a:pt x="73087" y="17631"/>
                </a:lnTo>
                <a:cubicBezTo>
                  <a:pt x="69698" y="9835"/>
                  <a:pt x="61930" y="4408"/>
                  <a:pt x="52894" y="4408"/>
                </a:cubicBezTo>
                <a:cubicBezTo>
                  <a:pt x="43858" y="4408"/>
                  <a:pt x="36089" y="9835"/>
                  <a:pt x="32700" y="17631"/>
                </a:cubicBezTo>
                <a:lnTo>
                  <a:pt x="8816" y="17631"/>
                </a:lnTo>
                <a:close/>
                <a:moveTo>
                  <a:pt x="8816" y="61709"/>
                </a:moveTo>
                <a:cubicBezTo>
                  <a:pt x="3939" y="61709"/>
                  <a:pt x="0" y="65649"/>
                  <a:pt x="0" y="70525"/>
                </a:cubicBezTo>
                <a:cubicBezTo>
                  <a:pt x="0" y="75401"/>
                  <a:pt x="3939" y="79341"/>
                  <a:pt x="8816" y="79341"/>
                </a:cubicBezTo>
                <a:lnTo>
                  <a:pt x="76779" y="79341"/>
                </a:lnTo>
                <a:cubicBezTo>
                  <a:pt x="80167" y="87137"/>
                  <a:pt x="87936" y="92564"/>
                  <a:pt x="96972" y="92564"/>
                </a:cubicBezTo>
                <a:cubicBezTo>
                  <a:pt x="106008" y="92564"/>
                  <a:pt x="113777" y="87137"/>
                  <a:pt x="117165" y="79341"/>
                </a:cubicBezTo>
                <a:lnTo>
                  <a:pt x="132234" y="79341"/>
                </a:lnTo>
                <a:cubicBezTo>
                  <a:pt x="137110" y="79341"/>
                  <a:pt x="141050" y="75401"/>
                  <a:pt x="141050" y="70525"/>
                </a:cubicBezTo>
                <a:cubicBezTo>
                  <a:pt x="141050" y="65649"/>
                  <a:pt x="137110" y="61709"/>
                  <a:pt x="132234" y="61709"/>
                </a:cubicBezTo>
                <a:lnTo>
                  <a:pt x="117165" y="61709"/>
                </a:lnTo>
                <a:cubicBezTo>
                  <a:pt x="113777" y="53913"/>
                  <a:pt x="106008" y="48486"/>
                  <a:pt x="96972" y="48486"/>
                </a:cubicBezTo>
                <a:cubicBezTo>
                  <a:pt x="87936" y="48486"/>
                  <a:pt x="80167" y="53913"/>
                  <a:pt x="76779" y="61709"/>
                </a:cubicBezTo>
                <a:lnTo>
                  <a:pt x="8816" y="61709"/>
                </a:lnTo>
                <a:close/>
                <a:moveTo>
                  <a:pt x="8816" y="105787"/>
                </a:moveTo>
                <a:cubicBezTo>
                  <a:pt x="3939" y="105787"/>
                  <a:pt x="0" y="109727"/>
                  <a:pt x="0" y="114603"/>
                </a:cubicBezTo>
                <a:cubicBezTo>
                  <a:pt x="0" y="119479"/>
                  <a:pt x="3939" y="123419"/>
                  <a:pt x="8816" y="123419"/>
                </a:cubicBezTo>
                <a:lnTo>
                  <a:pt x="23885" y="123419"/>
                </a:lnTo>
                <a:cubicBezTo>
                  <a:pt x="27273" y="131215"/>
                  <a:pt x="35042" y="136642"/>
                  <a:pt x="44078" y="136642"/>
                </a:cubicBezTo>
                <a:cubicBezTo>
                  <a:pt x="53114" y="136642"/>
                  <a:pt x="60883" y="131215"/>
                  <a:pt x="64271" y="123419"/>
                </a:cubicBezTo>
                <a:lnTo>
                  <a:pt x="132234" y="123419"/>
                </a:lnTo>
                <a:cubicBezTo>
                  <a:pt x="137110" y="123419"/>
                  <a:pt x="141050" y="119479"/>
                  <a:pt x="141050" y="114603"/>
                </a:cubicBezTo>
                <a:cubicBezTo>
                  <a:pt x="141050" y="109727"/>
                  <a:pt x="137110" y="105787"/>
                  <a:pt x="132234" y="105787"/>
                </a:cubicBezTo>
                <a:lnTo>
                  <a:pt x="64271" y="105787"/>
                </a:lnTo>
                <a:cubicBezTo>
                  <a:pt x="60883" y="97991"/>
                  <a:pt x="53114" y="92564"/>
                  <a:pt x="44078" y="92564"/>
                </a:cubicBezTo>
                <a:cubicBezTo>
                  <a:pt x="35042" y="92564"/>
                  <a:pt x="27273" y="97991"/>
                  <a:pt x="23885" y="105787"/>
                </a:cubicBezTo>
                <a:lnTo>
                  <a:pt x="8816" y="10578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790317" y="546568"/>
            <a:ext cx="96090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Específico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033" y="1097544"/>
            <a:ext cx="6814473" cy="2547714"/>
          </a:xfrm>
          <a:custGeom>
            <a:avLst/>
            <a:gdLst/>
            <a:ahLst/>
            <a:cxnLst/>
            <a:rect l="l" t="t" r="r" b="b"/>
            <a:pathLst>
              <a:path w="6814473" h="2547714">
                <a:moveTo>
                  <a:pt x="105781" y="0"/>
                </a:moveTo>
                <a:lnTo>
                  <a:pt x="6708692" y="0"/>
                </a:lnTo>
                <a:cubicBezTo>
                  <a:pt x="6767113" y="0"/>
                  <a:pt x="6814473" y="47360"/>
                  <a:pt x="6814473" y="105781"/>
                </a:cubicBezTo>
                <a:lnTo>
                  <a:pt x="6814473" y="2441933"/>
                </a:lnTo>
                <a:cubicBezTo>
                  <a:pt x="6814473" y="2500354"/>
                  <a:pt x="6767113" y="2547714"/>
                  <a:pt x="6708692" y="2547714"/>
                </a:cubicBezTo>
                <a:lnTo>
                  <a:pt x="105781" y="2547714"/>
                </a:lnTo>
                <a:cubicBezTo>
                  <a:pt x="47360" y="2547714"/>
                  <a:pt x="0" y="2500354"/>
                  <a:pt x="0" y="2441933"/>
                </a:cubicBezTo>
                <a:lnTo>
                  <a:pt x="0" y="105781"/>
                </a:lnTo>
                <a:cubicBezTo>
                  <a:pt x="0" y="47399"/>
                  <a:pt x="47399" y="0"/>
                  <a:pt x="10578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9792" y="1313527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154273" y="88156"/>
                </a:moveTo>
                <a:cubicBezTo>
                  <a:pt x="154273" y="51665"/>
                  <a:pt x="124647" y="22039"/>
                  <a:pt x="88156" y="22039"/>
                </a:cubicBezTo>
                <a:cubicBezTo>
                  <a:pt x="51665" y="22039"/>
                  <a:pt x="22039" y="51665"/>
                  <a:pt x="22039" y="88156"/>
                </a:cubicBezTo>
                <a:cubicBezTo>
                  <a:pt x="22039" y="124647"/>
                  <a:pt x="51665" y="154273"/>
                  <a:pt x="88156" y="154273"/>
                </a:cubicBezTo>
                <a:cubicBezTo>
                  <a:pt x="124647" y="154273"/>
                  <a:pt x="154273" y="124647"/>
                  <a:pt x="154273" y="88156"/>
                </a:cubicBezTo>
                <a:close/>
                <a:moveTo>
                  <a:pt x="0" y="88156"/>
                </a:moveTo>
                <a:cubicBezTo>
                  <a:pt x="0" y="39501"/>
                  <a:pt x="39501" y="0"/>
                  <a:pt x="88156" y="0"/>
                </a:cubicBezTo>
                <a:cubicBezTo>
                  <a:pt x="136811" y="0"/>
                  <a:pt x="176312" y="39501"/>
                  <a:pt x="176312" y="88156"/>
                </a:cubicBezTo>
                <a:cubicBezTo>
                  <a:pt x="176312" y="136811"/>
                  <a:pt x="136811" y="176312"/>
                  <a:pt x="88156" y="176312"/>
                </a:cubicBezTo>
                <a:cubicBezTo>
                  <a:pt x="39501" y="176312"/>
                  <a:pt x="0" y="136811"/>
                  <a:pt x="0" y="88156"/>
                </a:cubicBezTo>
                <a:close/>
                <a:moveTo>
                  <a:pt x="88156" y="115705"/>
                </a:moveTo>
                <a:cubicBezTo>
                  <a:pt x="103361" y="115705"/>
                  <a:pt x="115705" y="103361"/>
                  <a:pt x="115705" y="88156"/>
                </a:cubicBezTo>
                <a:cubicBezTo>
                  <a:pt x="115705" y="72952"/>
                  <a:pt x="103361" y="60607"/>
                  <a:pt x="88156" y="60607"/>
                </a:cubicBezTo>
                <a:cubicBezTo>
                  <a:pt x="72952" y="60607"/>
                  <a:pt x="60607" y="72952"/>
                  <a:pt x="60607" y="88156"/>
                </a:cubicBezTo>
                <a:cubicBezTo>
                  <a:pt x="60607" y="103361"/>
                  <a:pt x="72952" y="115705"/>
                  <a:pt x="88156" y="115705"/>
                </a:cubicBezTo>
                <a:close/>
                <a:moveTo>
                  <a:pt x="88156" y="38568"/>
                </a:moveTo>
                <a:cubicBezTo>
                  <a:pt x="115524" y="38568"/>
                  <a:pt x="137744" y="60788"/>
                  <a:pt x="137744" y="88156"/>
                </a:cubicBezTo>
                <a:cubicBezTo>
                  <a:pt x="137744" y="115524"/>
                  <a:pt x="115524" y="137744"/>
                  <a:pt x="88156" y="137744"/>
                </a:cubicBezTo>
                <a:cubicBezTo>
                  <a:pt x="60788" y="137744"/>
                  <a:pt x="38568" y="115524"/>
                  <a:pt x="38568" y="88156"/>
                </a:cubicBezTo>
                <a:cubicBezTo>
                  <a:pt x="38568" y="60788"/>
                  <a:pt x="60788" y="38568"/>
                  <a:pt x="88156" y="38568"/>
                </a:cubicBezTo>
                <a:close/>
                <a:moveTo>
                  <a:pt x="77137" y="88156"/>
                </a:moveTo>
                <a:cubicBezTo>
                  <a:pt x="77137" y="82074"/>
                  <a:pt x="82074" y="77137"/>
                  <a:pt x="88156" y="77137"/>
                </a:cubicBezTo>
                <a:cubicBezTo>
                  <a:pt x="94238" y="77137"/>
                  <a:pt x="99176" y="82074"/>
                  <a:pt x="99176" y="88156"/>
                </a:cubicBezTo>
                <a:cubicBezTo>
                  <a:pt x="99176" y="94238"/>
                  <a:pt x="94238" y="99176"/>
                  <a:pt x="88156" y="99176"/>
                </a:cubicBezTo>
                <a:cubicBezTo>
                  <a:pt x="82074" y="99176"/>
                  <a:pt x="77137" y="94238"/>
                  <a:pt x="77137" y="88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758143" y="1278265"/>
            <a:ext cx="632079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Fine-Tuning (SFT)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7753" y="1630889"/>
            <a:ext cx="6523557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 vez pre-entrenado, el modelo se ajusta con </a:t>
            </a:r>
            <a:pPr>
              <a:lnSpc>
                <a:spcPct val="140000"/>
              </a:lnSpc>
            </a:pPr>
            <a:r>
              <a:rPr lang="en-US" sz="111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etiquetados por humanos</a:t>
            </a:r>
            <a:pPr>
              <a:lnSpc>
                <a:spcPct val="140000"/>
              </a:lnSpc>
            </a:pPr>
            <a:r>
              <a:rPr lang="en-US" sz="111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tareas específicas como responder preguntas o generar código.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5384" y="2230351"/>
            <a:ext cx="6435401" cy="1234187"/>
          </a:xfrm>
          <a:custGeom>
            <a:avLst/>
            <a:gdLst/>
            <a:ahLst/>
            <a:cxnLst/>
            <a:rect l="l" t="t" r="r" b="b"/>
            <a:pathLst>
              <a:path w="6435401" h="1234187">
                <a:moveTo>
                  <a:pt x="35262" y="0"/>
                </a:moveTo>
                <a:lnTo>
                  <a:pt x="6364880" y="0"/>
                </a:lnTo>
                <a:cubicBezTo>
                  <a:pt x="6403828" y="0"/>
                  <a:pt x="6435401" y="31574"/>
                  <a:pt x="6435401" y="70521"/>
                </a:cubicBezTo>
                <a:lnTo>
                  <a:pt x="6435401" y="1163665"/>
                </a:lnTo>
                <a:cubicBezTo>
                  <a:pt x="6435401" y="1202613"/>
                  <a:pt x="6403828" y="1234187"/>
                  <a:pt x="6364880" y="1234187"/>
                </a:cubicBezTo>
                <a:lnTo>
                  <a:pt x="35262" y="1234187"/>
                </a:lnTo>
                <a:cubicBezTo>
                  <a:pt x="15788" y="1234187"/>
                  <a:pt x="0" y="1218399"/>
                  <a:pt x="0" y="11989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5384" y="2230351"/>
            <a:ext cx="35262" cy="1234187"/>
          </a:xfrm>
          <a:custGeom>
            <a:avLst/>
            <a:gdLst/>
            <a:ahLst/>
            <a:cxnLst/>
            <a:rect l="l" t="t" r="r" b="b"/>
            <a:pathLst>
              <a:path w="35262" h="1234187">
                <a:moveTo>
                  <a:pt x="35262" y="0"/>
                </a:moveTo>
                <a:lnTo>
                  <a:pt x="35262" y="0"/>
                </a:lnTo>
                <a:lnTo>
                  <a:pt x="35262" y="1234187"/>
                </a:lnTo>
                <a:lnTo>
                  <a:pt x="35262" y="1234187"/>
                </a:lnTo>
                <a:cubicBezTo>
                  <a:pt x="15788" y="1234187"/>
                  <a:pt x="0" y="1218399"/>
                  <a:pt x="0" y="11989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14065" y="2371401"/>
            <a:ext cx="619738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Pares Prompt-Respuesta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4065" y="2618239"/>
            <a:ext cx="618856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065" y="2759289"/>
            <a:ext cx="619738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"Explica la teoría de la relatividad"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4065" y="3006126"/>
            <a:ext cx="618856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Respuesta ideal: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4065" y="3147176"/>
            <a:ext cx="619738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"La teoría de la relatividad de Einstein consta de dos partes..."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7033" y="3795124"/>
            <a:ext cx="6814473" cy="1525102"/>
          </a:xfrm>
          <a:custGeom>
            <a:avLst/>
            <a:gdLst/>
            <a:ahLst/>
            <a:cxnLst/>
            <a:rect l="l" t="t" r="r" b="b"/>
            <a:pathLst>
              <a:path w="6814473" h="1525102">
                <a:moveTo>
                  <a:pt x="105781" y="0"/>
                </a:moveTo>
                <a:lnTo>
                  <a:pt x="6708692" y="0"/>
                </a:lnTo>
                <a:cubicBezTo>
                  <a:pt x="6767113" y="0"/>
                  <a:pt x="6814473" y="47360"/>
                  <a:pt x="6814473" y="105781"/>
                </a:cubicBezTo>
                <a:lnTo>
                  <a:pt x="6814473" y="1419321"/>
                </a:lnTo>
                <a:cubicBezTo>
                  <a:pt x="6814473" y="1477742"/>
                  <a:pt x="6767113" y="1525102"/>
                  <a:pt x="6708692" y="1525102"/>
                </a:cubicBezTo>
                <a:lnTo>
                  <a:pt x="105781" y="1525102"/>
                </a:lnTo>
                <a:cubicBezTo>
                  <a:pt x="47360" y="1525102"/>
                  <a:pt x="0" y="1477742"/>
                  <a:pt x="0" y="1419321"/>
                </a:cubicBezTo>
                <a:lnTo>
                  <a:pt x="0" y="105781"/>
                </a:lnTo>
                <a:cubicBezTo>
                  <a:pt x="0" y="47399"/>
                  <a:pt x="47399" y="0"/>
                  <a:pt x="10578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772" y="4011106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24245" y="413"/>
                </a:moveTo>
                <a:cubicBezTo>
                  <a:pt x="118391" y="-1274"/>
                  <a:pt x="112296" y="2135"/>
                  <a:pt x="110608" y="7989"/>
                </a:cubicBezTo>
                <a:lnTo>
                  <a:pt x="66530" y="162262"/>
                </a:lnTo>
                <a:cubicBezTo>
                  <a:pt x="64843" y="168117"/>
                  <a:pt x="68252" y="174212"/>
                  <a:pt x="74106" y="175899"/>
                </a:cubicBezTo>
                <a:cubicBezTo>
                  <a:pt x="79960" y="177586"/>
                  <a:pt x="86056" y="174177"/>
                  <a:pt x="87743" y="168323"/>
                </a:cubicBezTo>
                <a:lnTo>
                  <a:pt x="131821" y="14050"/>
                </a:lnTo>
                <a:cubicBezTo>
                  <a:pt x="133508" y="8196"/>
                  <a:pt x="130099" y="2101"/>
                  <a:pt x="124245" y="413"/>
                </a:cubicBezTo>
                <a:close/>
                <a:moveTo>
                  <a:pt x="146491" y="47281"/>
                </a:moveTo>
                <a:cubicBezTo>
                  <a:pt x="142186" y="51585"/>
                  <a:pt x="142186" y="58576"/>
                  <a:pt x="146491" y="62880"/>
                </a:cubicBezTo>
                <a:lnTo>
                  <a:pt x="171767" y="88156"/>
                </a:lnTo>
                <a:lnTo>
                  <a:pt x="146491" y="113432"/>
                </a:lnTo>
                <a:cubicBezTo>
                  <a:pt x="142186" y="117737"/>
                  <a:pt x="142186" y="124727"/>
                  <a:pt x="146491" y="129032"/>
                </a:cubicBezTo>
                <a:cubicBezTo>
                  <a:pt x="150795" y="133336"/>
                  <a:pt x="157786" y="133336"/>
                  <a:pt x="162090" y="129032"/>
                </a:cubicBezTo>
                <a:lnTo>
                  <a:pt x="195149" y="95973"/>
                </a:lnTo>
                <a:cubicBezTo>
                  <a:pt x="199453" y="91669"/>
                  <a:pt x="199453" y="84678"/>
                  <a:pt x="195149" y="80374"/>
                </a:cubicBezTo>
                <a:lnTo>
                  <a:pt x="162090" y="47315"/>
                </a:lnTo>
                <a:cubicBezTo>
                  <a:pt x="157786" y="43011"/>
                  <a:pt x="150795" y="43011"/>
                  <a:pt x="146491" y="47315"/>
                </a:cubicBezTo>
                <a:close/>
                <a:moveTo>
                  <a:pt x="51895" y="47281"/>
                </a:moveTo>
                <a:cubicBezTo>
                  <a:pt x="47591" y="42976"/>
                  <a:pt x="40600" y="42976"/>
                  <a:pt x="36296" y="47281"/>
                </a:cubicBezTo>
                <a:lnTo>
                  <a:pt x="3237" y="80339"/>
                </a:lnTo>
                <a:cubicBezTo>
                  <a:pt x="-1068" y="84644"/>
                  <a:pt x="-1068" y="91634"/>
                  <a:pt x="3237" y="95939"/>
                </a:cubicBezTo>
                <a:lnTo>
                  <a:pt x="36296" y="128997"/>
                </a:lnTo>
                <a:cubicBezTo>
                  <a:pt x="40600" y="133302"/>
                  <a:pt x="47591" y="133302"/>
                  <a:pt x="51895" y="128997"/>
                </a:cubicBezTo>
                <a:cubicBezTo>
                  <a:pt x="56200" y="124693"/>
                  <a:pt x="56200" y="117702"/>
                  <a:pt x="51895" y="113398"/>
                </a:cubicBezTo>
                <a:lnTo>
                  <a:pt x="26619" y="88156"/>
                </a:lnTo>
                <a:lnTo>
                  <a:pt x="51861" y="62880"/>
                </a:lnTo>
                <a:cubicBezTo>
                  <a:pt x="56165" y="58576"/>
                  <a:pt x="56165" y="51585"/>
                  <a:pt x="51861" y="4728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758143" y="3975844"/>
            <a:ext cx="632079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Frameworks y Herramientas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7753" y="4328469"/>
            <a:ext cx="3173623" cy="811037"/>
          </a:xfrm>
          <a:custGeom>
            <a:avLst/>
            <a:gdLst/>
            <a:ahLst/>
            <a:cxnLst/>
            <a:rect l="l" t="t" r="r" b="b"/>
            <a:pathLst>
              <a:path w="3173623" h="811037">
                <a:moveTo>
                  <a:pt x="70528" y="0"/>
                </a:moveTo>
                <a:lnTo>
                  <a:pt x="3103095" y="0"/>
                </a:lnTo>
                <a:cubicBezTo>
                  <a:pt x="3142046" y="0"/>
                  <a:pt x="3173623" y="31576"/>
                  <a:pt x="3173623" y="70528"/>
                </a:cubicBezTo>
                <a:lnTo>
                  <a:pt x="3173623" y="740509"/>
                </a:lnTo>
                <a:cubicBezTo>
                  <a:pt x="3173623" y="779461"/>
                  <a:pt x="3142046" y="811037"/>
                  <a:pt x="3103095" y="811037"/>
                </a:cubicBezTo>
                <a:lnTo>
                  <a:pt x="70528" y="811037"/>
                </a:lnTo>
                <a:cubicBezTo>
                  <a:pt x="31576" y="811037"/>
                  <a:pt x="0" y="779461"/>
                  <a:pt x="0" y="740509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31587" y="4434256"/>
            <a:ext cx="185128" cy="211575"/>
          </a:xfrm>
          <a:custGeom>
            <a:avLst/>
            <a:gdLst/>
            <a:ahLst/>
            <a:cxnLst/>
            <a:rect l="l" t="t" r="r" b="b"/>
            <a:pathLst>
              <a:path w="185128" h="211575">
                <a:moveTo>
                  <a:pt x="181739" y="82853"/>
                </a:moveTo>
                <a:cubicBezTo>
                  <a:pt x="178558" y="70084"/>
                  <a:pt x="172524" y="60456"/>
                  <a:pt x="159673" y="60456"/>
                </a:cubicBezTo>
                <a:lnTo>
                  <a:pt x="143102" y="60456"/>
                </a:lnTo>
                <a:lnTo>
                  <a:pt x="143102" y="80043"/>
                </a:lnTo>
                <a:cubicBezTo>
                  <a:pt x="143102" y="95250"/>
                  <a:pt x="130209" y="108060"/>
                  <a:pt x="115498" y="108060"/>
                </a:cubicBezTo>
                <a:lnTo>
                  <a:pt x="71365" y="108060"/>
                </a:lnTo>
                <a:cubicBezTo>
                  <a:pt x="59299" y="108060"/>
                  <a:pt x="49299" y="118391"/>
                  <a:pt x="49299" y="130499"/>
                </a:cubicBezTo>
                <a:lnTo>
                  <a:pt x="49299" y="172566"/>
                </a:lnTo>
                <a:cubicBezTo>
                  <a:pt x="49299" y="184549"/>
                  <a:pt x="59712" y="191574"/>
                  <a:pt x="71365" y="195004"/>
                </a:cubicBezTo>
                <a:cubicBezTo>
                  <a:pt x="85332" y="199095"/>
                  <a:pt x="98762" y="199839"/>
                  <a:pt x="115498" y="195004"/>
                </a:cubicBezTo>
                <a:cubicBezTo>
                  <a:pt x="126614" y="191781"/>
                  <a:pt x="137565" y="185293"/>
                  <a:pt x="137565" y="172566"/>
                </a:cubicBezTo>
                <a:lnTo>
                  <a:pt x="137565" y="155747"/>
                </a:lnTo>
                <a:lnTo>
                  <a:pt x="93473" y="155747"/>
                </a:lnTo>
                <a:lnTo>
                  <a:pt x="93473" y="150127"/>
                </a:lnTo>
                <a:lnTo>
                  <a:pt x="159673" y="150127"/>
                </a:lnTo>
                <a:cubicBezTo>
                  <a:pt x="172524" y="150127"/>
                  <a:pt x="177277" y="141160"/>
                  <a:pt x="181739" y="127730"/>
                </a:cubicBezTo>
                <a:cubicBezTo>
                  <a:pt x="186368" y="113887"/>
                  <a:pt x="186161" y="100581"/>
                  <a:pt x="181739" y="82853"/>
                </a:cubicBezTo>
                <a:close/>
                <a:moveTo>
                  <a:pt x="118267" y="183764"/>
                </a:moveTo>
                <a:cubicBezTo>
                  <a:pt x="115122" y="183985"/>
                  <a:pt x="112117" y="182432"/>
                  <a:pt x="110477" y="179739"/>
                </a:cubicBezTo>
                <a:cubicBezTo>
                  <a:pt x="108837" y="177046"/>
                  <a:pt x="108837" y="173664"/>
                  <a:pt x="110477" y="170971"/>
                </a:cubicBezTo>
                <a:cubicBezTo>
                  <a:pt x="112117" y="168278"/>
                  <a:pt x="115122" y="166725"/>
                  <a:pt x="118267" y="166946"/>
                </a:cubicBezTo>
                <a:cubicBezTo>
                  <a:pt x="121412" y="166725"/>
                  <a:pt x="124417" y="168278"/>
                  <a:pt x="126057" y="170971"/>
                </a:cubicBezTo>
                <a:cubicBezTo>
                  <a:pt x="127697" y="173664"/>
                  <a:pt x="127697" y="177046"/>
                  <a:pt x="126057" y="179739"/>
                </a:cubicBezTo>
                <a:cubicBezTo>
                  <a:pt x="124417" y="182432"/>
                  <a:pt x="121412" y="183985"/>
                  <a:pt x="118267" y="183764"/>
                </a:cubicBezTo>
                <a:close/>
                <a:moveTo>
                  <a:pt x="69340" y="102523"/>
                </a:moveTo>
                <a:lnTo>
                  <a:pt x="113474" y="102523"/>
                </a:lnTo>
                <a:cubicBezTo>
                  <a:pt x="125747" y="102523"/>
                  <a:pt x="135540" y="92399"/>
                  <a:pt x="135540" y="80084"/>
                </a:cubicBezTo>
                <a:lnTo>
                  <a:pt x="135540" y="37976"/>
                </a:lnTo>
                <a:cubicBezTo>
                  <a:pt x="135540" y="25992"/>
                  <a:pt x="125457" y="17025"/>
                  <a:pt x="113474" y="15000"/>
                </a:cubicBezTo>
                <a:cubicBezTo>
                  <a:pt x="98680" y="12562"/>
                  <a:pt x="82605" y="12686"/>
                  <a:pt x="69340" y="15042"/>
                </a:cubicBezTo>
                <a:cubicBezTo>
                  <a:pt x="50662" y="18348"/>
                  <a:pt x="47274" y="25248"/>
                  <a:pt x="47274" y="38017"/>
                </a:cubicBezTo>
                <a:lnTo>
                  <a:pt x="47274" y="54836"/>
                </a:lnTo>
                <a:lnTo>
                  <a:pt x="91448" y="54836"/>
                </a:lnTo>
                <a:lnTo>
                  <a:pt x="91448" y="60456"/>
                </a:lnTo>
                <a:lnTo>
                  <a:pt x="30703" y="60456"/>
                </a:lnTo>
                <a:cubicBezTo>
                  <a:pt x="17852" y="60456"/>
                  <a:pt x="6612" y="68183"/>
                  <a:pt x="3099" y="82853"/>
                </a:cubicBezTo>
                <a:cubicBezTo>
                  <a:pt x="-950" y="99672"/>
                  <a:pt x="-1116" y="110168"/>
                  <a:pt x="3099" y="127730"/>
                </a:cubicBezTo>
                <a:cubicBezTo>
                  <a:pt x="6240" y="140788"/>
                  <a:pt x="13719" y="150127"/>
                  <a:pt x="26571" y="150127"/>
                </a:cubicBezTo>
                <a:lnTo>
                  <a:pt x="41736" y="150127"/>
                </a:lnTo>
                <a:lnTo>
                  <a:pt x="41736" y="129961"/>
                </a:lnTo>
                <a:cubicBezTo>
                  <a:pt x="41736" y="115374"/>
                  <a:pt x="54340" y="102523"/>
                  <a:pt x="69340" y="102523"/>
                </a:cubicBezTo>
                <a:close/>
                <a:moveTo>
                  <a:pt x="66613" y="26736"/>
                </a:moveTo>
                <a:cubicBezTo>
                  <a:pt x="71266" y="26736"/>
                  <a:pt x="75043" y="30513"/>
                  <a:pt x="75043" y="35166"/>
                </a:cubicBezTo>
                <a:cubicBezTo>
                  <a:pt x="75043" y="39819"/>
                  <a:pt x="71266" y="43596"/>
                  <a:pt x="66613" y="43596"/>
                </a:cubicBezTo>
                <a:cubicBezTo>
                  <a:pt x="61960" y="43596"/>
                  <a:pt x="58183" y="39819"/>
                  <a:pt x="58183" y="35166"/>
                </a:cubicBezTo>
                <a:cubicBezTo>
                  <a:pt x="58183" y="30513"/>
                  <a:pt x="61960" y="26736"/>
                  <a:pt x="66613" y="2673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85" y="4716356"/>
            <a:ext cx="302375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093" y="4892668"/>
            <a:ext cx="3014941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principal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6474" y="4328469"/>
            <a:ext cx="3173623" cy="811037"/>
          </a:xfrm>
          <a:custGeom>
            <a:avLst/>
            <a:gdLst/>
            <a:ahLst/>
            <a:cxnLst/>
            <a:rect l="l" t="t" r="r" b="b"/>
            <a:pathLst>
              <a:path w="3173623" h="811037">
                <a:moveTo>
                  <a:pt x="70528" y="0"/>
                </a:moveTo>
                <a:lnTo>
                  <a:pt x="3103095" y="0"/>
                </a:lnTo>
                <a:cubicBezTo>
                  <a:pt x="3142046" y="0"/>
                  <a:pt x="3173623" y="31576"/>
                  <a:pt x="3173623" y="70528"/>
                </a:cubicBezTo>
                <a:lnTo>
                  <a:pt x="3173623" y="740509"/>
                </a:lnTo>
                <a:cubicBezTo>
                  <a:pt x="3173623" y="779461"/>
                  <a:pt x="3142046" y="811037"/>
                  <a:pt x="3103095" y="811037"/>
                </a:cubicBezTo>
                <a:lnTo>
                  <a:pt x="70528" y="811037"/>
                </a:lnTo>
                <a:cubicBezTo>
                  <a:pt x="31576" y="811037"/>
                  <a:pt x="0" y="779461"/>
                  <a:pt x="0" y="740509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97222" y="4434256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92688" y="-1033"/>
                </a:moveTo>
                <a:cubicBezTo>
                  <a:pt x="100870" y="-5744"/>
                  <a:pt x="110953" y="-5744"/>
                  <a:pt x="119135" y="-1033"/>
                </a:cubicBezTo>
                <a:lnTo>
                  <a:pt x="191822" y="40910"/>
                </a:lnTo>
                <a:cubicBezTo>
                  <a:pt x="200004" y="45621"/>
                  <a:pt x="205046" y="54381"/>
                  <a:pt x="205046" y="63803"/>
                </a:cubicBezTo>
                <a:lnTo>
                  <a:pt x="205046" y="147689"/>
                </a:lnTo>
                <a:cubicBezTo>
                  <a:pt x="205046" y="157152"/>
                  <a:pt x="200004" y="165871"/>
                  <a:pt x="191822" y="170582"/>
                </a:cubicBezTo>
                <a:lnTo>
                  <a:pt x="119135" y="212608"/>
                </a:lnTo>
                <a:cubicBezTo>
                  <a:pt x="110953" y="217319"/>
                  <a:pt x="100870" y="217319"/>
                  <a:pt x="92688" y="212608"/>
                </a:cubicBezTo>
                <a:lnTo>
                  <a:pt x="20042" y="170665"/>
                </a:lnTo>
                <a:cubicBezTo>
                  <a:pt x="11860" y="165954"/>
                  <a:pt x="6818" y="157193"/>
                  <a:pt x="6818" y="147772"/>
                </a:cubicBezTo>
                <a:lnTo>
                  <a:pt x="6818" y="63886"/>
                </a:lnTo>
                <a:cubicBezTo>
                  <a:pt x="6818" y="54423"/>
                  <a:pt x="11860" y="45703"/>
                  <a:pt x="20042" y="40993"/>
                </a:cubicBezTo>
                <a:lnTo>
                  <a:pt x="92688" y="-1033"/>
                </a:lnTo>
                <a:close/>
                <a:moveTo>
                  <a:pt x="178558" y="147730"/>
                </a:moveTo>
                <a:lnTo>
                  <a:pt x="178558" y="79093"/>
                </a:lnTo>
                <a:lnTo>
                  <a:pt x="119135" y="113391"/>
                </a:lnTo>
                <a:lnTo>
                  <a:pt x="119135" y="182029"/>
                </a:lnTo>
                <a:lnTo>
                  <a:pt x="178558" y="14773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3891407" y="4716356"/>
            <a:ext cx="302375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95815" y="4892668"/>
            <a:ext cx="3014941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Alternativa robusta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55394" y="1097544"/>
            <a:ext cx="4478334" cy="2882707"/>
          </a:xfrm>
          <a:custGeom>
            <a:avLst/>
            <a:gdLst/>
            <a:ahLst/>
            <a:cxnLst/>
            <a:rect l="l" t="t" r="r" b="b"/>
            <a:pathLst>
              <a:path w="4478334" h="2882707">
                <a:moveTo>
                  <a:pt x="105795" y="0"/>
                </a:moveTo>
                <a:lnTo>
                  <a:pt x="4372539" y="0"/>
                </a:lnTo>
                <a:cubicBezTo>
                  <a:pt x="4430968" y="0"/>
                  <a:pt x="4478334" y="47366"/>
                  <a:pt x="4478334" y="105795"/>
                </a:cubicBezTo>
                <a:lnTo>
                  <a:pt x="4478334" y="2776912"/>
                </a:lnTo>
                <a:cubicBezTo>
                  <a:pt x="4478334" y="2835341"/>
                  <a:pt x="4430968" y="2882707"/>
                  <a:pt x="4372539" y="2882707"/>
                </a:cubicBezTo>
                <a:lnTo>
                  <a:pt x="105795" y="2882707"/>
                </a:lnTo>
                <a:cubicBezTo>
                  <a:pt x="47366" y="2882707"/>
                  <a:pt x="0" y="2835341"/>
                  <a:pt x="0" y="2776912"/>
                </a:cubicBezTo>
                <a:lnTo>
                  <a:pt x="0" y="105795"/>
                </a:lnTo>
                <a:cubicBezTo>
                  <a:pt x="0" y="47405"/>
                  <a:pt x="47405" y="0"/>
                  <a:pt x="10579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8153" y="1322343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23505" y="3781"/>
                </a:moveTo>
                <a:lnTo>
                  <a:pt x="96169" y="31116"/>
                </a:lnTo>
                <a:lnTo>
                  <a:pt x="127565" y="62512"/>
                </a:lnTo>
                <a:lnTo>
                  <a:pt x="154900" y="35176"/>
                </a:lnTo>
                <a:cubicBezTo>
                  <a:pt x="157317" y="32728"/>
                  <a:pt x="158681" y="29443"/>
                  <a:pt x="158681" y="26034"/>
                </a:cubicBezTo>
                <a:cubicBezTo>
                  <a:pt x="158681" y="22624"/>
                  <a:pt x="157317" y="19339"/>
                  <a:pt x="154900" y="16891"/>
                </a:cubicBezTo>
                <a:lnTo>
                  <a:pt x="141790" y="3781"/>
                </a:lnTo>
                <a:cubicBezTo>
                  <a:pt x="139342" y="1364"/>
                  <a:pt x="136057" y="0"/>
                  <a:pt x="132648" y="0"/>
                </a:cubicBezTo>
                <a:cubicBezTo>
                  <a:pt x="129238" y="0"/>
                  <a:pt x="125953" y="1364"/>
                  <a:pt x="123505" y="3781"/>
                </a:cubicBezTo>
                <a:close/>
                <a:moveTo>
                  <a:pt x="85663" y="41623"/>
                </a:moveTo>
                <a:lnTo>
                  <a:pt x="3781" y="123505"/>
                </a:lnTo>
                <a:cubicBezTo>
                  <a:pt x="1364" y="125953"/>
                  <a:pt x="0" y="129238"/>
                  <a:pt x="0" y="132648"/>
                </a:cubicBezTo>
                <a:cubicBezTo>
                  <a:pt x="0" y="136057"/>
                  <a:pt x="1364" y="139342"/>
                  <a:pt x="3781" y="141790"/>
                </a:cubicBezTo>
                <a:lnTo>
                  <a:pt x="16891" y="154900"/>
                </a:lnTo>
                <a:cubicBezTo>
                  <a:pt x="19339" y="157317"/>
                  <a:pt x="22624" y="158681"/>
                  <a:pt x="26034" y="158681"/>
                </a:cubicBezTo>
                <a:cubicBezTo>
                  <a:pt x="29443" y="158681"/>
                  <a:pt x="32728" y="157317"/>
                  <a:pt x="35176" y="154900"/>
                </a:cubicBezTo>
                <a:lnTo>
                  <a:pt x="117058" y="73018"/>
                </a:lnTo>
                <a:lnTo>
                  <a:pt x="85663" y="4162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7738873" y="1278265"/>
            <a:ext cx="399347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PEFT 2026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6114" y="1630889"/>
            <a:ext cx="4178603" cy="40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2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Parameter-Efficient Fine-Tuning:</a:t>
            </a:r>
            <a:pPr>
              <a:lnSpc>
                <a:spcPct val="140000"/>
              </a:lnSpc>
            </a:pPr>
            <a:r>
              <a:rPr lang="en-US" sz="97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Ajusta solo partes del modelo para ahorrar recursos.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36114" y="2137787"/>
            <a:ext cx="4116894" cy="458412"/>
          </a:xfrm>
          <a:custGeom>
            <a:avLst/>
            <a:gdLst/>
            <a:ahLst/>
            <a:cxnLst/>
            <a:rect l="l" t="t" r="r" b="b"/>
            <a:pathLst>
              <a:path w="4116894" h="458412">
                <a:moveTo>
                  <a:pt x="70527" y="0"/>
                </a:moveTo>
                <a:lnTo>
                  <a:pt x="4046367" y="0"/>
                </a:lnTo>
                <a:cubicBezTo>
                  <a:pt x="4085318" y="0"/>
                  <a:pt x="4116894" y="31576"/>
                  <a:pt x="4116894" y="70527"/>
                </a:cubicBezTo>
                <a:lnTo>
                  <a:pt x="4116894" y="387885"/>
                </a:lnTo>
                <a:cubicBezTo>
                  <a:pt x="4116894" y="426836"/>
                  <a:pt x="4085318" y="458412"/>
                  <a:pt x="4046367" y="458412"/>
                </a:cubicBezTo>
                <a:lnTo>
                  <a:pt x="70527" y="458412"/>
                </a:lnTo>
                <a:cubicBezTo>
                  <a:pt x="31602" y="458412"/>
                  <a:pt x="0" y="426810"/>
                  <a:pt x="0" y="38788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06639" y="2208312"/>
            <a:ext cx="403755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LoRA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06639" y="2384625"/>
            <a:ext cx="402873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Low-Rank Adaptation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36114" y="2666725"/>
            <a:ext cx="4116894" cy="458412"/>
          </a:xfrm>
          <a:custGeom>
            <a:avLst/>
            <a:gdLst/>
            <a:ahLst/>
            <a:cxnLst/>
            <a:rect l="l" t="t" r="r" b="b"/>
            <a:pathLst>
              <a:path w="4116894" h="458412">
                <a:moveTo>
                  <a:pt x="70527" y="0"/>
                </a:moveTo>
                <a:lnTo>
                  <a:pt x="4046367" y="0"/>
                </a:lnTo>
                <a:cubicBezTo>
                  <a:pt x="4085318" y="0"/>
                  <a:pt x="4116894" y="31576"/>
                  <a:pt x="4116894" y="70527"/>
                </a:cubicBezTo>
                <a:lnTo>
                  <a:pt x="4116894" y="387885"/>
                </a:lnTo>
                <a:cubicBezTo>
                  <a:pt x="4116894" y="426836"/>
                  <a:pt x="4085318" y="458412"/>
                  <a:pt x="4046367" y="458412"/>
                </a:cubicBezTo>
                <a:lnTo>
                  <a:pt x="70527" y="458412"/>
                </a:lnTo>
                <a:cubicBezTo>
                  <a:pt x="31602" y="458412"/>
                  <a:pt x="0" y="426810"/>
                  <a:pt x="0" y="38788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06639" y="2737249"/>
            <a:ext cx="403755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06639" y="2913562"/>
            <a:ext cx="402873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Quantized LoRA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36114" y="3230924"/>
            <a:ext cx="4116894" cy="564200"/>
          </a:xfrm>
          <a:custGeom>
            <a:avLst/>
            <a:gdLst/>
            <a:ahLst/>
            <a:cxnLst/>
            <a:rect l="l" t="t" r="r" b="b"/>
            <a:pathLst>
              <a:path w="4116894" h="564200">
                <a:moveTo>
                  <a:pt x="70525" y="0"/>
                </a:moveTo>
                <a:lnTo>
                  <a:pt x="4046369" y="0"/>
                </a:lnTo>
                <a:cubicBezTo>
                  <a:pt x="4085319" y="0"/>
                  <a:pt x="4116894" y="31575"/>
                  <a:pt x="4116894" y="70525"/>
                </a:cubicBezTo>
                <a:lnTo>
                  <a:pt x="4116894" y="493675"/>
                </a:lnTo>
                <a:cubicBezTo>
                  <a:pt x="4116894" y="532624"/>
                  <a:pt x="4085319" y="564200"/>
                  <a:pt x="4046369" y="564200"/>
                </a:cubicBezTo>
                <a:lnTo>
                  <a:pt x="70525" y="564200"/>
                </a:lnTo>
                <a:cubicBezTo>
                  <a:pt x="31575" y="564200"/>
                  <a:pt x="0" y="532624"/>
                  <a:pt x="0" y="4936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53745" y="3301449"/>
            <a:ext cx="4081631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6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60-90%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80192" y="3583549"/>
            <a:ext cx="402873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Ahorro de costos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55394" y="4125709"/>
            <a:ext cx="4478334" cy="2724026"/>
          </a:xfrm>
          <a:custGeom>
            <a:avLst/>
            <a:gdLst/>
            <a:ahLst/>
            <a:cxnLst/>
            <a:rect l="l" t="t" r="r" b="b"/>
            <a:pathLst>
              <a:path w="4478334" h="2724026">
                <a:moveTo>
                  <a:pt x="105774" y="0"/>
                </a:moveTo>
                <a:lnTo>
                  <a:pt x="4372560" y="0"/>
                </a:lnTo>
                <a:cubicBezTo>
                  <a:pt x="4430977" y="0"/>
                  <a:pt x="4478334" y="47357"/>
                  <a:pt x="4478334" y="105774"/>
                </a:cubicBezTo>
                <a:lnTo>
                  <a:pt x="4478334" y="2618252"/>
                </a:lnTo>
                <a:cubicBezTo>
                  <a:pt x="4478334" y="2676669"/>
                  <a:pt x="4430977" y="2724026"/>
                  <a:pt x="4372560" y="2724026"/>
                </a:cubicBezTo>
                <a:lnTo>
                  <a:pt x="105774" y="2724026"/>
                </a:lnTo>
                <a:cubicBezTo>
                  <a:pt x="47357" y="2724026"/>
                  <a:pt x="0" y="2676669"/>
                  <a:pt x="0" y="2618252"/>
                </a:cubicBezTo>
                <a:lnTo>
                  <a:pt x="0" y="105774"/>
                </a:lnTo>
                <a:cubicBezTo>
                  <a:pt x="0" y="47396"/>
                  <a:pt x="47396" y="0"/>
                  <a:pt x="10577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36114" y="4306430"/>
            <a:ext cx="419623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Reales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36114" y="4659054"/>
            <a:ext cx="4116894" cy="599462"/>
          </a:xfrm>
          <a:custGeom>
            <a:avLst/>
            <a:gdLst/>
            <a:ahLst/>
            <a:cxnLst/>
            <a:rect l="l" t="t" r="r" b="b"/>
            <a:pathLst>
              <a:path w="4116894" h="599462">
                <a:moveTo>
                  <a:pt x="70527" y="0"/>
                </a:moveTo>
                <a:lnTo>
                  <a:pt x="4046367" y="0"/>
                </a:lnTo>
                <a:cubicBezTo>
                  <a:pt x="4085318" y="0"/>
                  <a:pt x="4116894" y="31576"/>
                  <a:pt x="4116894" y="70527"/>
                </a:cubicBezTo>
                <a:lnTo>
                  <a:pt x="4116894" y="528935"/>
                </a:lnTo>
                <a:cubicBezTo>
                  <a:pt x="4116894" y="567886"/>
                  <a:pt x="4085318" y="599462"/>
                  <a:pt x="4046367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41901" y="4764842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41901" y="4976416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SFT con datos curados + "chain of thought" para razonamiento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36114" y="5364304"/>
            <a:ext cx="4116894" cy="599462"/>
          </a:xfrm>
          <a:custGeom>
            <a:avLst/>
            <a:gdLst/>
            <a:ahLst/>
            <a:cxnLst/>
            <a:rect l="l" t="t" r="r" b="b"/>
            <a:pathLst>
              <a:path w="4116894" h="599462">
                <a:moveTo>
                  <a:pt x="70527" y="0"/>
                </a:moveTo>
                <a:lnTo>
                  <a:pt x="4046367" y="0"/>
                </a:lnTo>
                <a:cubicBezTo>
                  <a:pt x="4085318" y="0"/>
                  <a:pt x="4116894" y="31576"/>
                  <a:pt x="4116894" y="70527"/>
                </a:cubicBezTo>
                <a:lnTo>
                  <a:pt x="4116894" y="528935"/>
                </a:lnTo>
                <a:cubicBezTo>
                  <a:pt x="4116894" y="567886"/>
                  <a:pt x="4085318" y="599462"/>
                  <a:pt x="4046367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641901" y="5470091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41901" y="5681666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para humor y "rebeldía" con tools nativos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6114" y="6069553"/>
            <a:ext cx="4116894" cy="599462"/>
          </a:xfrm>
          <a:custGeom>
            <a:avLst/>
            <a:gdLst/>
            <a:ahLst/>
            <a:cxnLst/>
            <a:rect l="l" t="t" r="r" b="b"/>
            <a:pathLst>
              <a:path w="4116894" h="599462">
                <a:moveTo>
                  <a:pt x="70527" y="0"/>
                </a:moveTo>
                <a:lnTo>
                  <a:pt x="4046367" y="0"/>
                </a:lnTo>
                <a:cubicBezTo>
                  <a:pt x="4085318" y="0"/>
                  <a:pt x="4116894" y="31576"/>
                  <a:pt x="4116894" y="70527"/>
                </a:cubicBezTo>
                <a:lnTo>
                  <a:pt x="4116894" y="528935"/>
                </a:lnTo>
                <a:cubicBezTo>
                  <a:pt x="4116894" y="567886"/>
                  <a:pt x="4085318" y="599462"/>
                  <a:pt x="4046367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41901" y="6175341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41901" y="6386915"/>
            <a:ext cx="396702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"Vibe Coding" en Google AI Studio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416821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13681" y="0"/>
                </a:moveTo>
                <a:lnTo>
                  <a:pt x="416818" y="0"/>
                </a:lnTo>
                <a:cubicBezTo>
                  <a:pt x="479560" y="0"/>
                  <a:pt x="530499" y="50939"/>
                  <a:pt x="530499" y="113681"/>
                </a:cubicBezTo>
                <a:lnTo>
                  <a:pt x="530499" y="416818"/>
                </a:lnTo>
                <a:cubicBezTo>
                  <a:pt x="530499" y="479560"/>
                  <a:pt x="479560" y="530499"/>
                  <a:pt x="416818" y="530499"/>
                </a:cubicBezTo>
                <a:lnTo>
                  <a:pt x="113681" y="530499"/>
                </a:lnTo>
                <a:cubicBezTo>
                  <a:pt x="50939" y="530499"/>
                  <a:pt x="0" y="479560"/>
                  <a:pt x="0" y="41681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7112" y="530499"/>
            <a:ext cx="38840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998" y="378928"/>
            <a:ext cx="431030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104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0998" y="606284"/>
            <a:ext cx="4414508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Alineación y Reforzamiento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31029" y="506816"/>
            <a:ext cx="881007" cy="350508"/>
          </a:xfrm>
          <a:custGeom>
            <a:avLst/>
            <a:gdLst/>
            <a:ahLst/>
            <a:cxnLst/>
            <a:rect l="l" t="t" r="r" b="b"/>
            <a:pathLst>
              <a:path w="881007" h="350508">
                <a:moveTo>
                  <a:pt x="75787" y="0"/>
                </a:moveTo>
                <a:lnTo>
                  <a:pt x="805220" y="0"/>
                </a:lnTo>
                <a:cubicBezTo>
                  <a:pt x="847048" y="0"/>
                  <a:pt x="881007" y="33959"/>
                  <a:pt x="881007" y="75787"/>
                </a:cubicBezTo>
                <a:lnTo>
                  <a:pt x="881007" y="274721"/>
                </a:lnTo>
                <a:cubicBezTo>
                  <a:pt x="881007" y="316549"/>
                  <a:pt x="847048" y="350508"/>
                  <a:pt x="805220" y="350508"/>
                </a:cubicBezTo>
                <a:lnTo>
                  <a:pt x="75787" y="350508"/>
                </a:lnTo>
                <a:cubicBezTo>
                  <a:pt x="33931" y="350508"/>
                  <a:pt x="0" y="316577"/>
                  <a:pt x="0" y="274721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6283" y="606284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75786" y="0"/>
                </a:moveTo>
                <a:cubicBezTo>
                  <a:pt x="77147" y="0"/>
                  <a:pt x="78509" y="296"/>
                  <a:pt x="79752" y="859"/>
                </a:cubicBezTo>
                <a:lnTo>
                  <a:pt x="135526" y="24512"/>
                </a:lnTo>
                <a:cubicBezTo>
                  <a:pt x="142039" y="27265"/>
                  <a:pt x="146894" y="33689"/>
                  <a:pt x="146864" y="41445"/>
                </a:cubicBezTo>
                <a:cubicBezTo>
                  <a:pt x="146716" y="70812"/>
                  <a:pt x="134638" y="124543"/>
                  <a:pt x="83631" y="148966"/>
                </a:cubicBezTo>
                <a:cubicBezTo>
                  <a:pt x="78687" y="151334"/>
                  <a:pt x="72944" y="151334"/>
                  <a:pt x="68000" y="148966"/>
                </a:cubicBezTo>
                <a:cubicBezTo>
                  <a:pt x="16963" y="124543"/>
                  <a:pt x="4914" y="70812"/>
                  <a:pt x="4766" y="41445"/>
                </a:cubicBezTo>
                <a:cubicBezTo>
                  <a:pt x="4737" y="33689"/>
                  <a:pt x="9592" y="27265"/>
                  <a:pt x="16104" y="24512"/>
                </a:cubicBezTo>
                <a:lnTo>
                  <a:pt x="71848" y="859"/>
                </a:lnTo>
                <a:cubicBezTo>
                  <a:pt x="73092" y="296"/>
                  <a:pt x="74424" y="0"/>
                  <a:pt x="75786" y="0"/>
                </a:cubicBezTo>
                <a:close/>
                <a:moveTo>
                  <a:pt x="75786" y="19775"/>
                </a:moveTo>
                <a:lnTo>
                  <a:pt x="75786" y="131707"/>
                </a:lnTo>
                <a:cubicBezTo>
                  <a:pt x="116639" y="111932"/>
                  <a:pt x="127622" y="68118"/>
                  <a:pt x="127888" y="41889"/>
                </a:cubicBezTo>
                <a:lnTo>
                  <a:pt x="75786" y="19805"/>
                </a:lnTo>
                <a:lnTo>
                  <a:pt x="75786" y="1980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1352586" y="587338"/>
            <a:ext cx="36945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RLHF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3664" y="1179413"/>
            <a:ext cx="5617604" cy="3836643"/>
          </a:xfrm>
          <a:custGeom>
            <a:avLst/>
            <a:gdLst/>
            <a:ahLst/>
            <a:cxnLst/>
            <a:rect l="l" t="t" r="r" b="b"/>
            <a:pathLst>
              <a:path w="5617604" h="3836643">
                <a:moveTo>
                  <a:pt x="113680" y="0"/>
                </a:moveTo>
                <a:lnTo>
                  <a:pt x="5503924" y="0"/>
                </a:lnTo>
                <a:cubicBezTo>
                  <a:pt x="5566708" y="0"/>
                  <a:pt x="5617604" y="50896"/>
                  <a:pt x="5617604" y="113680"/>
                </a:cubicBezTo>
                <a:lnTo>
                  <a:pt x="5617604" y="3722964"/>
                </a:lnTo>
                <a:cubicBezTo>
                  <a:pt x="5617604" y="3785747"/>
                  <a:pt x="5566708" y="3836643"/>
                  <a:pt x="5503924" y="3836643"/>
                </a:cubicBezTo>
                <a:lnTo>
                  <a:pt x="113680" y="3836643"/>
                </a:lnTo>
                <a:cubicBezTo>
                  <a:pt x="50896" y="3836643"/>
                  <a:pt x="0" y="3785747"/>
                  <a:pt x="0" y="3722964"/>
                </a:cubicBezTo>
                <a:lnTo>
                  <a:pt x="0" y="113680"/>
                </a:lnTo>
                <a:cubicBezTo>
                  <a:pt x="0" y="50938"/>
                  <a:pt x="50938" y="0"/>
                  <a:pt x="11368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548" y="1411506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77659" y="71049"/>
                </a:moveTo>
                <a:lnTo>
                  <a:pt x="180583" y="71049"/>
                </a:lnTo>
                <a:cubicBezTo>
                  <a:pt x="185504" y="71049"/>
                  <a:pt x="189464" y="67089"/>
                  <a:pt x="189464" y="62168"/>
                </a:cubicBezTo>
                <a:lnTo>
                  <a:pt x="189464" y="8881"/>
                </a:lnTo>
                <a:cubicBezTo>
                  <a:pt x="189464" y="5292"/>
                  <a:pt x="187318" y="2035"/>
                  <a:pt x="183987" y="666"/>
                </a:cubicBezTo>
                <a:cubicBezTo>
                  <a:pt x="180657" y="-703"/>
                  <a:pt x="176845" y="74"/>
                  <a:pt x="174292" y="2590"/>
                </a:cubicBezTo>
                <a:lnTo>
                  <a:pt x="155161" y="21759"/>
                </a:lnTo>
                <a:cubicBezTo>
                  <a:pt x="138767" y="8178"/>
                  <a:pt x="117675" y="0"/>
                  <a:pt x="94732" y="0"/>
                </a:cubicBezTo>
                <a:cubicBezTo>
                  <a:pt x="46996" y="0"/>
                  <a:pt x="7512" y="35302"/>
                  <a:pt x="962" y="81225"/>
                </a:cubicBezTo>
                <a:cubicBezTo>
                  <a:pt x="37" y="87701"/>
                  <a:pt x="4515" y="93696"/>
                  <a:pt x="10990" y="94621"/>
                </a:cubicBezTo>
                <a:cubicBezTo>
                  <a:pt x="17466" y="95546"/>
                  <a:pt x="23461" y="91031"/>
                  <a:pt x="24386" y="84593"/>
                </a:cubicBezTo>
                <a:cubicBezTo>
                  <a:pt x="29308" y="50141"/>
                  <a:pt x="58948" y="23683"/>
                  <a:pt x="94732" y="23683"/>
                </a:cubicBezTo>
                <a:cubicBezTo>
                  <a:pt x="111162" y="23683"/>
                  <a:pt x="126260" y="29234"/>
                  <a:pt x="138286" y="38596"/>
                </a:cubicBezTo>
                <a:lnTo>
                  <a:pt x="121005" y="55877"/>
                </a:lnTo>
                <a:cubicBezTo>
                  <a:pt x="118452" y="58430"/>
                  <a:pt x="117712" y="62242"/>
                  <a:pt x="119081" y="65572"/>
                </a:cubicBezTo>
                <a:cubicBezTo>
                  <a:pt x="120450" y="68903"/>
                  <a:pt x="123707" y="71049"/>
                  <a:pt x="127296" y="71049"/>
                </a:cubicBezTo>
                <a:lnTo>
                  <a:pt x="177659" y="71049"/>
                </a:lnTo>
                <a:close/>
                <a:moveTo>
                  <a:pt x="188539" y="108239"/>
                </a:moveTo>
                <a:cubicBezTo>
                  <a:pt x="189464" y="101763"/>
                  <a:pt x="184949" y="95768"/>
                  <a:pt x="178510" y="94843"/>
                </a:cubicBezTo>
                <a:cubicBezTo>
                  <a:pt x="172072" y="93918"/>
                  <a:pt x="166040" y="98432"/>
                  <a:pt x="165115" y="104871"/>
                </a:cubicBezTo>
                <a:cubicBezTo>
                  <a:pt x="160193" y="139286"/>
                  <a:pt x="130552" y="165744"/>
                  <a:pt x="94769" y="165744"/>
                </a:cubicBezTo>
                <a:cubicBezTo>
                  <a:pt x="78339" y="165744"/>
                  <a:pt x="63241" y="160193"/>
                  <a:pt x="51214" y="150831"/>
                </a:cubicBezTo>
                <a:lnTo>
                  <a:pt x="68459" y="133587"/>
                </a:lnTo>
                <a:cubicBezTo>
                  <a:pt x="71012" y="131034"/>
                  <a:pt x="71752" y="127222"/>
                  <a:pt x="70383" y="123892"/>
                </a:cubicBezTo>
                <a:cubicBezTo>
                  <a:pt x="69014" y="120561"/>
                  <a:pt x="65757" y="118415"/>
                  <a:pt x="62168" y="118415"/>
                </a:cubicBezTo>
                <a:lnTo>
                  <a:pt x="8881" y="118415"/>
                </a:lnTo>
                <a:cubicBezTo>
                  <a:pt x="3959" y="118415"/>
                  <a:pt x="0" y="122374"/>
                  <a:pt x="0" y="127296"/>
                </a:cubicBezTo>
                <a:lnTo>
                  <a:pt x="0" y="180583"/>
                </a:lnTo>
                <a:cubicBezTo>
                  <a:pt x="0" y="184172"/>
                  <a:pt x="2146" y="187429"/>
                  <a:pt x="5477" y="188798"/>
                </a:cubicBezTo>
                <a:cubicBezTo>
                  <a:pt x="8807" y="190167"/>
                  <a:pt x="12619" y="189390"/>
                  <a:pt x="15172" y="186874"/>
                </a:cubicBezTo>
                <a:lnTo>
                  <a:pt x="34340" y="167705"/>
                </a:lnTo>
                <a:cubicBezTo>
                  <a:pt x="50696" y="181286"/>
                  <a:pt x="71789" y="189464"/>
                  <a:pt x="94732" y="189464"/>
                </a:cubicBezTo>
                <a:cubicBezTo>
                  <a:pt x="142468" y="189464"/>
                  <a:pt x="181952" y="154161"/>
                  <a:pt x="188502" y="10823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4695" y="1373613"/>
            <a:ext cx="508710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 from Human Feedback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7865" y="1790434"/>
            <a:ext cx="5304988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que el modelo sea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útil y seguro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(evitar respuestas tóxicas), se alinea con preferencias humanas mediante aprendizaje por refuerzo.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7338" y="2434611"/>
            <a:ext cx="5219730" cy="719963"/>
          </a:xfrm>
          <a:custGeom>
            <a:avLst/>
            <a:gdLst/>
            <a:ahLst/>
            <a:cxnLst/>
            <a:rect l="l" t="t" r="r" b="b"/>
            <a:pathLst>
              <a:path w="5219730" h="719963">
                <a:moveTo>
                  <a:pt x="18946" y="0"/>
                </a:moveTo>
                <a:lnTo>
                  <a:pt x="5143946" y="0"/>
                </a:lnTo>
                <a:cubicBezTo>
                  <a:pt x="5185800" y="0"/>
                  <a:pt x="5219730" y="33929"/>
                  <a:pt x="5219730" y="75783"/>
                </a:cubicBezTo>
                <a:lnTo>
                  <a:pt x="5219730" y="644179"/>
                </a:lnTo>
                <a:cubicBezTo>
                  <a:pt x="5219730" y="686033"/>
                  <a:pt x="5185800" y="719963"/>
                  <a:pt x="5143946" y="719963"/>
                </a:cubicBez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90"/>
                  <a:pt x="8490" y="0"/>
                  <a:pt x="18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7338" y="2434611"/>
            <a:ext cx="18946" cy="719963"/>
          </a:xfrm>
          <a:custGeom>
            <a:avLst/>
            <a:gdLst/>
            <a:ahLst/>
            <a:cxnLst/>
            <a:rect l="l" t="t" r="r" b="b"/>
            <a:pathLst>
              <a:path w="18946" h="719963">
                <a:moveTo>
                  <a:pt x="18946" y="0"/>
                </a:moveTo>
                <a:lnTo>
                  <a:pt x="18946" y="0"/>
                </a:lnTo>
                <a:lnTo>
                  <a:pt x="18946" y="719963"/>
                </a:ln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83"/>
                  <a:pt x="8483" y="0"/>
                  <a:pt x="1894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490" y="2548289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2070" y="2548289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3632" y="2567235"/>
            <a:ext cx="145887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de Recompensa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0490" y="2851431"/>
            <a:ext cx="504921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entrena en comparaciones humanas: "esta respuesta es mejor que esta"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7338" y="3268252"/>
            <a:ext cx="5219730" cy="719963"/>
          </a:xfrm>
          <a:custGeom>
            <a:avLst/>
            <a:gdLst/>
            <a:ahLst/>
            <a:cxnLst/>
            <a:rect l="l" t="t" r="r" b="b"/>
            <a:pathLst>
              <a:path w="5219730" h="719963">
                <a:moveTo>
                  <a:pt x="18946" y="0"/>
                </a:moveTo>
                <a:lnTo>
                  <a:pt x="5143946" y="0"/>
                </a:lnTo>
                <a:cubicBezTo>
                  <a:pt x="5185800" y="0"/>
                  <a:pt x="5219730" y="33929"/>
                  <a:pt x="5219730" y="75783"/>
                </a:cubicBezTo>
                <a:lnTo>
                  <a:pt x="5219730" y="644179"/>
                </a:lnTo>
                <a:cubicBezTo>
                  <a:pt x="5219730" y="686033"/>
                  <a:pt x="5185800" y="719963"/>
                  <a:pt x="5143946" y="719963"/>
                </a:cubicBez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90"/>
                  <a:pt x="8490" y="0"/>
                  <a:pt x="18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7338" y="3268252"/>
            <a:ext cx="18946" cy="719963"/>
          </a:xfrm>
          <a:custGeom>
            <a:avLst/>
            <a:gdLst/>
            <a:ahLst/>
            <a:cxnLst/>
            <a:rect l="l" t="t" r="r" b="b"/>
            <a:pathLst>
              <a:path w="18946" h="719963">
                <a:moveTo>
                  <a:pt x="18946" y="0"/>
                </a:moveTo>
                <a:lnTo>
                  <a:pt x="18946" y="0"/>
                </a:lnTo>
                <a:lnTo>
                  <a:pt x="18946" y="719963"/>
                </a:ln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83"/>
                  <a:pt x="8483" y="0"/>
                  <a:pt x="1894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0490" y="3381930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2070" y="3381930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3632" y="3400876"/>
            <a:ext cx="107047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PPO Optimization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0490" y="3685072"/>
            <a:ext cx="504921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Proximal Policy Optimization refina el modelo para maximizar recompensas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7338" y="4101893"/>
            <a:ext cx="5219730" cy="719963"/>
          </a:xfrm>
          <a:custGeom>
            <a:avLst/>
            <a:gdLst/>
            <a:ahLst/>
            <a:cxnLst/>
            <a:rect l="l" t="t" r="r" b="b"/>
            <a:pathLst>
              <a:path w="5219730" h="719963">
                <a:moveTo>
                  <a:pt x="18946" y="0"/>
                </a:moveTo>
                <a:lnTo>
                  <a:pt x="5143946" y="0"/>
                </a:lnTo>
                <a:cubicBezTo>
                  <a:pt x="5185800" y="0"/>
                  <a:pt x="5219730" y="33929"/>
                  <a:pt x="5219730" y="75783"/>
                </a:cubicBezTo>
                <a:lnTo>
                  <a:pt x="5219730" y="644179"/>
                </a:lnTo>
                <a:cubicBezTo>
                  <a:pt x="5219730" y="686033"/>
                  <a:pt x="5185800" y="719963"/>
                  <a:pt x="5143946" y="719963"/>
                </a:cubicBez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90"/>
                  <a:pt x="8490" y="0"/>
                  <a:pt x="18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7338" y="4101893"/>
            <a:ext cx="18946" cy="719963"/>
          </a:xfrm>
          <a:custGeom>
            <a:avLst/>
            <a:gdLst/>
            <a:ahLst/>
            <a:cxnLst/>
            <a:rect l="l" t="t" r="r" b="b"/>
            <a:pathLst>
              <a:path w="18946" h="719963">
                <a:moveTo>
                  <a:pt x="18946" y="0"/>
                </a:moveTo>
                <a:lnTo>
                  <a:pt x="18946" y="0"/>
                </a:lnTo>
                <a:lnTo>
                  <a:pt x="18946" y="719963"/>
                </a:lnTo>
                <a:lnTo>
                  <a:pt x="18946" y="719963"/>
                </a:lnTo>
                <a:cubicBezTo>
                  <a:pt x="8483" y="719963"/>
                  <a:pt x="0" y="711480"/>
                  <a:pt x="0" y="701016"/>
                </a:cubicBezTo>
                <a:lnTo>
                  <a:pt x="0" y="18946"/>
                </a:lnTo>
                <a:cubicBezTo>
                  <a:pt x="0" y="8483"/>
                  <a:pt x="8483" y="0"/>
                  <a:pt x="1894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0490" y="421557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2070" y="4215571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3632" y="4234517"/>
            <a:ext cx="103257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Safeguards 2026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0490" y="4518713"/>
            <a:ext cx="504921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Protecciones automáticas contra sesgos y jailbreaks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5913" y="1179413"/>
            <a:ext cx="5617604" cy="2586182"/>
          </a:xfrm>
          <a:custGeom>
            <a:avLst/>
            <a:gdLst/>
            <a:ahLst/>
            <a:cxnLst/>
            <a:rect l="l" t="t" r="r" b="b"/>
            <a:pathLst>
              <a:path w="5617604" h="2586182">
                <a:moveTo>
                  <a:pt x="113689" y="0"/>
                </a:moveTo>
                <a:lnTo>
                  <a:pt x="5503915" y="0"/>
                </a:lnTo>
                <a:cubicBezTo>
                  <a:pt x="5566704" y="0"/>
                  <a:pt x="5617604" y="50900"/>
                  <a:pt x="5617604" y="113689"/>
                </a:cubicBezTo>
                <a:lnTo>
                  <a:pt x="5617604" y="2472493"/>
                </a:lnTo>
                <a:cubicBezTo>
                  <a:pt x="5617604" y="2535282"/>
                  <a:pt x="5566704" y="2586182"/>
                  <a:pt x="5503915" y="2586182"/>
                </a:cubicBezTo>
                <a:lnTo>
                  <a:pt x="113689" y="2586182"/>
                </a:lnTo>
                <a:cubicBezTo>
                  <a:pt x="50900" y="2586182"/>
                  <a:pt x="0" y="2535282"/>
                  <a:pt x="0" y="2472493"/>
                </a:cubicBezTo>
                <a:lnTo>
                  <a:pt x="0" y="113689"/>
                </a:lnTo>
                <a:cubicBezTo>
                  <a:pt x="0" y="50900"/>
                  <a:pt x="50900" y="0"/>
                  <a:pt x="11368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0113" y="1411506"/>
            <a:ext cx="236830" cy="189464"/>
          </a:xfrm>
          <a:custGeom>
            <a:avLst/>
            <a:gdLst/>
            <a:ahLst/>
            <a:cxnLst/>
            <a:rect l="l" t="t" r="r" b="b"/>
            <a:pathLst>
              <a:path w="236830" h="189464">
                <a:moveTo>
                  <a:pt x="142098" y="11841"/>
                </a:moveTo>
                <a:lnTo>
                  <a:pt x="189464" y="11841"/>
                </a:lnTo>
                <a:cubicBezTo>
                  <a:pt x="196014" y="11841"/>
                  <a:pt x="201305" y="17133"/>
                  <a:pt x="201305" y="23683"/>
                </a:cubicBezTo>
                <a:cubicBezTo>
                  <a:pt x="201305" y="30233"/>
                  <a:pt x="196014" y="35524"/>
                  <a:pt x="189464" y="35524"/>
                </a:cubicBezTo>
                <a:lnTo>
                  <a:pt x="147427" y="35524"/>
                </a:lnTo>
                <a:cubicBezTo>
                  <a:pt x="145502" y="45072"/>
                  <a:pt x="138953" y="52954"/>
                  <a:pt x="130256" y="56728"/>
                </a:cubicBezTo>
                <a:lnTo>
                  <a:pt x="130256" y="165781"/>
                </a:lnTo>
                <a:lnTo>
                  <a:pt x="189464" y="165781"/>
                </a:lnTo>
                <a:cubicBezTo>
                  <a:pt x="196014" y="165781"/>
                  <a:pt x="201305" y="171073"/>
                  <a:pt x="201305" y="177622"/>
                </a:cubicBezTo>
                <a:cubicBezTo>
                  <a:pt x="201305" y="184172"/>
                  <a:pt x="196014" y="189464"/>
                  <a:pt x="189464" y="189464"/>
                </a:cubicBezTo>
                <a:lnTo>
                  <a:pt x="47366" y="189464"/>
                </a:lnTo>
                <a:cubicBezTo>
                  <a:pt x="40816" y="189464"/>
                  <a:pt x="35524" y="184172"/>
                  <a:pt x="35524" y="177622"/>
                </a:cubicBezTo>
                <a:cubicBezTo>
                  <a:pt x="35524" y="171073"/>
                  <a:pt x="40816" y="165781"/>
                  <a:pt x="47366" y="165781"/>
                </a:cubicBezTo>
                <a:lnTo>
                  <a:pt x="106573" y="165781"/>
                </a:lnTo>
                <a:lnTo>
                  <a:pt x="106573" y="56728"/>
                </a:lnTo>
                <a:cubicBezTo>
                  <a:pt x="97877" y="52917"/>
                  <a:pt x="91328" y="45035"/>
                  <a:pt x="89403" y="35524"/>
                </a:cubicBezTo>
                <a:lnTo>
                  <a:pt x="47366" y="35524"/>
                </a:lnTo>
                <a:cubicBezTo>
                  <a:pt x="40816" y="35524"/>
                  <a:pt x="35524" y="30233"/>
                  <a:pt x="35524" y="23683"/>
                </a:cubicBezTo>
                <a:cubicBezTo>
                  <a:pt x="35524" y="17133"/>
                  <a:pt x="40816" y="11841"/>
                  <a:pt x="47366" y="11841"/>
                </a:cubicBezTo>
                <a:lnTo>
                  <a:pt x="94732" y="11841"/>
                </a:lnTo>
                <a:cubicBezTo>
                  <a:pt x="100135" y="4663"/>
                  <a:pt x="108720" y="0"/>
                  <a:pt x="118415" y="0"/>
                </a:cubicBezTo>
                <a:cubicBezTo>
                  <a:pt x="128110" y="0"/>
                  <a:pt x="136695" y="4663"/>
                  <a:pt x="142098" y="11841"/>
                </a:cubicBezTo>
                <a:close/>
                <a:moveTo>
                  <a:pt x="162672" y="118415"/>
                </a:moveTo>
                <a:lnTo>
                  <a:pt x="216255" y="118415"/>
                </a:lnTo>
                <a:lnTo>
                  <a:pt x="189464" y="72455"/>
                </a:lnTo>
                <a:lnTo>
                  <a:pt x="162672" y="118415"/>
                </a:lnTo>
                <a:close/>
                <a:moveTo>
                  <a:pt x="189464" y="153939"/>
                </a:moveTo>
                <a:cubicBezTo>
                  <a:pt x="166188" y="153939"/>
                  <a:pt x="146834" y="141358"/>
                  <a:pt x="142838" y="124743"/>
                </a:cubicBezTo>
                <a:cubicBezTo>
                  <a:pt x="141876" y="120672"/>
                  <a:pt x="143208" y="116491"/>
                  <a:pt x="145317" y="112864"/>
                </a:cubicBezTo>
                <a:lnTo>
                  <a:pt x="180546" y="52473"/>
                </a:lnTo>
                <a:cubicBezTo>
                  <a:pt x="182396" y="49290"/>
                  <a:pt x="185800" y="47366"/>
                  <a:pt x="189464" y="47366"/>
                </a:cubicBezTo>
                <a:cubicBezTo>
                  <a:pt x="193127" y="47366"/>
                  <a:pt x="196532" y="49327"/>
                  <a:pt x="198382" y="52473"/>
                </a:cubicBezTo>
                <a:lnTo>
                  <a:pt x="233610" y="112864"/>
                </a:lnTo>
                <a:cubicBezTo>
                  <a:pt x="235720" y="116491"/>
                  <a:pt x="237052" y="120672"/>
                  <a:pt x="236090" y="124743"/>
                </a:cubicBezTo>
                <a:cubicBezTo>
                  <a:pt x="232093" y="141321"/>
                  <a:pt x="212740" y="153939"/>
                  <a:pt x="189464" y="153939"/>
                </a:cubicBezTo>
                <a:close/>
                <a:moveTo>
                  <a:pt x="46922" y="72455"/>
                </a:moveTo>
                <a:lnTo>
                  <a:pt x="20131" y="118415"/>
                </a:lnTo>
                <a:lnTo>
                  <a:pt x="73750" y="118415"/>
                </a:lnTo>
                <a:lnTo>
                  <a:pt x="46922" y="72455"/>
                </a:lnTo>
                <a:close/>
                <a:moveTo>
                  <a:pt x="333" y="124743"/>
                </a:moveTo>
                <a:cubicBezTo>
                  <a:pt x="-629" y="120672"/>
                  <a:pt x="703" y="116491"/>
                  <a:pt x="2812" y="112864"/>
                </a:cubicBezTo>
                <a:lnTo>
                  <a:pt x="38041" y="52473"/>
                </a:lnTo>
                <a:cubicBezTo>
                  <a:pt x="39891" y="49290"/>
                  <a:pt x="43295" y="47366"/>
                  <a:pt x="46959" y="47366"/>
                </a:cubicBezTo>
                <a:cubicBezTo>
                  <a:pt x="50622" y="47366"/>
                  <a:pt x="54027" y="49327"/>
                  <a:pt x="55877" y="52473"/>
                </a:cubicBezTo>
                <a:lnTo>
                  <a:pt x="91105" y="112864"/>
                </a:lnTo>
                <a:cubicBezTo>
                  <a:pt x="93215" y="116491"/>
                  <a:pt x="94547" y="120672"/>
                  <a:pt x="93585" y="124743"/>
                </a:cubicBezTo>
                <a:cubicBezTo>
                  <a:pt x="89588" y="141321"/>
                  <a:pt x="70235" y="153939"/>
                  <a:pt x="46959" y="153939"/>
                </a:cubicBezTo>
                <a:cubicBezTo>
                  <a:pt x="23683" y="153939"/>
                  <a:pt x="4330" y="141358"/>
                  <a:pt x="333" y="12474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6626943" y="1373613"/>
            <a:ext cx="508710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de Alineación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0113" y="1790434"/>
            <a:ext cx="2557762" cy="833641"/>
          </a:xfrm>
          <a:custGeom>
            <a:avLst/>
            <a:gdLst/>
            <a:ahLst/>
            <a:cxnLst/>
            <a:rect l="l" t="t" r="r" b="b"/>
            <a:pathLst>
              <a:path w="2557762" h="833641">
                <a:moveTo>
                  <a:pt x="75786" y="0"/>
                </a:moveTo>
                <a:lnTo>
                  <a:pt x="2481976" y="0"/>
                </a:lnTo>
                <a:cubicBezTo>
                  <a:pt x="2523832" y="0"/>
                  <a:pt x="2557762" y="33931"/>
                  <a:pt x="2557762" y="75786"/>
                </a:cubicBezTo>
                <a:lnTo>
                  <a:pt x="2557762" y="757855"/>
                </a:lnTo>
                <a:cubicBezTo>
                  <a:pt x="2557762" y="799710"/>
                  <a:pt x="2523832" y="833641"/>
                  <a:pt x="2481976" y="833641"/>
                </a:cubicBezTo>
                <a:lnTo>
                  <a:pt x="75786" y="833641"/>
                </a:lnTo>
                <a:cubicBezTo>
                  <a:pt x="33931" y="833641"/>
                  <a:pt x="0" y="799710"/>
                  <a:pt x="0" y="757855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61385" y="1904112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99506" y="19686"/>
                </a:moveTo>
                <a:lnTo>
                  <a:pt x="56358" y="67645"/>
                </a:lnTo>
                <a:cubicBezTo>
                  <a:pt x="54656" y="69532"/>
                  <a:pt x="54730" y="72455"/>
                  <a:pt x="56543" y="74268"/>
                </a:cubicBezTo>
                <a:cubicBezTo>
                  <a:pt x="67830" y="85555"/>
                  <a:pt x="86147" y="85555"/>
                  <a:pt x="97433" y="74268"/>
                </a:cubicBezTo>
                <a:lnTo>
                  <a:pt x="109201" y="62501"/>
                </a:lnTo>
                <a:cubicBezTo>
                  <a:pt x="110755" y="60947"/>
                  <a:pt x="112716" y="60096"/>
                  <a:pt x="114714" y="59948"/>
                </a:cubicBezTo>
                <a:cubicBezTo>
                  <a:pt x="117231" y="59726"/>
                  <a:pt x="119821" y="60577"/>
                  <a:pt x="121745" y="62501"/>
                </a:cubicBezTo>
                <a:lnTo>
                  <a:pt x="187096" y="127296"/>
                </a:lnTo>
                <a:lnTo>
                  <a:pt x="213147" y="106573"/>
                </a:lnTo>
                <a:lnTo>
                  <a:pt x="213147" y="0"/>
                </a:lnTo>
                <a:lnTo>
                  <a:pt x="171702" y="23683"/>
                </a:lnTo>
                <a:lnTo>
                  <a:pt x="162895" y="17799"/>
                </a:lnTo>
                <a:cubicBezTo>
                  <a:pt x="157048" y="13914"/>
                  <a:pt x="150202" y="11841"/>
                  <a:pt x="143171" y="11841"/>
                </a:cubicBezTo>
                <a:lnTo>
                  <a:pt x="117120" y="11841"/>
                </a:lnTo>
                <a:cubicBezTo>
                  <a:pt x="116713" y="11841"/>
                  <a:pt x="116269" y="11841"/>
                  <a:pt x="115862" y="11878"/>
                </a:cubicBezTo>
                <a:cubicBezTo>
                  <a:pt x="109608" y="12212"/>
                  <a:pt x="103724" y="15024"/>
                  <a:pt x="99506" y="19686"/>
                </a:cubicBezTo>
                <a:close/>
                <a:moveTo>
                  <a:pt x="43147" y="55766"/>
                </a:moveTo>
                <a:lnTo>
                  <a:pt x="82668" y="11841"/>
                </a:lnTo>
                <a:lnTo>
                  <a:pt x="68015" y="11841"/>
                </a:lnTo>
                <a:cubicBezTo>
                  <a:pt x="58578" y="11841"/>
                  <a:pt x="49549" y="15579"/>
                  <a:pt x="42888" y="22240"/>
                </a:cubicBezTo>
                <a:lnTo>
                  <a:pt x="0" y="71049"/>
                </a:lnTo>
                <a:lnTo>
                  <a:pt x="0" y="201305"/>
                </a:lnTo>
                <a:lnTo>
                  <a:pt x="53287" y="150979"/>
                </a:lnTo>
                <a:lnTo>
                  <a:pt x="57875" y="154791"/>
                </a:lnTo>
                <a:cubicBezTo>
                  <a:pt x="66386" y="161895"/>
                  <a:pt x="77118" y="165781"/>
                  <a:pt x="88182" y="165781"/>
                </a:cubicBezTo>
                <a:lnTo>
                  <a:pt x="93992" y="165781"/>
                </a:lnTo>
                <a:lnTo>
                  <a:pt x="91402" y="163191"/>
                </a:lnTo>
                <a:cubicBezTo>
                  <a:pt x="87923" y="159712"/>
                  <a:pt x="87923" y="154087"/>
                  <a:pt x="91402" y="150646"/>
                </a:cubicBezTo>
                <a:cubicBezTo>
                  <a:pt x="94880" y="147205"/>
                  <a:pt x="100505" y="147168"/>
                  <a:pt x="103946" y="150646"/>
                </a:cubicBezTo>
                <a:lnTo>
                  <a:pt x="119118" y="165818"/>
                </a:lnTo>
                <a:lnTo>
                  <a:pt x="122448" y="165818"/>
                </a:lnTo>
                <a:cubicBezTo>
                  <a:pt x="129516" y="165818"/>
                  <a:pt x="136436" y="164227"/>
                  <a:pt x="142727" y="161266"/>
                </a:cubicBezTo>
                <a:lnTo>
                  <a:pt x="132847" y="151349"/>
                </a:lnTo>
                <a:cubicBezTo>
                  <a:pt x="129368" y="147871"/>
                  <a:pt x="129368" y="142246"/>
                  <a:pt x="132847" y="138804"/>
                </a:cubicBezTo>
                <a:cubicBezTo>
                  <a:pt x="136325" y="135363"/>
                  <a:pt x="141950" y="135326"/>
                  <a:pt x="145391" y="138804"/>
                </a:cubicBezTo>
                <a:lnTo>
                  <a:pt x="157233" y="150646"/>
                </a:lnTo>
                <a:lnTo>
                  <a:pt x="163709" y="144170"/>
                </a:lnTo>
                <a:cubicBezTo>
                  <a:pt x="167002" y="140877"/>
                  <a:pt x="167964" y="136103"/>
                  <a:pt x="166521" y="131922"/>
                </a:cubicBezTo>
                <a:lnTo>
                  <a:pt x="115492" y="81299"/>
                </a:lnTo>
                <a:lnTo>
                  <a:pt x="109978" y="86813"/>
                </a:lnTo>
                <a:cubicBezTo>
                  <a:pt x="91735" y="105056"/>
                  <a:pt x="62205" y="105056"/>
                  <a:pt x="43962" y="86813"/>
                </a:cubicBezTo>
                <a:cubicBezTo>
                  <a:pt x="35450" y="78302"/>
                  <a:pt x="35117" y="64647"/>
                  <a:pt x="43147" y="5572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6470635" y="2169361"/>
            <a:ext cx="239671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Útil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5372" y="2358825"/>
            <a:ext cx="2387245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 preguntas efectivamente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9481" y="1790434"/>
            <a:ext cx="2557762" cy="833641"/>
          </a:xfrm>
          <a:custGeom>
            <a:avLst/>
            <a:gdLst/>
            <a:ahLst/>
            <a:cxnLst/>
            <a:rect l="l" t="t" r="r" b="b"/>
            <a:pathLst>
              <a:path w="2557762" h="833641">
                <a:moveTo>
                  <a:pt x="75786" y="0"/>
                </a:moveTo>
                <a:lnTo>
                  <a:pt x="2481976" y="0"/>
                </a:lnTo>
                <a:cubicBezTo>
                  <a:pt x="2523832" y="0"/>
                  <a:pt x="2557762" y="33931"/>
                  <a:pt x="2557762" y="75786"/>
                </a:cubicBezTo>
                <a:lnTo>
                  <a:pt x="2557762" y="757855"/>
                </a:lnTo>
                <a:cubicBezTo>
                  <a:pt x="2557762" y="799710"/>
                  <a:pt x="2523832" y="833641"/>
                  <a:pt x="2481976" y="833641"/>
                </a:cubicBezTo>
                <a:lnTo>
                  <a:pt x="75786" y="833641"/>
                </a:lnTo>
                <a:cubicBezTo>
                  <a:pt x="33931" y="833641"/>
                  <a:pt x="0" y="799710"/>
                  <a:pt x="0" y="757855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30753" y="1904112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82890" y="91772"/>
                </a:moveTo>
                <a:cubicBezTo>
                  <a:pt x="107399" y="91772"/>
                  <a:pt x="127296" y="71874"/>
                  <a:pt x="127296" y="47366"/>
                </a:cubicBezTo>
                <a:cubicBezTo>
                  <a:pt x="127296" y="22858"/>
                  <a:pt x="107399" y="2960"/>
                  <a:pt x="82890" y="2960"/>
                </a:cubicBezTo>
                <a:cubicBezTo>
                  <a:pt x="58382" y="2960"/>
                  <a:pt x="38485" y="22858"/>
                  <a:pt x="38485" y="47366"/>
                </a:cubicBezTo>
                <a:cubicBezTo>
                  <a:pt x="38485" y="71874"/>
                  <a:pt x="58382" y="91772"/>
                  <a:pt x="82890" y="91772"/>
                </a:cubicBezTo>
                <a:close/>
                <a:moveTo>
                  <a:pt x="71900" y="112494"/>
                </a:moveTo>
                <a:cubicBezTo>
                  <a:pt x="35450" y="112494"/>
                  <a:pt x="5921" y="142024"/>
                  <a:pt x="5921" y="178473"/>
                </a:cubicBezTo>
                <a:cubicBezTo>
                  <a:pt x="5921" y="184542"/>
                  <a:pt x="10842" y="189464"/>
                  <a:pt x="16911" y="189464"/>
                </a:cubicBezTo>
                <a:lnTo>
                  <a:pt x="109978" y="189464"/>
                </a:lnTo>
                <a:cubicBezTo>
                  <a:pt x="96582" y="173700"/>
                  <a:pt x="88811" y="153384"/>
                  <a:pt x="88811" y="131885"/>
                </a:cubicBezTo>
                <a:lnTo>
                  <a:pt x="88811" y="120376"/>
                </a:lnTo>
                <a:cubicBezTo>
                  <a:pt x="88811" y="117675"/>
                  <a:pt x="89181" y="115010"/>
                  <a:pt x="89884" y="112494"/>
                </a:cubicBezTo>
                <a:lnTo>
                  <a:pt x="71900" y="112494"/>
                </a:lnTo>
                <a:close/>
                <a:moveTo>
                  <a:pt x="164782" y="180768"/>
                </a:moveTo>
                <a:lnTo>
                  <a:pt x="159860" y="183099"/>
                </a:lnTo>
                <a:lnTo>
                  <a:pt x="159860" y="113493"/>
                </a:lnTo>
                <a:lnTo>
                  <a:pt x="195385" y="125335"/>
                </a:lnTo>
                <a:lnTo>
                  <a:pt x="195385" y="132588"/>
                </a:lnTo>
                <a:cubicBezTo>
                  <a:pt x="195385" y="153236"/>
                  <a:pt x="183469" y="171998"/>
                  <a:pt x="164782" y="180805"/>
                </a:cubicBezTo>
                <a:close/>
                <a:moveTo>
                  <a:pt x="156123" y="96027"/>
                </a:moveTo>
                <a:lnTo>
                  <a:pt x="114677" y="109830"/>
                </a:lnTo>
                <a:cubicBezTo>
                  <a:pt x="109830" y="111458"/>
                  <a:pt x="106573" y="115973"/>
                  <a:pt x="106573" y="121079"/>
                </a:cubicBezTo>
                <a:lnTo>
                  <a:pt x="106573" y="132588"/>
                </a:lnTo>
                <a:cubicBezTo>
                  <a:pt x="106573" y="160119"/>
                  <a:pt x="122485" y="185171"/>
                  <a:pt x="147353" y="196865"/>
                </a:cubicBezTo>
                <a:lnTo>
                  <a:pt x="154198" y="200084"/>
                </a:lnTo>
                <a:cubicBezTo>
                  <a:pt x="155975" y="200898"/>
                  <a:pt x="157899" y="201342"/>
                  <a:pt x="159823" y="201342"/>
                </a:cubicBezTo>
                <a:cubicBezTo>
                  <a:pt x="161747" y="201342"/>
                  <a:pt x="163709" y="200898"/>
                  <a:pt x="165448" y="200084"/>
                </a:cubicBezTo>
                <a:lnTo>
                  <a:pt x="172294" y="196865"/>
                </a:lnTo>
                <a:cubicBezTo>
                  <a:pt x="197235" y="185134"/>
                  <a:pt x="213147" y="160082"/>
                  <a:pt x="213147" y="132551"/>
                </a:cubicBezTo>
                <a:lnTo>
                  <a:pt x="213147" y="121042"/>
                </a:lnTo>
                <a:cubicBezTo>
                  <a:pt x="213147" y="115936"/>
                  <a:pt x="209890" y="111421"/>
                  <a:pt x="205043" y="109793"/>
                </a:cubicBezTo>
                <a:lnTo>
                  <a:pt x="163598" y="95990"/>
                </a:lnTo>
                <a:cubicBezTo>
                  <a:pt x="161155" y="95176"/>
                  <a:pt x="158528" y="95176"/>
                  <a:pt x="156123" y="9599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9140003" y="2169361"/>
            <a:ext cx="239671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740" y="2358825"/>
            <a:ext cx="2387245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Evita contenido dañino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0113" y="2737753"/>
            <a:ext cx="2557762" cy="833641"/>
          </a:xfrm>
          <a:custGeom>
            <a:avLst/>
            <a:gdLst/>
            <a:ahLst/>
            <a:cxnLst/>
            <a:rect l="l" t="t" r="r" b="b"/>
            <a:pathLst>
              <a:path w="2557762" h="833641">
                <a:moveTo>
                  <a:pt x="75786" y="0"/>
                </a:moveTo>
                <a:lnTo>
                  <a:pt x="2481976" y="0"/>
                </a:lnTo>
                <a:cubicBezTo>
                  <a:pt x="2523832" y="0"/>
                  <a:pt x="2557762" y="33931"/>
                  <a:pt x="2557762" y="75786"/>
                </a:cubicBezTo>
                <a:lnTo>
                  <a:pt x="2557762" y="757855"/>
                </a:lnTo>
                <a:cubicBezTo>
                  <a:pt x="2557762" y="799710"/>
                  <a:pt x="2523832" y="833641"/>
                  <a:pt x="2481976" y="833641"/>
                </a:cubicBezTo>
                <a:lnTo>
                  <a:pt x="75786" y="833641"/>
                </a:lnTo>
                <a:cubicBezTo>
                  <a:pt x="33931" y="833641"/>
                  <a:pt x="0" y="799710"/>
                  <a:pt x="0" y="757855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3226" y="2851431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189464"/>
                </a:moveTo>
                <a:cubicBezTo>
                  <a:pt x="147016" y="189464"/>
                  <a:pt x="189464" y="147016"/>
                  <a:pt x="189464" y="94732"/>
                </a:cubicBezTo>
                <a:cubicBezTo>
                  <a:pt x="189464" y="42448"/>
                  <a:pt x="147016" y="0"/>
                  <a:pt x="94732" y="0"/>
                </a:cubicBezTo>
                <a:cubicBezTo>
                  <a:pt x="42448" y="0"/>
                  <a:pt x="0" y="42448"/>
                  <a:pt x="0" y="94732"/>
                </a:cubicBezTo>
                <a:cubicBezTo>
                  <a:pt x="0" y="147016"/>
                  <a:pt x="42448" y="189464"/>
                  <a:pt x="94732" y="189464"/>
                </a:cubicBezTo>
                <a:close/>
                <a:moveTo>
                  <a:pt x="125964" y="78709"/>
                </a:moveTo>
                <a:lnTo>
                  <a:pt x="96360" y="126075"/>
                </a:lnTo>
                <a:cubicBezTo>
                  <a:pt x="94806" y="128554"/>
                  <a:pt x="92142" y="130108"/>
                  <a:pt x="89218" y="130256"/>
                </a:cubicBezTo>
                <a:cubicBezTo>
                  <a:pt x="86295" y="130404"/>
                  <a:pt x="83483" y="129072"/>
                  <a:pt x="81743" y="126704"/>
                </a:cubicBezTo>
                <a:lnTo>
                  <a:pt x="63981" y="103021"/>
                </a:lnTo>
                <a:cubicBezTo>
                  <a:pt x="61021" y="99098"/>
                  <a:pt x="61835" y="93548"/>
                  <a:pt x="65757" y="90587"/>
                </a:cubicBezTo>
                <a:cubicBezTo>
                  <a:pt x="69680" y="87627"/>
                  <a:pt x="75230" y="88441"/>
                  <a:pt x="78191" y="92364"/>
                </a:cubicBezTo>
                <a:lnTo>
                  <a:pt x="88182" y="105685"/>
                </a:lnTo>
                <a:lnTo>
                  <a:pt x="110903" y="69310"/>
                </a:lnTo>
                <a:cubicBezTo>
                  <a:pt x="113493" y="65165"/>
                  <a:pt x="118970" y="63870"/>
                  <a:pt x="123152" y="66497"/>
                </a:cubicBezTo>
                <a:cubicBezTo>
                  <a:pt x="127333" y="69125"/>
                  <a:pt x="128591" y="74564"/>
                  <a:pt x="125964" y="7874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6470635" y="3116681"/>
            <a:ext cx="239671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5372" y="3306145"/>
            <a:ext cx="2387245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alucinaciones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59481" y="2737753"/>
            <a:ext cx="2557762" cy="833641"/>
          </a:xfrm>
          <a:custGeom>
            <a:avLst/>
            <a:gdLst/>
            <a:ahLst/>
            <a:cxnLst/>
            <a:rect l="l" t="t" r="r" b="b"/>
            <a:pathLst>
              <a:path w="2557762" h="833641">
                <a:moveTo>
                  <a:pt x="75786" y="0"/>
                </a:moveTo>
                <a:lnTo>
                  <a:pt x="2481976" y="0"/>
                </a:lnTo>
                <a:cubicBezTo>
                  <a:pt x="2523832" y="0"/>
                  <a:pt x="2557762" y="33931"/>
                  <a:pt x="2557762" y="75786"/>
                </a:cubicBezTo>
                <a:lnTo>
                  <a:pt x="2557762" y="757855"/>
                </a:lnTo>
                <a:cubicBezTo>
                  <a:pt x="2557762" y="799710"/>
                  <a:pt x="2523832" y="833641"/>
                  <a:pt x="2481976" y="833641"/>
                </a:cubicBezTo>
                <a:lnTo>
                  <a:pt x="75786" y="833641"/>
                </a:lnTo>
                <a:cubicBezTo>
                  <a:pt x="33931" y="833641"/>
                  <a:pt x="0" y="799710"/>
                  <a:pt x="0" y="757855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42594" y="2851431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30219" y="103613"/>
                </a:moveTo>
                <a:lnTo>
                  <a:pt x="59578" y="103613"/>
                </a:lnTo>
                <a:cubicBezTo>
                  <a:pt x="60651" y="127481"/>
                  <a:pt x="65942" y="149462"/>
                  <a:pt x="73454" y="165559"/>
                </a:cubicBezTo>
                <a:cubicBezTo>
                  <a:pt x="77673" y="174625"/>
                  <a:pt x="82224" y="181027"/>
                  <a:pt x="86443" y="184949"/>
                </a:cubicBezTo>
                <a:cubicBezTo>
                  <a:pt x="90587" y="188835"/>
                  <a:pt x="93437" y="189464"/>
                  <a:pt x="94917" y="189464"/>
                </a:cubicBezTo>
                <a:cubicBezTo>
                  <a:pt x="96397" y="189464"/>
                  <a:pt x="99247" y="188835"/>
                  <a:pt x="103391" y="184949"/>
                </a:cubicBezTo>
                <a:cubicBezTo>
                  <a:pt x="107610" y="181027"/>
                  <a:pt x="112161" y="174588"/>
                  <a:pt x="116380" y="165559"/>
                </a:cubicBezTo>
                <a:cubicBezTo>
                  <a:pt x="123892" y="149462"/>
                  <a:pt x="129183" y="127481"/>
                  <a:pt x="130256" y="103613"/>
                </a:cubicBezTo>
                <a:close/>
                <a:moveTo>
                  <a:pt x="59541" y="85851"/>
                </a:moveTo>
                <a:lnTo>
                  <a:pt x="130182" y="85851"/>
                </a:lnTo>
                <a:cubicBezTo>
                  <a:pt x="129146" y="61983"/>
                  <a:pt x="123855" y="40002"/>
                  <a:pt x="116343" y="23905"/>
                </a:cubicBezTo>
                <a:cubicBezTo>
                  <a:pt x="112124" y="14876"/>
                  <a:pt x="107573" y="8437"/>
                  <a:pt x="103354" y="4515"/>
                </a:cubicBezTo>
                <a:cubicBezTo>
                  <a:pt x="99209" y="629"/>
                  <a:pt x="96360" y="0"/>
                  <a:pt x="94880" y="0"/>
                </a:cubicBezTo>
                <a:cubicBezTo>
                  <a:pt x="93400" y="0"/>
                  <a:pt x="90550" y="629"/>
                  <a:pt x="86406" y="4515"/>
                </a:cubicBezTo>
                <a:cubicBezTo>
                  <a:pt x="82187" y="8437"/>
                  <a:pt x="77636" y="14876"/>
                  <a:pt x="73417" y="23905"/>
                </a:cubicBezTo>
                <a:cubicBezTo>
                  <a:pt x="65905" y="40002"/>
                  <a:pt x="60614" y="61983"/>
                  <a:pt x="59541" y="85851"/>
                </a:cubicBezTo>
                <a:close/>
                <a:moveTo>
                  <a:pt x="41778" y="85851"/>
                </a:moveTo>
                <a:cubicBezTo>
                  <a:pt x="43073" y="54175"/>
                  <a:pt x="51251" y="24756"/>
                  <a:pt x="63204" y="5440"/>
                </a:cubicBezTo>
                <a:cubicBezTo>
                  <a:pt x="29123" y="17503"/>
                  <a:pt x="4034" y="48550"/>
                  <a:pt x="555" y="85851"/>
                </a:cubicBezTo>
                <a:lnTo>
                  <a:pt x="41778" y="85851"/>
                </a:lnTo>
                <a:close/>
                <a:moveTo>
                  <a:pt x="555" y="103613"/>
                </a:moveTo>
                <a:cubicBezTo>
                  <a:pt x="4034" y="140914"/>
                  <a:pt x="29123" y="171961"/>
                  <a:pt x="63204" y="184024"/>
                </a:cubicBezTo>
                <a:cubicBezTo>
                  <a:pt x="51251" y="164708"/>
                  <a:pt x="43073" y="135289"/>
                  <a:pt x="41778" y="103613"/>
                </a:cubicBezTo>
                <a:lnTo>
                  <a:pt x="555" y="103613"/>
                </a:lnTo>
                <a:close/>
                <a:moveTo>
                  <a:pt x="147982" y="103613"/>
                </a:moveTo>
                <a:cubicBezTo>
                  <a:pt x="146686" y="135289"/>
                  <a:pt x="138508" y="164708"/>
                  <a:pt x="126556" y="184024"/>
                </a:cubicBezTo>
                <a:cubicBezTo>
                  <a:pt x="160637" y="171924"/>
                  <a:pt x="185726" y="140914"/>
                  <a:pt x="189205" y="103613"/>
                </a:cubicBezTo>
                <a:lnTo>
                  <a:pt x="147982" y="103613"/>
                </a:lnTo>
                <a:close/>
                <a:moveTo>
                  <a:pt x="189205" y="85851"/>
                </a:moveTo>
                <a:cubicBezTo>
                  <a:pt x="185726" y="48550"/>
                  <a:pt x="160637" y="17503"/>
                  <a:pt x="126556" y="5440"/>
                </a:cubicBezTo>
                <a:cubicBezTo>
                  <a:pt x="138508" y="24756"/>
                  <a:pt x="146686" y="54175"/>
                  <a:pt x="147982" y="85851"/>
                </a:cubicBezTo>
                <a:lnTo>
                  <a:pt x="189205" y="8585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9140003" y="3116681"/>
            <a:ext cx="239671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Neutral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44740" y="3306145"/>
            <a:ext cx="2387245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Minimiza sesgos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913" y="3926639"/>
            <a:ext cx="5617604" cy="2927217"/>
          </a:xfrm>
          <a:custGeom>
            <a:avLst/>
            <a:gdLst/>
            <a:ahLst/>
            <a:cxnLst/>
            <a:rect l="l" t="t" r="r" b="b"/>
            <a:pathLst>
              <a:path w="5617604" h="2927217">
                <a:moveTo>
                  <a:pt x="113664" y="0"/>
                </a:moveTo>
                <a:lnTo>
                  <a:pt x="5503940" y="0"/>
                </a:lnTo>
                <a:cubicBezTo>
                  <a:pt x="5566715" y="0"/>
                  <a:pt x="5617604" y="50889"/>
                  <a:pt x="5617604" y="113664"/>
                </a:cubicBezTo>
                <a:lnTo>
                  <a:pt x="5617604" y="2813553"/>
                </a:lnTo>
                <a:cubicBezTo>
                  <a:pt x="5617604" y="2876328"/>
                  <a:pt x="5566715" y="2927217"/>
                  <a:pt x="5503940" y="2927217"/>
                </a:cubicBezTo>
                <a:lnTo>
                  <a:pt x="113664" y="2927217"/>
                </a:lnTo>
                <a:cubicBezTo>
                  <a:pt x="50889" y="2927217"/>
                  <a:pt x="0" y="2876328"/>
                  <a:pt x="0" y="2813553"/>
                </a:cubicBezTo>
                <a:lnTo>
                  <a:pt x="0" y="113664"/>
                </a:lnTo>
                <a:cubicBezTo>
                  <a:pt x="0" y="50889"/>
                  <a:pt x="50889" y="0"/>
                  <a:pt x="11366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0113" y="4120839"/>
            <a:ext cx="531446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Reales 2026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0113" y="4499767"/>
            <a:ext cx="5229203" cy="644177"/>
          </a:xfrm>
          <a:custGeom>
            <a:avLst/>
            <a:gdLst/>
            <a:ahLst/>
            <a:cxnLst/>
            <a:rect l="l" t="t" r="r" b="b"/>
            <a:pathLst>
              <a:path w="5229203" h="644177">
                <a:moveTo>
                  <a:pt x="75787" y="0"/>
                </a:moveTo>
                <a:lnTo>
                  <a:pt x="5153415" y="0"/>
                </a:lnTo>
                <a:cubicBezTo>
                  <a:pt x="5195272" y="0"/>
                  <a:pt x="5229203" y="33931"/>
                  <a:pt x="5229203" y="75787"/>
                </a:cubicBezTo>
                <a:lnTo>
                  <a:pt x="5229203" y="568390"/>
                </a:lnTo>
                <a:cubicBezTo>
                  <a:pt x="5229203" y="610246"/>
                  <a:pt x="5195272" y="644177"/>
                  <a:pt x="5153415" y="644177"/>
                </a:cubicBezTo>
                <a:lnTo>
                  <a:pt x="75787" y="644177"/>
                </a:lnTo>
                <a:cubicBezTo>
                  <a:pt x="33931" y="644177"/>
                  <a:pt x="0" y="610246"/>
                  <a:pt x="0" y="568390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503791" y="4613445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03791" y="4840802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RLHF extenso + o1 para razonamiento profundo, reduciendo alucinaciones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90113" y="5257622"/>
            <a:ext cx="5229203" cy="644177"/>
          </a:xfrm>
          <a:custGeom>
            <a:avLst/>
            <a:gdLst/>
            <a:ahLst/>
            <a:cxnLst/>
            <a:rect l="l" t="t" r="r" b="b"/>
            <a:pathLst>
              <a:path w="5229203" h="644177">
                <a:moveTo>
                  <a:pt x="75787" y="0"/>
                </a:moveTo>
                <a:lnTo>
                  <a:pt x="5153415" y="0"/>
                </a:lnTo>
                <a:cubicBezTo>
                  <a:pt x="5195272" y="0"/>
                  <a:pt x="5229203" y="33931"/>
                  <a:pt x="5229203" y="75787"/>
                </a:cubicBezTo>
                <a:lnTo>
                  <a:pt x="5229203" y="568390"/>
                </a:lnTo>
                <a:cubicBezTo>
                  <a:pt x="5229203" y="610246"/>
                  <a:pt x="5195272" y="644177"/>
                  <a:pt x="5153415" y="644177"/>
                </a:cubicBezTo>
                <a:lnTo>
                  <a:pt x="75787" y="644177"/>
                </a:lnTo>
                <a:cubicBezTo>
                  <a:pt x="33931" y="644177"/>
                  <a:pt x="0" y="610246"/>
                  <a:pt x="0" y="568390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503791" y="5371301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03791" y="5598657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"Máxima utilidad sin censura" con límites éticos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0113" y="6015478"/>
            <a:ext cx="5229203" cy="644177"/>
          </a:xfrm>
          <a:custGeom>
            <a:avLst/>
            <a:gdLst/>
            <a:ahLst/>
            <a:cxnLst/>
            <a:rect l="l" t="t" r="r" b="b"/>
            <a:pathLst>
              <a:path w="5229203" h="644177">
                <a:moveTo>
                  <a:pt x="75787" y="0"/>
                </a:moveTo>
                <a:lnTo>
                  <a:pt x="5153415" y="0"/>
                </a:lnTo>
                <a:cubicBezTo>
                  <a:pt x="5195272" y="0"/>
                  <a:pt x="5229203" y="33931"/>
                  <a:pt x="5229203" y="75787"/>
                </a:cubicBezTo>
                <a:lnTo>
                  <a:pt x="5229203" y="568390"/>
                </a:lnTo>
                <a:cubicBezTo>
                  <a:pt x="5229203" y="610246"/>
                  <a:pt x="5195272" y="644177"/>
                  <a:pt x="5153415" y="644177"/>
                </a:cubicBezTo>
                <a:lnTo>
                  <a:pt x="75787" y="644177"/>
                </a:lnTo>
                <a:cubicBezTo>
                  <a:pt x="33931" y="644177"/>
                  <a:pt x="0" y="610246"/>
                  <a:pt x="0" y="568390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503791" y="6129156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03791" y="6356513"/>
            <a:ext cx="50681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"Personal Intelligence" para respuestas contextuales seguras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12564" y="533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405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416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Evaluación y Benchmarks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32591" y="509587"/>
            <a:ext cx="1076325" cy="352425"/>
          </a:xfrm>
          <a:custGeom>
            <a:avLst/>
            <a:gdLst/>
            <a:ahLst/>
            <a:cxnLst/>
            <a:rect l="l" t="t" r="r" b="b"/>
            <a:pathLst>
              <a:path w="1076325" h="352425">
                <a:moveTo>
                  <a:pt x="76201" y="0"/>
                </a:moveTo>
                <a:lnTo>
                  <a:pt x="1000124" y="0"/>
                </a:lnTo>
                <a:cubicBezTo>
                  <a:pt x="1042209" y="0"/>
                  <a:pt x="1076325" y="34116"/>
                  <a:pt x="1076325" y="76201"/>
                </a:cubicBezTo>
                <a:lnTo>
                  <a:pt x="1076325" y="276224"/>
                </a:lnTo>
                <a:cubicBezTo>
                  <a:pt x="1076325" y="318309"/>
                  <a:pt x="1042209" y="352425"/>
                  <a:pt x="100012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08804" y="60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1156454" y="59055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1185863"/>
            <a:ext cx="7562850" cy="2981325"/>
          </a:xfrm>
          <a:custGeom>
            <a:avLst/>
            <a:gdLst/>
            <a:ahLst/>
            <a:cxnLst/>
            <a:rect l="l" t="t" r="r" b="b"/>
            <a:pathLst>
              <a:path w="7562850" h="2981325">
                <a:moveTo>
                  <a:pt x="114304" y="0"/>
                </a:moveTo>
                <a:lnTo>
                  <a:pt x="7448546" y="0"/>
                </a:lnTo>
                <a:cubicBezTo>
                  <a:pt x="7511674" y="0"/>
                  <a:pt x="7562850" y="51176"/>
                  <a:pt x="7562850" y="114304"/>
                </a:cubicBezTo>
                <a:lnTo>
                  <a:pt x="7562850" y="2867021"/>
                </a:lnTo>
                <a:cubicBezTo>
                  <a:pt x="7562850" y="2930149"/>
                  <a:pt x="7511674" y="2981325"/>
                  <a:pt x="7448546" y="2981325"/>
                </a:cubicBezTo>
                <a:lnTo>
                  <a:pt x="114304" y="2981325"/>
                </a:lnTo>
                <a:cubicBezTo>
                  <a:pt x="51176" y="2981325"/>
                  <a:pt x="0" y="2930149"/>
                  <a:pt x="0" y="28670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838" y="141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1381125"/>
            <a:ext cx="702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Benchmarks Estándar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1800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0550" y="1800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4375" y="1914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MMLU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4375" y="2143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Conocimiento general (57 temas)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2225" y="1800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232225" y="1800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4356050" y="1914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HumanEval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6050" y="2143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Generación de código Python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0550" y="2562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0550" y="2562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4375" y="2676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GPQA Diamond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4375" y="2905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científico nivel PhD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32225" y="2562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32225" y="2562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4356050" y="2676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 AGI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56050" y="2905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abstracta y patrones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0550" y="3324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0550" y="3324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714375" y="3438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LMSys Arena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4375" y="3667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Comparaciones humanas (Elo rating)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2225" y="3324225"/>
            <a:ext cx="3514725" cy="647700"/>
          </a:xfrm>
          <a:custGeom>
            <a:avLst/>
            <a:gdLst/>
            <a:ahLst/>
            <a:cxnLst/>
            <a:rect l="l" t="t" r="r" b="b"/>
            <a:pathLst>
              <a:path w="3514725" h="647700">
                <a:moveTo>
                  <a:pt x="19050" y="0"/>
                </a:moveTo>
                <a:lnTo>
                  <a:pt x="3438523" y="0"/>
                </a:lnTo>
                <a:cubicBezTo>
                  <a:pt x="3480608" y="0"/>
                  <a:pt x="3514725" y="34117"/>
                  <a:pt x="3514725" y="76202"/>
                </a:cubicBezTo>
                <a:lnTo>
                  <a:pt x="3514725" y="571498"/>
                </a:lnTo>
                <a:cubicBezTo>
                  <a:pt x="3514725" y="613583"/>
                  <a:pt x="3480608" y="647700"/>
                  <a:pt x="3438523" y="647700"/>
                </a:cubicBez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32225" y="3324225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1905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19050" y="647700"/>
                </a:lnTo>
                <a:cubicBezTo>
                  <a:pt x="8536" y="647700"/>
                  <a:pt x="0" y="639164"/>
                  <a:pt x="0" y="6286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4356050" y="34385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MMMU Pro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56050" y="366712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multimodal avanzado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4329113"/>
            <a:ext cx="7562850" cy="1266825"/>
          </a:xfrm>
          <a:custGeom>
            <a:avLst/>
            <a:gdLst/>
            <a:ahLst/>
            <a:cxnLst/>
            <a:rect l="l" t="t" r="r" b="b"/>
            <a:pathLst>
              <a:path w="7562850" h="1266825">
                <a:moveTo>
                  <a:pt x="114306" y="0"/>
                </a:moveTo>
                <a:lnTo>
                  <a:pt x="7448544" y="0"/>
                </a:lnTo>
                <a:cubicBezTo>
                  <a:pt x="7511674" y="0"/>
                  <a:pt x="7562850" y="51176"/>
                  <a:pt x="7562850" y="114306"/>
                </a:cubicBezTo>
                <a:lnTo>
                  <a:pt x="7562850" y="1152519"/>
                </a:lnTo>
                <a:cubicBezTo>
                  <a:pt x="7562850" y="1215649"/>
                  <a:pt x="7511674" y="1266825"/>
                  <a:pt x="7448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838" y="4562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819150" y="4524375"/>
            <a:ext cx="702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Iteración Continua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1025" y="4905375"/>
            <a:ext cx="724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el modelo falla en benchmarks clave, se itera con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datos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ajustes arquitectónicos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En 2026 se usan simulaciones de IA para pruebas automáticas acelerando el ciclo de desarrollo.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7263" y="11858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526" y="138112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2026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2526" y="1800225"/>
            <a:ext cx="3305175" cy="1028700"/>
          </a:xfrm>
          <a:custGeom>
            <a:avLst/>
            <a:gdLst/>
            <a:ahLst/>
            <a:cxnLst/>
            <a:rect l="l" t="t" r="r" b="b"/>
            <a:pathLst>
              <a:path w="3305175" h="1028700">
                <a:moveTo>
                  <a:pt x="76196" y="0"/>
                </a:moveTo>
                <a:lnTo>
                  <a:pt x="3228979" y="0"/>
                </a:lnTo>
                <a:cubicBezTo>
                  <a:pt x="3271061" y="0"/>
                  <a:pt x="3305175" y="34114"/>
                  <a:pt x="3305175" y="76196"/>
                </a:cubicBezTo>
                <a:lnTo>
                  <a:pt x="3305175" y="952504"/>
                </a:lnTo>
                <a:cubicBezTo>
                  <a:pt x="3305175" y="994586"/>
                  <a:pt x="3271061" y="1028700"/>
                  <a:pt x="32289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16826" y="1914525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3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315700" y="1933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Text 43"/>
          <p:cNvSpPr/>
          <p:nvPr/>
        </p:nvSpPr>
        <p:spPr>
          <a:xfrm>
            <a:off x="8416826" y="2181225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LMArena: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09424" y="2181225"/>
            <a:ext cx="447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1501 Elo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16826" y="2371725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GPQA Diamond: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13753" y="2371725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91.9%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16826" y="2562225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 AGI 2: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20450" y="2562225"/>
            <a:ext cx="333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45.1%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02526" y="2943225"/>
            <a:ext cx="3305175" cy="838200"/>
          </a:xfrm>
          <a:custGeom>
            <a:avLst/>
            <a:gdLst/>
            <a:ahLst/>
            <a:cxnLst/>
            <a:rect l="l" t="t" r="r" b="b"/>
            <a:pathLst>
              <a:path w="3305175" h="838200">
                <a:moveTo>
                  <a:pt x="76201" y="0"/>
                </a:moveTo>
                <a:lnTo>
                  <a:pt x="3228974" y="0"/>
                </a:lnTo>
                <a:cubicBezTo>
                  <a:pt x="3271059" y="0"/>
                  <a:pt x="3305175" y="34116"/>
                  <a:pt x="3305175" y="76201"/>
                </a:cubicBezTo>
                <a:lnTo>
                  <a:pt x="3305175" y="761999"/>
                </a:lnTo>
                <a:cubicBezTo>
                  <a:pt x="3305175" y="804084"/>
                  <a:pt x="3271059" y="838200"/>
                  <a:pt x="32289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416826" y="3057525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(o1)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16826" y="33242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Matemáticas: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899577" y="3324225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Scores altos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16826" y="351472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42898" y="3514725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Profundo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02526" y="3895725"/>
            <a:ext cx="3305175" cy="838200"/>
          </a:xfrm>
          <a:custGeom>
            <a:avLst/>
            <a:gdLst/>
            <a:ahLst/>
            <a:cxnLst/>
            <a:rect l="l" t="t" r="r" b="b"/>
            <a:pathLst>
              <a:path w="3305175" h="838200">
                <a:moveTo>
                  <a:pt x="76201" y="0"/>
                </a:moveTo>
                <a:lnTo>
                  <a:pt x="3228974" y="0"/>
                </a:lnTo>
                <a:cubicBezTo>
                  <a:pt x="3271059" y="0"/>
                  <a:pt x="3305175" y="34116"/>
                  <a:pt x="3305175" y="76201"/>
                </a:cubicBezTo>
                <a:lnTo>
                  <a:pt x="3305175" y="761999"/>
                </a:lnTo>
                <a:cubicBezTo>
                  <a:pt x="3305175" y="804084"/>
                  <a:pt x="3271059" y="838200"/>
                  <a:pt x="32289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416826" y="4010025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Grok-4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16826" y="42767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 Arena: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97046" y="4276725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Ranking alto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16826" y="4467225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914757" y="4467225"/>
            <a:ext cx="638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07263" y="5776913"/>
            <a:ext cx="3695700" cy="695325"/>
          </a:xfrm>
          <a:custGeom>
            <a:avLst/>
            <a:gdLst/>
            <a:ahLst/>
            <a:cxnLst/>
            <a:rect l="l" t="t" r="r" b="b"/>
            <a:pathLst>
              <a:path w="3695700" h="695325">
                <a:moveTo>
                  <a:pt x="114298" y="0"/>
                </a:moveTo>
                <a:lnTo>
                  <a:pt x="3581402" y="0"/>
                </a:lnTo>
                <a:cubicBezTo>
                  <a:pt x="3644527" y="0"/>
                  <a:pt x="3695700" y="51173"/>
                  <a:pt x="3695700" y="114298"/>
                </a:cubicBezTo>
                <a:lnTo>
                  <a:pt x="3695700" y="581027"/>
                </a:lnTo>
                <a:cubicBezTo>
                  <a:pt x="3695700" y="644152"/>
                  <a:pt x="3644527" y="695325"/>
                  <a:pt x="35814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09099" y="59626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5" name="Text 63"/>
          <p:cNvSpPr/>
          <p:nvPr/>
        </p:nvSpPr>
        <p:spPr>
          <a:xfrm>
            <a:off x="8459688" y="5934075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"Pruebas finales: ¿el perro guía funciona en una ciudad real?"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9439" y="5334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Despliegue Final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72006" y="509587"/>
            <a:ext cx="1238250" cy="352425"/>
          </a:xfrm>
          <a:custGeom>
            <a:avLst/>
            <a:gdLst/>
            <a:ahLst/>
            <a:cxnLst/>
            <a:rect l="l" t="t" r="r" b="b"/>
            <a:pathLst>
              <a:path w="1238250" h="352425">
                <a:moveTo>
                  <a:pt x="76201" y="0"/>
                </a:moveTo>
                <a:lnTo>
                  <a:pt x="1162049" y="0"/>
                </a:lnTo>
                <a:cubicBezTo>
                  <a:pt x="1204134" y="0"/>
                  <a:pt x="1238250" y="34116"/>
                  <a:pt x="1238250" y="76201"/>
                </a:cubicBezTo>
                <a:lnTo>
                  <a:pt x="1238250" y="276224"/>
                </a:lnTo>
                <a:cubicBezTo>
                  <a:pt x="1238250" y="318309"/>
                  <a:pt x="1204134" y="352425"/>
                  <a:pt x="11620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8218" y="60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995868" y="59055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1185863"/>
            <a:ext cx="5610225" cy="3743325"/>
          </a:xfrm>
          <a:custGeom>
            <a:avLst/>
            <a:gdLst/>
            <a:ahLst/>
            <a:cxnLst/>
            <a:rect l="l" t="t" r="r" b="b"/>
            <a:pathLst>
              <a:path w="5610225" h="3743325">
                <a:moveTo>
                  <a:pt x="114284" y="0"/>
                </a:moveTo>
                <a:lnTo>
                  <a:pt x="5495941" y="0"/>
                </a:lnTo>
                <a:cubicBezTo>
                  <a:pt x="5559058" y="0"/>
                  <a:pt x="5610225" y="51167"/>
                  <a:pt x="5610225" y="114284"/>
                </a:cubicBezTo>
                <a:lnTo>
                  <a:pt x="5610225" y="3629041"/>
                </a:lnTo>
                <a:cubicBezTo>
                  <a:pt x="5610225" y="3692158"/>
                  <a:pt x="5559058" y="3743325"/>
                  <a:pt x="549594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29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13811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Infraestructura de Despliegue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18002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se pone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producción para millones de usuarios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mediante despliegue en la nube con alta disponibilidad y escalabilidad.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2447925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19050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0550" y="2447925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950" y="25812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9525"/>
                </a:moveTo>
                <a:lnTo>
                  <a:pt x="63877" y="9525"/>
                </a:lnTo>
                <a:lnTo>
                  <a:pt x="63877" y="73402"/>
                </a:lnTo>
                <a:lnTo>
                  <a:pt x="0" y="73402"/>
                </a:lnTo>
                <a:lnTo>
                  <a:pt x="0" y="9525"/>
                </a:lnTo>
                <a:close/>
                <a:moveTo>
                  <a:pt x="69473" y="9525"/>
                </a:moveTo>
                <a:lnTo>
                  <a:pt x="133350" y="9525"/>
                </a:lnTo>
                <a:lnTo>
                  <a:pt x="133350" y="73402"/>
                </a:lnTo>
                <a:lnTo>
                  <a:pt x="69473" y="73402"/>
                </a:lnTo>
                <a:lnTo>
                  <a:pt x="69473" y="9525"/>
                </a:lnTo>
                <a:close/>
                <a:moveTo>
                  <a:pt x="0" y="78998"/>
                </a:moveTo>
                <a:lnTo>
                  <a:pt x="63877" y="78998"/>
                </a:lnTo>
                <a:lnTo>
                  <a:pt x="63877" y="142875"/>
                </a:lnTo>
                <a:lnTo>
                  <a:pt x="0" y="142875"/>
                </a:lnTo>
                <a:lnTo>
                  <a:pt x="0" y="78998"/>
                </a:lnTo>
                <a:close/>
                <a:moveTo>
                  <a:pt x="69473" y="78998"/>
                </a:moveTo>
                <a:lnTo>
                  <a:pt x="133350" y="78998"/>
                </a:lnTo>
                <a:lnTo>
                  <a:pt x="133350" y="142875"/>
                </a:lnTo>
                <a:lnTo>
                  <a:pt x="69473" y="142875"/>
                </a:lnTo>
                <a:lnTo>
                  <a:pt x="69473" y="7899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" y="25622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Azure (OpenAI)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375" y="282892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Infraestructura cloud de clase mundial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550" y="3248025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19050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0550" y="3248025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425" y="3381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8828" y="77926"/>
                </a:moveTo>
                <a:cubicBezTo>
                  <a:pt x="148828" y="120045"/>
                  <a:pt x="119985" y="150019"/>
                  <a:pt x="77391" y="150019"/>
                </a:cubicBezTo>
                <a:cubicBezTo>
                  <a:pt x="36552" y="150019"/>
                  <a:pt x="3572" y="117038"/>
                  <a:pt x="3572" y="76200"/>
                </a:cubicBezTo>
                <a:cubicBezTo>
                  <a:pt x="3572" y="35362"/>
                  <a:pt x="36552" y="2381"/>
                  <a:pt x="77391" y="2381"/>
                </a:cubicBezTo>
                <a:cubicBezTo>
                  <a:pt x="97274" y="2381"/>
                  <a:pt x="114002" y="9674"/>
                  <a:pt x="126891" y="21699"/>
                </a:cubicBezTo>
                <a:lnTo>
                  <a:pt x="106799" y="41017"/>
                </a:lnTo>
                <a:cubicBezTo>
                  <a:pt x="80516" y="15657"/>
                  <a:pt x="31641" y="34707"/>
                  <a:pt x="31641" y="76200"/>
                </a:cubicBezTo>
                <a:cubicBezTo>
                  <a:pt x="31641" y="101947"/>
                  <a:pt x="52209" y="122813"/>
                  <a:pt x="77391" y="122813"/>
                </a:cubicBezTo>
                <a:cubicBezTo>
                  <a:pt x="106620" y="122813"/>
                  <a:pt x="117574" y="101858"/>
                  <a:pt x="119301" y="90994"/>
                </a:cubicBezTo>
                <a:lnTo>
                  <a:pt x="77391" y="90994"/>
                </a:lnTo>
                <a:lnTo>
                  <a:pt x="77391" y="65603"/>
                </a:lnTo>
                <a:lnTo>
                  <a:pt x="147667" y="65603"/>
                </a:lnTo>
                <a:cubicBezTo>
                  <a:pt x="148352" y="69384"/>
                  <a:pt x="148828" y="73015"/>
                  <a:pt x="148828" y="7792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981075" y="336232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Cloud (Gemini)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4375" y="362902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 nativa con servicios Google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50" y="4048125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19050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0550" y="4048125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Shape 23"/>
          <p:cNvSpPr/>
          <p:nvPr/>
        </p:nvSpPr>
        <p:spPr>
          <a:xfrm>
            <a:off x="742950" y="4181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981075" y="416242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Infrastructure (Grok)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4375" y="442912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Infraestructura propietaria optimizada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1185863"/>
            <a:ext cx="5610225" cy="3095625"/>
          </a:xfrm>
          <a:custGeom>
            <a:avLst/>
            <a:gdLst/>
            <a:ahLst/>
            <a:cxnLst/>
            <a:rect l="l" t="t" r="r" b="b"/>
            <a:pathLst>
              <a:path w="5610225" h="3095625">
                <a:moveTo>
                  <a:pt x="114290" y="0"/>
                </a:moveTo>
                <a:lnTo>
                  <a:pt x="5495935" y="0"/>
                </a:lnTo>
                <a:cubicBezTo>
                  <a:pt x="5559055" y="0"/>
                  <a:pt x="5610225" y="51170"/>
                  <a:pt x="5610225" y="114290"/>
                </a:cubicBezTo>
                <a:lnTo>
                  <a:pt x="5610225" y="2981335"/>
                </a:lnTo>
                <a:cubicBezTo>
                  <a:pt x="5610225" y="3044455"/>
                  <a:pt x="5559055" y="3095625"/>
                  <a:pt x="549593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6994" y="1419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3811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Optimizaciones 2026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1275" y="18002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24625" y="1933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0820" y="2084"/>
                </a:moveTo>
                <a:cubicBezTo>
                  <a:pt x="133618" y="-714"/>
                  <a:pt x="138142" y="-714"/>
                  <a:pt x="140910" y="2084"/>
                </a:cubicBezTo>
                <a:lnTo>
                  <a:pt x="150435" y="11609"/>
                </a:lnTo>
                <a:cubicBezTo>
                  <a:pt x="153233" y="14407"/>
                  <a:pt x="153233" y="18931"/>
                  <a:pt x="150435" y="21699"/>
                </a:cubicBezTo>
                <a:lnTo>
                  <a:pt x="124539" y="47595"/>
                </a:lnTo>
                <a:lnTo>
                  <a:pt x="136148" y="59204"/>
                </a:lnTo>
                <a:cubicBezTo>
                  <a:pt x="138202" y="61258"/>
                  <a:pt x="138797" y="64324"/>
                  <a:pt x="137696" y="67002"/>
                </a:cubicBezTo>
                <a:cubicBezTo>
                  <a:pt x="136594" y="69681"/>
                  <a:pt x="134005" y="71438"/>
                  <a:pt x="131118" y="71438"/>
                </a:cubicBezTo>
                <a:lnTo>
                  <a:pt x="88255" y="71438"/>
                </a:lnTo>
                <a:cubicBezTo>
                  <a:pt x="84296" y="71438"/>
                  <a:pt x="81111" y="68253"/>
                  <a:pt x="81111" y="64294"/>
                </a:cubicBezTo>
                <a:lnTo>
                  <a:pt x="81111" y="21431"/>
                </a:lnTo>
                <a:cubicBezTo>
                  <a:pt x="81111" y="18544"/>
                  <a:pt x="82838" y="15925"/>
                  <a:pt x="85517" y="14823"/>
                </a:cubicBezTo>
                <a:cubicBezTo>
                  <a:pt x="88196" y="13722"/>
                  <a:pt x="91261" y="14317"/>
                  <a:pt x="93315" y="16371"/>
                </a:cubicBezTo>
                <a:lnTo>
                  <a:pt x="104924" y="27980"/>
                </a:lnTo>
                <a:lnTo>
                  <a:pt x="130820" y="2084"/>
                </a:lnTo>
                <a:close/>
                <a:moveTo>
                  <a:pt x="21580" y="80962"/>
                </a:moveTo>
                <a:lnTo>
                  <a:pt x="64443" y="80962"/>
                </a:lnTo>
                <a:cubicBezTo>
                  <a:pt x="68401" y="80962"/>
                  <a:pt x="71586" y="84147"/>
                  <a:pt x="71586" y="88106"/>
                </a:cubicBezTo>
                <a:lnTo>
                  <a:pt x="71586" y="130969"/>
                </a:lnTo>
                <a:cubicBezTo>
                  <a:pt x="71586" y="133856"/>
                  <a:pt x="69860" y="136475"/>
                  <a:pt x="67181" y="137577"/>
                </a:cubicBezTo>
                <a:cubicBezTo>
                  <a:pt x="64502" y="138678"/>
                  <a:pt x="61436" y="138083"/>
                  <a:pt x="59382" y="136029"/>
                </a:cubicBezTo>
                <a:lnTo>
                  <a:pt x="47774" y="124420"/>
                </a:lnTo>
                <a:lnTo>
                  <a:pt x="21878" y="150316"/>
                </a:lnTo>
                <a:cubicBezTo>
                  <a:pt x="19080" y="153114"/>
                  <a:pt x="14555" y="153114"/>
                  <a:pt x="11787" y="150316"/>
                </a:cubicBezTo>
                <a:lnTo>
                  <a:pt x="2262" y="140791"/>
                </a:lnTo>
                <a:cubicBezTo>
                  <a:pt x="-536" y="137993"/>
                  <a:pt x="-536" y="133469"/>
                  <a:pt x="2262" y="130701"/>
                </a:cubicBezTo>
                <a:lnTo>
                  <a:pt x="28158" y="104805"/>
                </a:lnTo>
                <a:lnTo>
                  <a:pt x="16550" y="93196"/>
                </a:lnTo>
                <a:cubicBezTo>
                  <a:pt x="14496" y="91142"/>
                  <a:pt x="13901" y="88076"/>
                  <a:pt x="15002" y="85398"/>
                </a:cubicBezTo>
                <a:cubicBezTo>
                  <a:pt x="16103" y="82719"/>
                  <a:pt x="18693" y="80962"/>
                  <a:pt x="21580" y="8096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6772275" y="191452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5575" y="2181225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precisión numérica para menor latencia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26003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3675" y="2733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6772275" y="271462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5575" y="2981325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Inferencia en dispositivos móviles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1275" y="34004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34150" y="3533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Text 39"/>
          <p:cNvSpPr/>
          <p:nvPr/>
        </p:nvSpPr>
        <p:spPr>
          <a:xfrm>
            <a:off x="6772275" y="351472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RESTful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5575" y="3781425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Acceso programático para developers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6013" y="4443413"/>
            <a:ext cx="5610225" cy="2028825"/>
          </a:xfrm>
          <a:custGeom>
            <a:avLst/>
            <a:gdLst/>
            <a:ahLst/>
            <a:cxnLst/>
            <a:rect l="l" t="t" r="r" b="b"/>
            <a:pathLst>
              <a:path w="5610225" h="20288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914521"/>
                </a:lnTo>
                <a:cubicBezTo>
                  <a:pt x="5610225" y="1977649"/>
                  <a:pt x="5559049" y="2028825"/>
                  <a:pt x="549592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275" y="4638675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1275" y="501967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266701"/>
                </a:lnTo>
                <a:cubicBezTo>
                  <a:pt x="5219700" y="308784"/>
                  <a:pt x="5185584" y="342900"/>
                  <a:pt x="5143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67475" y="5095875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437465" y="5114925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chat.openai.com + API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543877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266701"/>
                </a:lnTo>
                <a:cubicBezTo>
                  <a:pt x="5219700" y="308784"/>
                  <a:pt x="5185584" y="342900"/>
                  <a:pt x="5143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67475" y="55149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66078" y="5534025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app + x.ai/api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1275" y="585787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266701"/>
                </a:lnTo>
                <a:cubicBezTo>
                  <a:pt x="5219700" y="308784"/>
                  <a:pt x="5185584" y="342900"/>
                  <a:pt x="5143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67475" y="5934075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33571" y="5953125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gemini.google.com + Apps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COMPARATIVO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ChatGPT vs Grok vs Gemini </a:t>
            </a:r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381125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72042"/>
                </a:lnTo>
                <a:cubicBezTo>
                  <a:pt x="3686175" y="5035172"/>
                  <a:pt x="3634997" y="5086350"/>
                  <a:pt x="3571867" y="5086350"/>
                </a:cubicBezTo>
                <a:lnTo>
                  <a:pt x="114308" y="5086350"/>
                </a:lnTo>
                <a:cubicBezTo>
                  <a:pt x="51178" y="5086350"/>
                  <a:pt x="0" y="5035172"/>
                  <a:pt x="0" y="49720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254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550" y="1581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A37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6275" y="1695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0A37F"/>
          </a:solidFill>
          <a:ln/>
        </p:spPr>
      </p:sp>
      <p:sp>
        <p:nvSpPr>
          <p:cNvPr id="8" name="Text 6"/>
          <p:cNvSpPr/>
          <p:nvPr/>
        </p:nvSpPr>
        <p:spPr>
          <a:xfrm>
            <a:off x="1162050" y="158115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2050" y="184785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GPT-5 (Orion)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190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305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850" y="2533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MoE completo, 1M+ tokens contexto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2952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4850" y="3067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" y="3295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Texto, imagen, audio, video, código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50" y="3714750"/>
            <a:ext cx="3286125" cy="838200"/>
          </a:xfrm>
          <a:custGeom>
            <a:avLst/>
            <a:gdLst/>
            <a:ahLst/>
            <a:cxnLst/>
            <a:rect l="l" t="t" r="r" b="b"/>
            <a:pathLst>
              <a:path w="3286125" h="838200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761999"/>
                </a:lnTo>
                <a:cubicBezTo>
                  <a:pt x="3286125" y="804084"/>
                  <a:pt x="3252009" y="838200"/>
                  <a:pt x="32099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4850" y="3829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850" y="405765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profundo con o1, ecosistema de plugins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46672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4850" y="47815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850" y="50101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Azure, NVIDIA H200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5313" y="5834063"/>
            <a:ext cx="3276600" cy="428625"/>
          </a:xfrm>
          <a:custGeom>
            <a:avLst/>
            <a:gdLst/>
            <a:ahLst/>
            <a:cxnLst/>
            <a:rect l="l" t="t" r="r" b="b"/>
            <a:pathLst>
              <a:path w="3276600" h="4286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352424"/>
                </a:lnTo>
                <a:cubicBezTo>
                  <a:pt x="3276600" y="394509"/>
                  <a:pt x="3242484" y="428625"/>
                  <a:pt x="32003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0A37F">
              <a:alpha val="10196"/>
            </a:srgbClr>
          </a:solidFill>
          <a:ln w="12700">
            <a:solidFill>
              <a:srgbClr val="10A37F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038" y="595312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0A3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Integración: Microsoft Copilot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1275" y="1381125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72042"/>
                </a:lnTo>
                <a:cubicBezTo>
                  <a:pt x="3686175" y="5035172"/>
                  <a:pt x="3634997" y="5086350"/>
                  <a:pt x="3571867" y="5086350"/>
                </a:cubicBezTo>
                <a:lnTo>
                  <a:pt x="114308" y="5086350"/>
                </a:lnTo>
                <a:cubicBezTo>
                  <a:pt x="51178" y="5086350"/>
                  <a:pt x="0" y="5035172"/>
                  <a:pt x="0" y="49720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254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1300" y="1581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9888" y="1695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2800" y="15811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2800" y="18478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Grok-3/4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1300" y="2190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65600" y="2305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5600" y="2533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MoE, entrenado en Colossus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1300" y="2952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65600" y="3067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65600" y="3295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X/Twitter en tiempo real, conversaciones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51300" y="3714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65600" y="3829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Diferenciador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65600" y="4057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Humor, "rebeldía", máxima verdad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1300" y="4476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65600" y="4591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65600" y="4819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Colossus: 100,000+ GPUs H100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56063" y="5834063"/>
            <a:ext cx="3276600" cy="428625"/>
          </a:xfrm>
          <a:custGeom>
            <a:avLst/>
            <a:gdLst/>
            <a:ahLst/>
            <a:cxnLst/>
            <a:rect l="l" t="t" r="r" b="b"/>
            <a:pathLst>
              <a:path w="3276600" h="4286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352424"/>
                </a:lnTo>
                <a:cubicBezTo>
                  <a:pt x="3276600" y="394509"/>
                  <a:pt x="3242484" y="428625"/>
                  <a:pt x="32003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1788" y="595312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Integración: X app + API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12026" y="1381125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972042"/>
                </a:lnTo>
                <a:cubicBezTo>
                  <a:pt x="3686175" y="5035172"/>
                  <a:pt x="3634997" y="5086350"/>
                  <a:pt x="3571867" y="5086350"/>
                </a:cubicBezTo>
                <a:lnTo>
                  <a:pt x="114308" y="5086350"/>
                </a:lnTo>
                <a:cubicBezTo>
                  <a:pt x="51178" y="5086350"/>
                  <a:pt x="0" y="5035172"/>
                  <a:pt x="0" y="49720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254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12051" y="1581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285F4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12063" y="1695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4285F4"/>
          </a:solidFill>
          <a:ln/>
        </p:spPr>
      </p:sp>
      <p:sp>
        <p:nvSpPr>
          <p:cNvPr id="46" name="Text 44"/>
          <p:cNvSpPr/>
          <p:nvPr/>
        </p:nvSpPr>
        <p:spPr>
          <a:xfrm>
            <a:off x="8883551" y="15811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83551" y="184785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12051" y="2190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26351" y="2305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26351" y="2533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TPU v5e/v6e, entrenamiento 100% TPU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2051" y="2952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426351" y="3067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26351" y="3295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Think integrado, multimodal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12051" y="3714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426351" y="3829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Diferenciador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26351" y="4057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Intelligence, integración Google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2051" y="4476750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426351" y="4591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26351" y="4819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1501 Elo, 91.9% GPQA Diamond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16813" y="5834063"/>
            <a:ext cx="3276600" cy="428625"/>
          </a:xfrm>
          <a:custGeom>
            <a:avLst/>
            <a:gdLst/>
            <a:ahLst/>
            <a:cxnLst/>
            <a:rect l="l" t="t" r="r" b="b"/>
            <a:pathLst>
              <a:path w="3276600" h="4286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352424"/>
                </a:lnTo>
                <a:cubicBezTo>
                  <a:pt x="3276600" y="394509"/>
                  <a:pt x="3242484" y="428625"/>
                  <a:pt x="32003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285F4">
              <a:alpha val="10196"/>
            </a:srgbClr>
          </a:solidFill>
          <a:ln w="12700">
            <a:solidFill>
              <a:srgbClr val="4285F4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02538" y="595312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285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Integración: Google Workspace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INVERSIÓN Y RECURSOS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Costos y Hardware: </a:t>
            </a:r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 Inversión Millonaria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5610225" cy="3571875"/>
          </a:xfrm>
          <a:custGeom>
            <a:avLst/>
            <a:gdLst/>
            <a:ahLst/>
            <a:cxnLst/>
            <a:rect l="l" t="t" r="r" b="b"/>
            <a:pathLst>
              <a:path w="5610225" h="3571875">
                <a:moveTo>
                  <a:pt x="114300" y="0"/>
                </a:moveTo>
                <a:lnTo>
                  <a:pt x="5495925" y="0"/>
                </a:lnTo>
                <a:cubicBezTo>
                  <a:pt x="5559009" y="0"/>
                  <a:pt x="5610225" y="51216"/>
                  <a:pt x="5610225" y="114300"/>
                </a:cubicBezTo>
                <a:lnTo>
                  <a:pt x="5610225" y="3457575"/>
                </a:lnTo>
                <a:cubicBezTo>
                  <a:pt x="5610225" y="3520659"/>
                  <a:pt x="5559009" y="3571875"/>
                  <a:pt x="5495925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556" y="160972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Costos de Entrenamiento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75" y="1990725"/>
            <a:ext cx="5200650" cy="762000"/>
          </a:xfrm>
          <a:custGeom>
            <a:avLst/>
            <a:gdLst/>
            <a:ahLst/>
            <a:cxnLst/>
            <a:rect l="l" t="t" r="r" b="b"/>
            <a:pathLst>
              <a:path w="5200650" h="762000">
                <a:moveTo>
                  <a:pt x="381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685800"/>
                </a:lnTo>
                <a:cubicBezTo>
                  <a:pt x="5200650" y="727856"/>
                  <a:pt x="5166506" y="762000"/>
                  <a:pt x="51244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0075" y="19907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733425" y="2124075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6066" y="21050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$78-100M+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425" y="24479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Stanford AI Index Report 2025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867025"/>
            <a:ext cx="5200650" cy="762000"/>
          </a:xfrm>
          <a:custGeom>
            <a:avLst/>
            <a:gdLst/>
            <a:ahLst/>
            <a:cxnLst/>
            <a:rect l="l" t="t" r="r" b="b"/>
            <a:pathLst>
              <a:path w="5200650" h="762000">
                <a:moveTo>
                  <a:pt x="381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685800"/>
                </a:lnTo>
                <a:cubicBezTo>
                  <a:pt x="5200650" y="727856"/>
                  <a:pt x="5166506" y="762000"/>
                  <a:pt x="51244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0075" y="28670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33425" y="3000375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Ultra 1.0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32784" y="2981325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$192M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425" y="33242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caro reportado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788" y="3748087"/>
            <a:ext cx="5210175" cy="1000125"/>
          </a:xfrm>
          <a:custGeom>
            <a:avLst/>
            <a:gdLst/>
            <a:ahLst/>
            <a:cxnLst/>
            <a:rect l="l" t="t" r="r" b="b"/>
            <a:pathLst>
              <a:path w="5210175" h="1000125">
                <a:moveTo>
                  <a:pt x="76200" y="0"/>
                </a:moveTo>
                <a:lnTo>
                  <a:pt x="5133975" y="0"/>
                </a:lnTo>
                <a:cubicBezTo>
                  <a:pt x="5176059" y="0"/>
                  <a:pt x="5210175" y="34116"/>
                  <a:pt x="5210175" y="76200"/>
                </a:cubicBezTo>
                <a:lnTo>
                  <a:pt x="5210175" y="923925"/>
                </a:lnTo>
                <a:cubicBezTo>
                  <a:pt x="5210175" y="966009"/>
                  <a:pt x="5176059" y="1000125"/>
                  <a:pt x="51339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850" y="38671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Proyecciones Futuras: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" y="41529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2025-2026: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7794" y="41338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$5-10B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850" y="44196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3 años: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3636" y="440055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$10-100B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5110163"/>
            <a:ext cx="5610225" cy="533400"/>
          </a:xfrm>
          <a:custGeom>
            <a:avLst/>
            <a:gdLst/>
            <a:ahLst/>
            <a:cxnLst/>
            <a:rect l="l" t="t" r="r" b="b"/>
            <a:pathLst>
              <a:path w="5610225" h="533400">
                <a:moveTo>
                  <a:pt x="114302" y="0"/>
                </a:moveTo>
                <a:lnTo>
                  <a:pt x="5495923" y="0"/>
                </a:lnTo>
                <a:cubicBezTo>
                  <a:pt x="5559008" y="0"/>
                  <a:pt x="5610225" y="51217"/>
                  <a:pt x="5610225" y="114302"/>
                </a:cubicBezTo>
                <a:lnTo>
                  <a:pt x="5610225" y="419098"/>
                </a:lnTo>
                <a:cubicBezTo>
                  <a:pt x="5610225" y="482183"/>
                  <a:pt x="5559008" y="533400"/>
                  <a:pt x="5495923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975" y="5305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771525" y="5267325"/>
            <a:ext cx="5133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Aumento de 287,000x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desde el costo de un Transformer en 2017 ($670)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6013" y="1376363"/>
            <a:ext cx="5610225" cy="3895725"/>
          </a:xfrm>
          <a:custGeom>
            <a:avLst/>
            <a:gdLst/>
            <a:ahLst/>
            <a:cxnLst/>
            <a:rect l="l" t="t" r="r" b="b"/>
            <a:pathLst>
              <a:path w="5610225" h="38957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3781424"/>
                </a:lnTo>
                <a:cubicBezTo>
                  <a:pt x="5610225" y="3844551"/>
                  <a:pt x="5559051" y="3895725"/>
                  <a:pt x="5495924" y="3895725"/>
                </a:cubicBezTo>
                <a:lnTo>
                  <a:pt x="114301" y="3895725"/>
                </a:lnTo>
                <a:cubicBezTo>
                  <a:pt x="51174" y="3895725"/>
                  <a:pt x="0" y="3844551"/>
                  <a:pt x="0" y="37814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508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5716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Especializado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1275" y="19907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05575" y="212407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H100 (80GB)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2645" y="210502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$25,000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5575" y="24098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estándar de la industria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275" y="27908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05575" y="292417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H200 (141GB)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80093" y="2905125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$39,375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5575" y="32099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1.9x mejor rendimiento que H100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35909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05575" y="3724275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TPU v6e/v7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84557" y="3705225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5575" y="40100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Usado por Gemini 3 exclusivamente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275" y="439102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05575" y="4524375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Colossus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91217" y="45053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 GPUs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5575" y="4810125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supercluster del mundo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013" y="5434013"/>
            <a:ext cx="5610225" cy="1038225"/>
          </a:xfrm>
          <a:custGeom>
            <a:avLst/>
            <a:gdLst/>
            <a:ahLst/>
            <a:cxnLst/>
            <a:rect l="l" t="t" r="r" b="b"/>
            <a:pathLst>
              <a:path w="5610225" h="10382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923927"/>
                </a:lnTo>
                <a:cubicBezTo>
                  <a:pt x="5610225" y="987052"/>
                  <a:pt x="5559052" y="1038225"/>
                  <a:pt x="5495927" y="1038225"/>
                </a:cubicBezTo>
                <a:lnTo>
                  <a:pt x="114298" y="1038225"/>
                </a:lnTo>
                <a:cubicBezTo>
                  <a:pt x="51173" y="1038225"/>
                  <a:pt x="0" y="987052"/>
                  <a:pt x="0" y="923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66272" y="5638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10716"/>
                </a:moveTo>
                <a:cubicBezTo>
                  <a:pt x="114183" y="-10716"/>
                  <a:pt x="128588" y="3689"/>
                  <a:pt x="128588" y="21431"/>
                </a:cubicBezTo>
                <a:cubicBezTo>
                  <a:pt x="128588" y="39174"/>
                  <a:pt x="114183" y="53578"/>
                  <a:pt x="96441" y="53578"/>
                </a:cubicBezTo>
                <a:cubicBezTo>
                  <a:pt x="78698" y="53578"/>
                  <a:pt x="64294" y="39174"/>
                  <a:pt x="64294" y="21431"/>
                </a:cubicBezTo>
                <a:cubicBezTo>
                  <a:pt x="64294" y="3689"/>
                  <a:pt x="78698" y="-10716"/>
                  <a:pt x="96441" y="-10716"/>
                </a:cubicBezTo>
                <a:close/>
                <a:moveTo>
                  <a:pt x="16073" y="101798"/>
                </a:moveTo>
                <a:cubicBezTo>
                  <a:pt x="16073" y="78325"/>
                  <a:pt x="31812" y="57797"/>
                  <a:pt x="55286" y="46579"/>
                </a:cubicBezTo>
                <a:cubicBezTo>
                  <a:pt x="63758" y="60409"/>
                  <a:pt x="79028" y="69652"/>
                  <a:pt x="96441" y="69652"/>
                </a:cubicBezTo>
                <a:cubicBezTo>
                  <a:pt x="115093" y="69652"/>
                  <a:pt x="131300" y="59036"/>
                  <a:pt x="139303" y="43532"/>
                </a:cubicBezTo>
                <a:cubicBezTo>
                  <a:pt x="144594" y="39748"/>
                  <a:pt x="151057" y="37505"/>
                  <a:pt x="158055" y="37505"/>
                </a:cubicBezTo>
                <a:lnTo>
                  <a:pt x="164585" y="37505"/>
                </a:lnTo>
                <a:cubicBezTo>
                  <a:pt x="168068" y="37505"/>
                  <a:pt x="170613" y="40786"/>
                  <a:pt x="169776" y="44168"/>
                </a:cubicBezTo>
                <a:lnTo>
                  <a:pt x="164050" y="67040"/>
                </a:lnTo>
                <a:cubicBezTo>
                  <a:pt x="167365" y="71192"/>
                  <a:pt x="170144" y="75646"/>
                  <a:pt x="172220" y="80367"/>
                </a:cubicBezTo>
                <a:lnTo>
                  <a:pt x="179487" y="80367"/>
                </a:lnTo>
                <a:cubicBezTo>
                  <a:pt x="183940" y="80367"/>
                  <a:pt x="187523" y="83950"/>
                  <a:pt x="187523" y="88404"/>
                </a:cubicBezTo>
                <a:lnTo>
                  <a:pt x="187523" y="125909"/>
                </a:lnTo>
                <a:cubicBezTo>
                  <a:pt x="187523" y="130362"/>
                  <a:pt x="183940" y="133945"/>
                  <a:pt x="179487" y="133945"/>
                </a:cubicBezTo>
                <a:lnTo>
                  <a:pt x="166092" y="133945"/>
                </a:lnTo>
                <a:cubicBezTo>
                  <a:pt x="160567" y="141312"/>
                  <a:pt x="153200" y="147206"/>
                  <a:pt x="144661" y="150923"/>
                </a:cubicBezTo>
                <a:lnTo>
                  <a:pt x="144661" y="160734"/>
                </a:lnTo>
                <a:cubicBezTo>
                  <a:pt x="144661" y="166661"/>
                  <a:pt x="139872" y="171450"/>
                  <a:pt x="133945" y="171450"/>
                </a:cubicBezTo>
                <a:lnTo>
                  <a:pt x="122895" y="171450"/>
                </a:lnTo>
                <a:cubicBezTo>
                  <a:pt x="118106" y="171450"/>
                  <a:pt x="113920" y="168269"/>
                  <a:pt x="112581" y="163681"/>
                </a:cubicBezTo>
                <a:lnTo>
                  <a:pt x="110204" y="155377"/>
                </a:lnTo>
                <a:lnTo>
                  <a:pt x="82644" y="155377"/>
                </a:lnTo>
                <a:lnTo>
                  <a:pt x="80267" y="163681"/>
                </a:lnTo>
                <a:cubicBezTo>
                  <a:pt x="78961" y="168269"/>
                  <a:pt x="74775" y="171450"/>
                  <a:pt x="69986" y="171450"/>
                </a:cubicBezTo>
                <a:lnTo>
                  <a:pt x="58936" y="171450"/>
                </a:lnTo>
                <a:cubicBezTo>
                  <a:pt x="53009" y="171450"/>
                  <a:pt x="48220" y="166661"/>
                  <a:pt x="48220" y="160734"/>
                </a:cubicBezTo>
                <a:lnTo>
                  <a:pt x="48220" y="150923"/>
                </a:lnTo>
                <a:cubicBezTo>
                  <a:pt x="29301" y="142652"/>
                  <a:pt x="16073" y="123765"/>
                  <a:pt x="16073" y="101798"/>
                </a:cubicBezTo>
                <a:close/>
                <a:moveTo>
                  <a:pt x="141982" y="107156"/>
                </a:moveTo>
                <a:cubicBezTo>
                  <a:pt x="146418" y="107156"/>
                  <a:pt x="150019" y="103555"/>
                  <a:pt x="150019" y="99120"/>
                </a:cubicBezTo>
                <a:cubicBezTo>
                  <a:pt x="150019" y="94684"/>
                  <a:pt x="146418" y="91083"/>
                  <a:pt x="141982" y="91083"/>
                </a:cubicBezTo>
                <a:cubicBezTo>
                  <a:pt x="137546" y="91083"/>
                  <a:pt x="133945" y="94684"/>
                  <a:pt x="133945" y="99120"/>
                </a:cubicBezTo>
                <a:cubicBezTo>
                  <a:pt x="133945" y="103555"/>
                  <a:pt x="137546" y="107156"/>
                  <a:pt x="141982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6572250" y="5591175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Fine-tuning: 60-90% más barato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3175" y="5934075"/>
            <a:ext cx="5362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 técnicas como LoRA, el fine-tuning cuesta típicamente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$500-$5,000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$100M+ para entrenar desde cero.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363398"/>
            <a:ext cx="54510" cy="363398"/>
          </a:xfrm>
          <a:custGeom>
            <a:avLst/>
            <a:gdLst/>
            <a:ahLst/>
            <a:cxnLst/>
            <a:rect l="l" t="t" r="r" b="b"/>
            <a:pathLst>
              <a:path w="54510" h="363398">
                <a:moveTo>
                  <a:pt x="0" y="0"/>
                </a:moveTo>
                <a:lnTo>
                  <a:pt x="54510" y="0"/>
                </a:lnTo>
                <a:lnTo>
                  <a:pt x="54510" y="363398"/>
                </a:lnTo>
                <a:lnTo>
                  <a:pt x="0" y="36339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26927" y="454247"/>
            <a:ext cx="195326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spc="10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MIRANDO HACIA ADELANTE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3398" y="799475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 Futuro del Entrenamiento de </a:t>
            </a:r>
            <a:pPr>
              <a:lnSpc>
                <a:spcPct val="90000"/>
              </a:lnSpc>
            </a:pPr>
            <a:r>
              <a:rPr lang="en-US" sz="2575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LLMs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940" y="1312775"/>
            <a:ext cx="7585931" cy="2952608"/>
          </a:xfrm>
          <a:custGeom>
            <a:avLst/>
            <a:gdLst/>
            <a:ahLst/>
            <a:cxnLst/>
            <a:rect l="l" t="t" r="r" b="b"/>
            <a:pathLst>
              <a:path w="7585931" h="2952608">
                <a:moveTo>
                  <a:pt x="109010" y="0"/>
                </a:moveTo>
                <a:lnTo>
                  <a:pt x="7476921" y="0"/>
                </a:lnTo>
                <a:cubicBezTo>
                  <a:pt x="7537126" y="0"/>
                  <a:pt x="7585931" y="48806"/>
                  <a:pt x="7585931" y="109010"/>
                </a:cubicBezTo>
                <a:lnTo>
                  <a:pt x="7585931" y="2843598"/>
                </a:lnTo>
                <a:cubicBezTo>
                  <a:pt x="7585931" y="2903802"/>
                  <a:pt x="7537126" y="2952608"/>
                  <a:pt x="7476921" y="2952608"/>
                </a:cubicBezTo>
                <a:lnTo>
                  <a:pt x="109010" y="2952608"/>
                </a:lnTo>
                <a:cubicBezTo>
                  <a:pt x="48806" y="2952608"/>
                  <a:pt x="0" y="2903802"/>
                  <a:pt x="0" y="2843598"/>
                </a:cubicBezTo>
                <a:lnTo>
                  <a:pt x="0" y="109010"/>
                </a:lnTo>
                <a:cubicBezTo>
                  <a:pt x="0" y="48846"/>
                  <a:pt x="48846" y="0"/>
                  <a:pt x="10901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894" y="1535356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45425" y="113562"/>
                </a:moveTo>
                <a:lnTo>
                  <a:pt x="8695" y="113562"/>
                </a:lnTo>
                <a:cubicBezTo>
                  <a:pt x="-142" y="113562"/>
                  <a:pt x="-5572" y="103945"/>
                  <a:pt x="-1029" y="96350"/>
                </a:cubicBezTo>
                <a:lnTo>
                  <a:pt x="17744" y="65050"/>
                </a:lnTo>
                <a:cubicBezTo>
                  <a:pt x="20832" y="59904"/>
                  <a:pt x="26368" y="56781"/>
                  <a:pt x="32365" y="56781"/>
                </a:cubicBezTo>
                <a:lnTo>
                  <a:pt x="66079" y="56781"/>
                </a:lnTo>
                <a:cubicBezTo>
                  <a:pt x="93085" y="11037"/>
                  <a:pt x="133364" y="8730"/>
                  <a:pt x="160300" y="12669"/>
                </a:cubicBezTo>
                <a:cubicBezTo>
                  <a:pt x="164842" y="13344"/>
                  <a:pt x="168391" y="16892"/>
                  <a:pt x="169030" y="21399"/>
                </a:cubicBezTo>
                <a:cubicBezTo>
                  <a:pt x="172969" y="48335"/>
                  <a:pt x="170662" y="88614"/>
                  <a:pt x="124918" y="115620"/>
                </a:cubicBezTo>
                <a:lnTo>
                  <a:pt x="124918" y="149334"/>
                </a:lnTo>
                <a:cubicBezTo>
                  <a:pt x="124918" y="155331"/>
                  <a:pt x="121795" y="160867"/>
                  <a:pt x="116649" y="163955"/>
                </a:cubicBezTo>
                <a:lnTo>
                  <a:pt x="85349" y="182728"/>
                </a:lnTo>
                <a:cubicBezTo>
                  <a:pt x="77790" y="187271"/>
                  <a:pt x="68137" y="181805"/>
                  <a:pt x="68137" y="173004"/>
                </a:cubicBezTo>
                <a:lnTo>
                  <a:pt x="68137" y="136274"/>
                </a:lnTo>
                <a:cubicBezTo>
                  <a:pt x="68137" y="123747"/>
                  <a:pt x="57952" y="113562"/>
                  <a:pt x="45425" y="113562"/>
                </a:cubicBezTo>
                <a:lnTo>
                  <a:pt x="45389" y="113562"/>
                </a:lnTo>
                <a:close/>
                <a:moveTo>
                  <a:pt x="141952" y="56781"/>
                </a:moveTo>
                <a:cubicBezTo>
                  <a:pt x="141952" y="47379"/>
                  <a:pt x="134320" y="39747"/>
                  <a:pt x="124918" y="39747"/>
                </a:cubicBezTo>
                <a:cubicBezTo>
                  <a:pt x="115517" y="39747"/>
                  <a:pt x="107884" y="47379"/>
                  <a:pt x="107884" y="56781"/>
                </a:cubicBezTo>
                <a:cubicBezTo>
                  <a:pt x="107884" y="66182"/>
                  <a:pt x="115517" y="73815"/>
                  <a:pt x="124918" y="73815"/>
                </a:cubicBezTo>
                <a:cubicBezTo>
                  <a:pt x="134320" y="73815"/>
                  <a:pt x="141952" y="66182"/>
                  <a:pt x="141952" y="5678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781306" y="1499016"/>
            <a:ext cx="707717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 Emergentes 2026+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3267" y="1898754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3267" y="1898754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26" y="2025943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47696" y="9085"/>
                </a:moveTo>
                <a:lnTo>
                  <a:pt x="6814" y="9085"/>
                </a:lnTo>
                <a:cubicBezTo>
                  <a:pt x="3038" y="9085"/>
                  <a:pt x="0" y="12123"/>
                  <a:pt x="0" y="15899"/>
                </a:cubicBezTo>
                <a:lnTo>
                  <a:pt x="0" y="56781"/>
                </a:lnTo>
                <a:cubicBezTo>
                  <a:pt x="0" y="59535"/>
                  <a:pt x="1647" y="62033"/>
                  <a:pt x="4202" y="63084"/>
                </a:cubicBezTo>
                <a:cubicBezTo>
                  <a:pt x="6757" y="64134"/>
                  <a:pt x="9681" y="63538"/>
                  <a:pt x="11640" y="61607"/>
                </a:cubicBezTo>
                <a:lnTo>
                  <a:pt x="22996" y="50251"/>
                </a:lnTo>
                <a:lnTo>
                  <a:pt x="45425" y="72680"/>
                </a:lnTo>
                <a:lnTo>
                  <a:pt x="22996" y="95108"/>
                </a:lnTo>
                <a:lnTo>
                  <a:pt x="11640" y="83752"/>
                </a:lnTo>
                <a:cubicBezTo>
                  <a:pt x="9681" y="81793"/>
                  <a:pt x="6757" y="81225"/>
                  <a:pt x="4202" y="82276"/>
                </a:cubicBezTo>
                <a:cubicBezTo>
                  <a:pt x="1647" y="83326"/>
                  <a:pt x="0" y="85824"/>
                  <a:pt x="0" y="88578"/>
                </a:cubicBezTo>
                <a:lnTo>
                  <a:pt x="0" y="129461"/>
                </a:lnTo>
                <a:cubicBezTo>
                  <a:pt x="0" y="133236"/>
                  <a:pt x="3038" y="136274"/>
                  <a:pt x="6814" y="136274"/>
                </a:cubicBezTo>
                <a:lnTo>
                  <a:pt x="47696" y="136274"/>
                </a:lnTo>
                <a:cubicBezTo>
                  <a:pt x="50450" y="136274"/>
                  <a:pt x="52948" y="134628"/>
                  <a:pt x="53999" y="132072"/>
                </a:cubicBezTo>
                <a:cubicBezTo>
                  <a:pt x="55049" y="129517"/>
                  <a:pt x="54481" y="126593"/>
                  <a:pt x="52522" y="124634"/>
                </a:cubicBezTo>
                <a:lnTo>
                  <a:pt x="41166" y="113278"/>
                </a:lnTo>
                <a:lnTo>
                  <a:pt x="63595" y="90849"/>
                </a:lnTo>
                <a:lnTo>
                  <a:pt x="86023" y="113278"/>
                </a:lnTo>
                <a:lnTo>
                  <a:pt x="74667" y="124634"/>
                </a:lnTo>
                <a:cubicBezTo>
                  <a:pt x="72708" y="126593"/>
                  <a:pt x="72140" y="129517"/>
                  <a:pt x="73191" y="132072"/>
                </a:cubicBezTo>
                <a:cubicBezTo>
                  <a:pt x="74241" y="134628"/>
                  <a:pt x="76739" y="136274"/>
                  <a:pt x="79493" y="136274"/>
                </a:cubicBezTo>
                <a:lnTo>
                  <a:pt x="120376" y="136274"/>
                </a:lnTo>
                <a:cubicBezTo>
                  <a:pt x="124151" y="136274"/>
                  <a:pt x="127189" y="133236"/>
                  <a:pt x="127189" y="129461"/>
                </a:cubicBezTo>
                <a:lnTo>
                  <a:pt x="127189" y="88578"/>
                </a:lnTo>
                <a:cubicBezTo>
                  <a:pt x="127189" y="85824"/>
                  <a:pt x="125543" y="83326"/>
                  <a:pt x="122987" y="82276"/>
                </a:cubicBezTo>
                <a:cubicBezTo>
                  <a:pt x="120432" y="81225"/>
                  <a:pt x="117508" y="81793"/>
                  <a:pt x="115549" y="83752"/>
                </a:cubicBezTo>
                <a:lnTo>
                  <a:pt x="104193" y="95108"/>
                </a:lnTo>
                <a:lnTo>
                  <a:pt x="81765" y="72680"/>
                </a:lnTo>
                <a:lnTo>
                  <a:pt x="104193" y="50251"/>
                </a:lnTo>
                <a:lnTo>
                  <a:pt x="115549" y="61607"/>
                </a:lnTo>
                <a:cubicBezTo>
                  <a:pt x="117508" y="63566"/>
                  <a:pt x="120432" y="64134"/>
                  <a:pt x="122987" y="63084"/>
                </a:cubicBezTo>
                <a:cubicBezTo>
                  <a:pt x="125543" y="62033"/>
                  <a:pt x="127189" y="59535"/>
                  <a:pt x="127189" y="56781"/>
                </a:cubicBezTo>
                <a:lnTo>
                  <a:pt x="127189" y="15899"/>
                </a:lnTo>
                <a:cubicBezTo>
                  <a:pt x="127189" y="12123"/>
                  <a:pt x="124151" y="9085"/>
                  <a:pt x="120376" y="9085"/>
                </a:cubicBezTo>
                <a:lnTo>
                  <a:pt x="79493" y="9085"/>
                </a:lnTo>
                <a:cubicBezTo>
                  <a:pt x="76739" y="9085"/>
                  <a:pt x="74241" y="10732"/>
                  <a:pt x="73191" y="13287"/>
                </a:cubicBezTo>
                <a:cubicBezTo>
                  <a:pt x="72140" y="15842"/>
                  <a:pt x="72736" y="18766"/>
                  <a:pt x="74667" y="20725"/>
                </a:cubicBezTo>
                <a:lnTo>
                  <a:pt x="86023" y="32081"/>
                </a:lnTo>
                <a:lnTo>
                  <a:pt x="63595" y="54510"/>
                </a:lnTo>
                <a:lnTo>
                  <a:pt x="41166" y="32081"/>
                </a:lnTo>
                <a:lnTo>
                  <a:pt x="52522" y="20725"/>
                </a:lnTo>
                <a:cubicBezTo>
                  <a:pt x="54481" y="18766"/>
                  <a:pt x="55049" y="15842"/>
                  <a:pt x="53999" y="13287"/>
                </a:cubicBezTo>
                <a:cubicBezTo>
                  <a:pt x="52948" y="10732"/>
                  <a:pt x="50450" y="9085"/>
                  <a:pt x="47696" y="908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935750" y="2007773"/>
            <a:ext cx="82673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 Masiva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371" y="2262152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Kimi K2: 1T parámetros, 32B activos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5069" y="1898754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25069" y="1898754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1343" y="2025943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33804" y="1902"/>
                </a:moveTo>
                <a:cubicBezTo>
                  <a:pt x="135621" y="170"/>
                  <a:pt x="138262" y="-454"/>
                  <a:pt x="140703" y="341"/>
                </a:cubicBezTo>
                <a:cubicBezTo>
                  <a:pt x="143485" y="1278"/>
                  <a:pt x="145359" y="3889"/>
                  <a:pt x="145359" y="6814"/>
                </a:cubicBezTo>
                <a:lnTo>
                  <a:pt x="145359" y="59875"/>
                </a:lnTo>
                <a:cubicBezTo>
                  <a:pt x="145359" y="97124"/>
                  <a:pt x="114669" y="127189"/>
                  <a:pt x="77563" y="127189"/>
                </a:cubicBezTo>
                <a:cubicBezTo>
                  <a:pt x="55702" y="127189"/>
                  <a:pt x="36851" y="113136"/>
                  <a:pt x="30009" y="93490"/>
                </a:cubicBezTo>
                <a:cubicBezTo>
                  <a:pt x="19958" y="102234"/>
                  <a:pt x="13627" y="115095"/>
                  <a:pt x="13627" y="129461"/>
                </a:cubicBezTo>
                <a:cubicBezTo>
                  <a:pt x="13627" y="133236"/>
                  <a:pt x="10590" y="136274"/>
                  <a:pt x="6814" y="136274"/>
                </a:cubicBezTo>
                <a:cubicBezTo>
                  <a:pt x="3038" y="136274"/>
                  <a:pt x="0" y="133236"/>
                  <a:pt x="0" y="129461"/>
                </a:cubicBezTo>
                <a:cubicBezTo>
                  <a:pt x="0" y="108196"/>
                  <a:pt x="10845" y="89458"/>
                  <a:pt x="27283" y="78443"/>
                </a:cubicBezTo>
                <a:cubicBezTo>
                  <a:pt x="37305" y="71743"/>
                  <a:pt x="49257" y="68137"/>
                  <a:pt x="61323" y="68137"/>
                </a:cubicBezTo>
                <a:lnTo>
                  <a:pt x="84036" y="68137"/>
                </a:lnTo>
                <a:cubicBezTo>
                  <a:pt x="87812" y="68137"/>
                  <a:pt x="90849" y="65099"/>
                  <a:pt x="90849" y="61323"/>
                </a:cubicBezTo>
                <a:cubicBezTo>
                  <a:pt x="90849" y="57547"/>
                  <a:pt x="87812" y="54510"/>
                  <a:pt x="84036" y="54510"/>
                </a:cubicBezTo>
                <a:lnTo>
                  <a:pt x="61323" y="54510"/>
                </a:lnTo>
                <a:cubicBezTo>
                  <a:pt x="50052" y="54510"/>
                  <a:pt x="39378" y="57008"/>
                  <a:pt x="29810" y="61465"/>
                </a:cubicBezTo>
                <a:cubicBezTo>
                  <a:pt x="36425" y="41592"/>
                  <a:pt x="55134" y="27255"/>
                  <a:pt x="77222" y="27255"/>
                </a:cubicBezTo>
                <a:cubicBezTo>
                  <a:pt x="96073" y="27255"/>
                  <a:pt x="110098" y="20981"/>
                  <a:pt x="119439" y="14763"/>
                </a:cubicBezTo>
                <a:cubicBezTo>
                  <a:pt x="124890" y="11129"/>
                  <a:pt x="129517" y="6785"/>
                  <a:pt x="133833" y="19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97551" y="2007773"/>
            <a:ext cx="118104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Eficiencia Energética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173" y="2262152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Prioridad en sostenibilidad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3267" y="2661890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3267" y="2661890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41" y="2789079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34069" y="15899"/>
                </a:moveTo>
                <a:cubicBezTo>
                  <a:pt x="34069" y="7126"/>
                  <a:pt x="41195" y="0"/>
                  <a:pt x="49967" y="0"/>
                </a:cubicBezTo>
                <a:lnTo>
                  <a:pt x="56781" y="0"/>
                </a:lnTo>
                <a:cubicBezTo>
                  <a:pt x="61806" y="0"/>
                  <a:pt x="65866" y="4060"/>
                  <a:pt x="65866" y="9085"/>
                </a:cubicBezTo>
                <a:lnTo>
                  <a:pt x="65866" y="136274"/>
                </a:lnTo>
                <a:cubicBezTo>
                  <a:pt x="65866" y="141299"/>
                  <a:pt x="61806" y="145359"/>
                  <a:pt x="56781" y="145359"/>
                </a:cubicBezTo>
                <a:lnTo>
                  <a:pt x="47696" y="145359"/>
                </a:lnTo>
                <a:cubicBezTo>
                  <a:pt x="39236" y="145359"/>
                  <a:pt x="32110" y="139568"/>
                  <a:pt x="30094" y="131732"/>
                </a:cubicBezTo>
                <a:cubicBezTo>
                  <a:pt x="29895" y="131732"/>
                  <a:pt x="29725" y="131732"/>
                  <a:pt x="29526" y="131732"/>
                </a:cubicBezTo>
                <a:cubicBezTo>
                  <a:pt x="16977" y="131732"/>
                  <a:pt x="6814" y="121568"/>
                  <a:pt x="6814" y="109019"/>
                </a:cubicBezTo>
                <a:cubicBezTo>
                  <a:pt x="6814" y="103909"/>
                  <a:pt x="8517" y="99196"/>
                  <a:pt x="11356" y="95392"/>
                </a:cubicBezTo>
                <a:cubicBezTo>
                  <a:pt x="5848" y="91247"/>
                  <a:pt x="2271" y="84660"/>
                  <a:pt x="2271" y="77222"/>
                </a:cubicBezTo>
                <a:cubicBezTo>
                  <a:pt x="2271" y="68449"/>
                  <a:pt x="7268" y="60812"/>
                  <a:pt x="14536" y="57036"/>
                </a:cubicBezTo>
                <a:cubicBezTo>
                  <a:pt x="12520" y="53630"/>
                  <a:pt x="11356" y="49655"/>
                  <a:pt x="11356" y="45425"/>
                </a:cubicBezTo>
                <a:cubicBezTo>
                  <a:pt x="11356" y="32876"/>
                  <a:pt x="21520" y="22712"/>
                  <a:pt x="34069" y="22712"/>
                </a:cubicBezTo>
                <a:lnTo>
                  <a:pt x="34069" y="15899"/>
                </a:lnTo>
                <a:close/>
                <a:moveTo>
                  <a:pt x="111291" y="15899"/>
                </a:moveTo>
                <a:lnTo>
                  <a:pt x="111291" y="22712"/>
                </a:lnTo>
                <a:cubicBezTo>
                  <a:pt x="123839" y="22712"/>
                  <a:pt x="134003" y="32876"/>
                  <a:pt x="134003" y="45425"/>
                </a:cubicBezTo>
                <a:cubicBezTo>
                  <a:pt x="134003" y="49683"/>
                  <a:pt x="132839" y="53658"/>
                  <a:pt x="130823" y="57036"/>
                </a:cubicBezTo>
                <a:cubicBezTo>
                  <a:pt x="138120" y="60812"/>
                  <a:pt x="143088" y="68421"/>
                  <a:pt x="143088" y="77222"/>
                </a:cubicBezTo>
                <a:cubicBezTo>
                  <a:pt x="143088" y="84660"/>
                  <a:pt x="139511" y="91247"/>
                  <a:pt x="134003" y="95392"/>
                </a:cubicBezTo>
                <a:cubicBezTo>
                  <a:pt x="136842" y="99196"/>
                  <a:pt x="138545" y="103909"/>
                  <a:pt x="138545" y="109019"/>
                </a:cubicBezTo>
                <a:cubicBezTo>
                  <a:pt x="138545" y="121568"/>
                  <a:pt x="128382" y="131732"/>
                  <a:pt x="115833" y="131732"/>
                </a:cubicBezTo>
                <a:cubicBezTo>
                  <a:pt x="115634" y="131732"/>
                  <a:pt x="115464" y="131732"/>
                  <a:pt x="115265" y="131732"/>
                </a:cubicBezTo>
                <a:cubicBezTo>
                  <a:pt x="113250" y="139568"/>
                  <a:pt x="106124" y="145359"/>
                  <a:pt x="97663" y="145359"/>
                </a:cubicBezTo>
                <a:lnTo>
                  <a:pt x="88578" y="145359"/>
                </a:lnTo>
                <a:cubicBezTo>
                  <a:pt x="83553" y="145359"/>
                  <a:pt x="79493" y="141299"/>
                  <a:pt x="79493" y="136274"/>
                </a:cubicBezTo>
                <a:lnTo>
                  <a:pt x="79493" y="9085"/>
                </a:lnTo>
                <a:cubicBezTo>
                  <a:pt x="79493" y="4060"/>
                  <a:pt x="83553" y="0"/>
                  <a:pt x="88578" y="0"/>
                </a:cubicBezTo>
                <a:lnTo>
                  <a:pt x="95392" y="0"/>
                </a:lnTo>
                <a:cubicBezTo>
                  <a:pt x="104165" y="0"/>
                  <a:pt x="111291" y="7126"/>
                  <a:pt x="111291" y="1589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935750" y="2770909"/>
            <a:ext cx="128097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Híbrido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371" y="3025288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Combinar deep thinking + respuesta rápida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5069" y="2661890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25069" y="2661890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3173" y="2789079"/>
            <a:ext cx="181699" cy="145359"/>
          </a:xfrm>
          <a:custGeom>
            <a:avLst/>
            <a:gdLst/>
            <a:ahLst/>
            <a:cxnLst/>
            <a:rect l="l" t="t" r="r" b="b"/>
            <a:pathLst>
              <a:path w="181699" h="145359">
                <a:moveTo>
                  <a:pt x="99934" y="0"/>
                </a:moveTo>
                <a:cubicBezTo>
                  <a:pt x="99934" y="-5025"/>
                  <a:pt x="95875" y="-9085"/>
                  <a:pt x="90849" y="-9085"/>
                </a:cubicBezTo>
                <a:cubicBezTo>
                  <a:pt x="85824" y="-9085"/>
                  <a:pt x="81765" y="-5025"/>
                  <a:pt x="81765" y="0"/>
                </a:cubicBezTo>
                <a:lnTo>
                  <a:pt x="81765" y="18170"/>
                </a:lnTo>
                <a:lnTo>
                  <a:pt x="54510" y="18170"/>
                </a:lnTo>
                <a:cubicBezTo>
                  <a:pt x="39463" y="18170"/>
                  <a:pt x="27255" y="30378"/>
                  <a:pt x="27255" y="45425"/>
                </a:cubicBezTo>
                <a:lnTo>
                  <a:pt x="27255" y="109019"/>
                </a:lnTo>
                <a:cubicBezTo>
                  <a:pt x="27255" y="124066"/>
                  <a:pt x="39463" y="136274"/>
                  <a:pt x="54510" y="136274"/>
                </a:cubicBezTo>
                <a:lnTo>
                  <a:pt x="127189" y="136274"/>
                </a:lnTo>
                <a:cubicBezTo>
                  <a:pt x="142236" y="136274"/>
                  <a:pt x="154444" y="124066"/>
                  <a:pt x="154444" y="109019"/>
                </a:cubicBezTo>
                <a:lnTo>
                  <a:pt x="154444" y="45425"/>
                </a:lnTo>
                <a:cubicBezTo>
                  <a:pt x="154444" y="30378"/>
                  <a:pt x="142236" y="18170"/>
                  <a:pt x="127189" y="18170"/>
                </a:cubicBezTo>
                <a:lnTo>
                  <a:pt x="99934" y="18170"/>
                </a:lnTo>
                <a:lnTo>
                  <a:pt x="99934" y="0"/>
                </a:lnTo>
                <a:close/>
                <a:moveTo>
                  <a:pt x="45425" y="104477"/>
                </a:moveTo>
                <a:cubicBezTo>
                  <a:pt x="45425" y="100701"/>
                  <a:pt x="48463" y="97663"/>
                  <a:pt x="52238" y="97663"/>
                </a:cubicBezTo>
                <a:lnTo>
                  <a:pt x="61323" y="97663"/>
                </a:lnTo>
                <a:cubicBezTo>
                  <a:pt x="65099" y="97663"/>
                  <a:pt x="68137" y="100701"/>
                  <a:pt x="68137" y="104477"/>
                </a:cubicBezTo>
                <a:cubicBezTo>
                  <a:pt x="68137" y="108253"/>
                  <a:pt x="65099" y="111291"/>
                  <a:pt x="61323" y="111291"/>
                </a:cubicBezTo>
                <a:lnTo>
                  <a:pt x="52238" y="111291"/>
                </a:lnTo>
                <a:cubicBezTo>
                  <a:pt x="48463" y="111291"/>
                  <a:pt x="45425" y="108253"/>
                  <a:pt x="45425" y="104477"/>
                </a:cubicBezTo>
                <a:close/>
                <a:moveTo>
                  <a:pt x="79493" y="104477"/>
                </a:moveTo>
                <a:cubicBezTo>
                  <a:pt x="79493" y="100701"/>
                  <a:pt x="82531" y="97663"/>
                  <a:pt x="86307" y="97663"/>
                </a:cubicBezTo>
                <a:lnTo>
                  <a:pt x="95392" y="97663"/>
                </a:lnTo>
                <a:cubicBezTo>
                  <a:pt x="99168" y="97663"/>
                  <a:pt x="102206" y="100701"/>
                  <a:pt x="102206" y="104477"/>
                </a:cubicBezTo>
                <a:cubicBezTo>
                  <a:pt x="102206" y="108253"/>
                  <a:pt x="99168" y="111291"/>
                  <a:pt x="95392" y="111291"/>
                </a:cubicBezTo>
                <a:lnTo>
                  <a:pt x="86307" y="111291"/>
                </a:lnTo>
                <a:cubicBezTo>
                  <a:pt x="82531" y="111291"/>
                  <a:pt x="79493" y="108253"/>
                  <a:pt x="79493" y="104477"/>
                </a:cubicBezTo>
                <a:close/>
                <a:moveTo>
                  <a:pt x="113562" y="104477"/>
                </a:moveTo>
                <a:cubicBezTo>
                  <a:pt x="113562" y="100701"/>
                  <a:pt x="116600" y="97663"/>
                  <a:pt x="120376" y="97663"/>
                </a:cubicBezTo>
                <a:lnTo>
                  <a:pt x="129461" y="97663"/>
                </a:lnTo>
                <a:cubicBezTo>
                  <a:pt x="133236" y="97663"/>
                  <a:pt x="136274" y="100701"/>
                  <a:pt x="136274" y="104477"/>
                </a:cubicBezTo>
                <a:cubicBezTo>
                  <a:pt x="136274" y="108253"/>
                  <a:pt x="133236" y="111291"/>
                  <a:pt x="129461" y="111291"/>
                </a:cubicBezTo>
                <a:lnTo>
                  <a:pt x="120376" y="111291"/>
                </a:lnTo>
                <a:cubicBezTo>
                  <a:pt x="116600" y="111291"/>
                  <a:pt x="113562" y="108253"/>
                  <a:pt x="113562" y="104477"/>
                </a:cubicBezTo>
                <a:close/>
                <a:moveTo>
                  <a:pt x="63595" y="49967"/>
                </a:moveTo>
                <a:cubicBezTo>
                  <a:pt x="71116" y="49967"/>
                  <a:pt x="77222" y="56073"/>
                  <a:pt x="77222" y="63595"/>
                </a:cubicBezTo>
                <a:cubicBezTo>
                  <a:pt x="77222" y="71116"/>
                  <a:pt x="71116" y="77222"/>
                  <a:pt x="63595" y="77222"/>
                </a:cubicBezTo>
                <a:cubicBezTo>
                  <a:pt x="56073" y="77222"/>
                  <a:pt x="49967" y="71116"/>
                  <a:pt x="49967" y="63595"/>
                </a:cubicBezTo>
                <a:cubicBezTo>
                  <a:pt x="49967" y="56073"/>
                  <a:pt x="56073" y="49967"/>
                  <a:pt x="63595" y="49967"/>
                </a:cubicBezTo>
                <a:close/>
                <a:moveTo>
                  <a:pt x="104477" y="63595"/>
                </a:moveTo>
                <a:cubicBezTo>
                  <a:pt x="104477" y="56073"/>
                  <a:pt x="110583" y="49967"/>
                  <a:pt x="118104" y="49967"/>
                </a:cubicBezTo>
                <a:cubicBezTo>
                  <a:pt x="125626" y="49967"/>
                  <a:pt x="131732" y="56073"/>
                  <a:pt x="131732" y="63595"/>
                </a:cubicBezTo>
                <a:cubicBezTo>
                  <a:pt x="131732" y="71116"/>
                  <a:pt x="125626" y="77222"/>
                  <a:pt x="118104" y="77222"/>
                </a:cubicBezTo>
                <a:cubicBezTo>
                  <a:pt x="110583" y="77222"/>
                  <a:pt x="104477" y="71116"/>
                  <a:pt x="104477" y="63595"/>
                </a:cubicBezTo>
                <a:close/>
                <a:moveTo>
                  <a:pt x="18170" y="63595"/>
                </a:moveTo>
                <a:cubicBezTo>
                  <a:pt x="18170" y="58570"/>
                  <a:pt x="14110" y="54510"/>
                  <a:pt x="9085" y="54510"/>
                </a:cubicBezTo>
                <a:cubicBezTo>
                  <a:pt x="4060" y="54510"/>
                  <a:pt x="0" y="58570"/>
                  <a:pt x="0" y="63595"/>
                </a:cubicBezTo>
                <a:lnTo>
                  <a:pt x="0" y="90849"/>
                </a:lnTo>
                <a:cubicBezTo>
                  <a:pt x="0" y="95875"/>
                  <a:pt x="4060" y="99934"/>
                  <a:pt x="9085" y="99934"/>
                </a:cubicBezTo>
                <a:cubicBezTo>
                  <a:pt x="14110" y="99934"/>
                  <a:pt x="18170" y="95875"/>
                  <a:pt x="18170" y="90849"/>
                </a:cubicBezTo>
                <a:lnTo>
                  <a:pt x="18170" y="63595"/>
                </a:lnTo>
                <a:close/>
                <a:moveTo>
                  <a:pt x="172614" y="54510"/>
                </a:moveTo>
                <a:cubicBezTo>
                  <a:pt x="167589" y="54510"/>
                  <a:pt x="163529" y="58570"/>
                  <a:pt x="163529" y="63595"/>
                </a:cubicBezTo>
                <a:lnTo>
                  <a:pt x="163529" y="90849"/>
                </a:lnTo>
                <a:cubicBezTo>
                  <a:pt x="163529" y="95875"/>
                  <a:pt x="167589" y="99934"/>
                  <a:pt x="172614" y="99934"/>
                </a:cubicBezTo>
                <a:cubicBezTo>
                  <a:pt x="177639" y="99934"/>
                  <a:pt x="181699" y="95875"/>
                  <a:pt x="181699" y="90849"/>
                </a:cubicBezTo>
                <a:lnTo>
                  <a:pt x="181699" y="63595"/>
                </a:lnTo>
                <a:cubicBezTo>
                  <a:pt x="181699" y="58570"/>
                  <a:pt x="177639" y="54510"/>
                  <a:pt x="172614" y="5451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97551" y="2770909"/>
            <a:ext cx="118104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Agentes Autónomos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3173" y="3025288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 nativa de tools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3267" y="3425025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3267" y="3425025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1371" y="3552215"/>
            <a:ext cx="181699" cy="145359"/>
          </a:xfrm>
          <a:custGeom>
            <a:avLst/>
            <a:gdLst/>
            <a:ahLst/>
            <a:cxnLst/>
            <a:rect l="l" t="t" r="r" b="b"/>
            <a:pathLst>
              <a:path w="181699" h="145359">
                <a:moveTo>
                  <a:pt x="72822" y="2271"/>
                </a:moveTo>
                <a:cubicBezTo>
                  <a:pt x="91624" y="2271"/>
                  <a:pt x="106890" y="17537"/>
                  <a:pt x="106890" y="36340"/>
                </a:cubicBezTo>
                <a:cubicBezTo>
                  <a:pt x="106890" y="55143"/>
                  <a:pt x="91624" y="70408"/>
                  <a:pt x="72822" y="70408"/>
                </a:cubicBezTo>
                <a:cubicBezTo>
                  <a:pt x="54019" y="70408"/>
                  <a:pt x="38753" y="55143"/>
                  <a:pt x="38753" y="36340"/>
                </a:cubicBezTo>
                <a:cubicBezTo>
                  <a:pt x="38753" y="17537"/>
                  <a:pt x="54019" y="2271"/>
                  <a:pt x="72822" y="2271"/>
                </a:cubicBezTo>
                <a:close/>
                <a:moveTo>
                  <a:pt x="64361" y="86307"/>
                </a:moveTo>
                <a:lnTo>
                  <a:pt x="81225" y="86307"/>
                </a:lnTo>
                <a:lnTo>
                  <a:pt x="81651" y="86307"/>
                </a:lnTo>
                <a:cubicBezTo>
                  <a:pt x="77989" y="93916"/>
                  <a:pt x="79437" y="102830"/>
                  <a:pt x="84916" y="108877"/>
                </a:cubicBezTo>
                <a:cubicBezTo>
                  <a:pt x="79181" y="115208"/>
                  <a:pt x="77875" y="124719"/>
                  <a:pt x="82247" y="132555"/>
                </a:cubicBezTo>
                <a:lnTo>
                  <a:pt x="88635" y="144025"/>
                </a:lnTo>
                <a:cubicBezTo>
                  <a:pt x="88891" y="144479"/>
                  <a:pt x="89174" y="144933"/>
                  <a:pt x="89458" y="145359"/>
                </a:cubicBezTo>
                <a:lnTo>
                  <a:pt x="22173" y="145359"/>
                </a:lnTo>
                <a:cubicBezTo>
                  <a:pt x="17517" y="145359"/>
                  <a:pt x="13741" y="141583"/>
                  <a:pt x="13741" y="136927"/>
                </a:cubicBezTo>
                <a:cubicBezTo>
                  <a:pt x="13741" y="108963"/>
                  <a:pt x="36397" y="86307"/>
                  <a:pt x="64361" y="86307"/>
                </a:cubicBezTo>
                <a:close/>
                <a:moveTo>
                  <a:pt x="122817" y="70295"/>
                </a:moveTo>
                <a:cubicBezTo>
                  <a:pt x="122817" y="66519"/>
                  <a:pt x="125855" y="63481"/>
                  <a:pt x="129631" y="63481"/>
                </a:cubicBezTo>
                <a:lnTo>
                  <a:pt x="143258" y="63481"/>
                </a:lnTo>
                <a:cubicBezTo>
                  <a:pt x="147034" y="63481"/>
                  <a:pt x="150072" y="66519"/>
                  <a:pt x="150072" y="70295"/>
                </a:cubicBezTo>
                <a:lnTo>
                  <a:pt x="150072" y="72027"/>
                </a:lnTo>
                <a:cubicBezTo>
                  <a:pt x="150072" y="77392"/>
                  <a:pt x="156914" y="81339"/>
                  <a:pt x="161570" y="78670"/>
                </a:cubicBezTo>
                <a:lnTo>
                  <a:pt x="162990" y="77847"/>
                </a:lnTo>
                <a:cubicBezTo>
                  <a:pt x="166283" y="75944"/>
                  <a:pt x="170513" y="77108"/>
                  <a:pt x="172358" y="80430"/>
                </a:cubicBezTo>
                <a:lnTo>
                  <a:pt x="178718" y="91843"/>
                </a:lnTo>
                <a:cubicBezTo>
                  <a:pt x="180478" y="95023"/>
                  <a:pt x="179456" y="98998"/>
                  <a:pt x="176390" y="100928"/>
                </a:cubicBezTo>
                <a:lnTo>
                  <a:pt x="175056" y="101751"/>
                </a:lnTo>
                <a:cubicBezTo>
                  <a:pt x="170456" y="104619"/>
                  <a:pt x="170456" y="113079"/>
                  <a:pt x="175056" y="115975"/>
                </a:cubicBezTo>
                <a:lnTo>
                  <a:pt x="176362" y="116798"/>
                </a:lnTo>
                <a:cubicBezTo>
                  <a:pt x="179428" y="118729"/>
                  <a:pt x="180478" y="122704"/>
                  <a:pt x="178718" y="125883"/>
                </a:cubicBezTo>
                <a:lnTo>
                  <a:pt x="172330" y="137353"/>
                </a:lnTo>
                <a:cubicBezTo>
                  <a:pt x="170485" y="140675"/>
                  <a:pt x="166255" y="141867"/>
                  <a:pt x="162961" y="139937"/>
                </a:cubicBezTo>
                <a:lnTo>
                  <a:pt x="161570" y="139113"/>
                </a:lnTo>
                <a:cubicBezTo>
                  <a:pt x="156914" y="136416"/>
                  <a:pt x="150072" y="140391"/>
                  <a:pt x="150072" y="145757"/>
                </a:cubicBezTo>
                <a:lnTo>
                  <a:pt x="150072" y="147488"/>
                </a:lnTo>
                <a:cubicBezTo>
                  <a:pt x="150072" y="151264"/>
                  <a:pt x="147034" y="154302"/>
                  <a:pt x="143258" y="154302"/>
                </a:cubicBezTo>
                <a:lnTo>
                  <a:pt x="129631" y="154302"/>
                </a:lnTo>
                <a:cubicBezTo>
                  <a:pt x="125855" y="154302"/>
                  <a:pt x="122817" y="151264"/>
                  <a:pt x="122817" y="147488"/>
                </a:cubicBezTo>
                <a:lnTo>
                  <a:pt x="122817" y="145813"/>
                </a:lnTo>
                <a:cubicBezTo>
                  <a:pt x="122817" y="140419"/>
                  <a:pt x="115947" y="136445"/>
                  <a:pt x="111262" y="139142"/>
                </a:cubicBezTo>
                <a:lnTo>
                  <a:pt x="109899" y="139937"/>
                </a:lnTo>
                <a:cubicBezTo>
                  <a:pt x="106606" y="141839"/>
                  <a:pt x="102404" y="140675"/>
                  <a:pt x="100531" y="137353"/>
                </a:cubicBezTo>
                <a:lnTo>
                  <a:pt x="94114" y="125883"/>
                </a:lnTo>
                <a:cubicBezTo>
                  <a:pt x="92354" y="122704"/>
                  <a:pt x="93376" y="118701"/>
                  <a:pt x="96471" y="116770"/>
                </a:cubicBezTo>
                <a:lnTo>
                  <a:pt x="97720" y="116003"/>
                </a:lnTo>
                <a:cubicBezTo>
                  <a:pt x="102348" y="113136"/>
                  <a:pt x="102348" y="104619"/>
                  <a:pt x="97720" y="101751"/>
                </a:cubicBezTo>
                <a:lnTo>
                  <a:pt x="96442" y="100956"/>
                </a:lnTo>
                <a:cubicBezTo>
                  <a:pt x="93348" y="99026"/>
                  <a:pt x="92326" y="95023"/>
                  <a:pt x="94086" y="91843"/>
                </a:cubicBezTo>
                <a:lnTo>
                  <a:pt x="100474" y="80402"/>
                </a:lnTo>
                <a:cubicBezTo>
                  <a:pt x="102319" y="77080"/>
                  <a:pt x="106549" y="75916"/>
                  <a:pt x="109814" y="77818"/>
                </a:cubicBezTo>
                <a:lnTo>
                  <a:pt x="111177" y="78613"/>
                </a:lnTo>
                <a:cubicBezTo>
                  <a:pt x="115861" y="81310"/>
                  <a:pt x="122732" y="77336"/>
                  <a:pt x="122732" y="71941"/>
                </a:cubicBezTo>
                <a:lnTo>
                  <a:pt x="122732" y="70266"/>
                </a:lnTo>
                <a:close/>
                <a:moveTo>
                  <a:pt x="151179" y="108963"/>
                </a:moveTo>
                <a:cubicBezTo>
                  <a:pt x="151179" y="100815"/>
                  <a:pt x="144564" y="94200"/>
                  <a:pt x="136416" y="94200"/>
                </a:cubicBezTo>
                <a:cubicBezTo>
                  <a:pt x="128268" y="94200"/>
                  <a:pt x="121653" y="100815"/>
                  <a:pt x="121653" y="108963"/>
                </a:cubicBezTo>
                <a:cubicBezTo>
                  <a:pt x="121653" y="117111"/>
                  <a:pt x="128268" y="123726"/>
                  <a:pt x="136416" y="123726"/>
                </a:cubicBezTo>
                <a:cubicBezTo>
                  <a:pt x="144564" y="123726"/>
                  <a:pt x="151179" y="117111"/>
                  <a:pt x="151179" y="1089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935750" y="3534045"/>
            <a:ext cx="139908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Personalización Extrema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371" y="3788423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adaptados a cada usuario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5069" y="3425025"/>
            <a:ext cx="3543130" cy="654116"/>
          </a:xfrm>
          <a:custGeom>
            <a:avLst/>
            <a:gdLst/>
            <a:ahLst/>
            <a:cxnLst/>
            <a:rect l="l" t="t" r="r" b="b"/>
            <a:pathLst>
              <a:path w="3543130" h="654116">
                <a:moveTo>
                  <a:pt x="18170" y="0"/>
                </a:moveTo>
                <a:lnTo>
                  <a:pt x="3470451" y="0"/>
                </a:lnTo>
                <a:cubicBezTo>
                  <a:pt x="3510590" y="0"/>
                  <a:pt x="3543130" y="32539"/>
                  <a:pt x="3543130" y="72679"/>
                </a:cubicBezTo>
                <a:lnTo>
                  <a:pt x="3543130" y="581437"/>
                </a:lnTo>
                <a:cubicBezTo>
                  <a:pt x="3543130" y="621577"/>
                  <a:pt x="3510590" y="654116"/>
                  <a:pt x="3470451" y="654116"/>
                </a:cubicBez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5069" y="3425025"/>
            <a:ext cx="18170" cy="654116"/>
          </a:xfrm>
          <a:custGeom>
            <a:avLst/>
            <a:gdLst/>
            <a:ahLst/>
            <a:cxnLst/>
            <a:rect l="l" t="t" r="r" b="b"/>
            <a:pathLst>
              <a:path w="18170" h="654116">
                <a:moveTo>
                  <a:pt x="18170" y="0"/>
                </a:moveTo>
                <a:lnTo>
                  <a:pt x="18170" y="0"/>
                </a:lnTo>
                <a:lnTo>
                  <a:pt x="18170" y="654116"/>
                </a:lnTo>
                <a:lnTo>
                  <a:pt x="18170" y="654116"/>
                </a:lnTo>
                <a:cubicBezTo>
                  <a:pt x="8135" y="654116"/>
                  <a:pt x="0" y="645981"/>
                  <a:pt x="0" y="635946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258" y="3552215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87868" y="-5366"/>
                </a:moveTo>
                <a:cubicBezTo>
                  <a:pt x="86704" y="-7637"/>
                  <a:pt x="84348" y="-9085"/>
                  <a:pt x="81793" y="-9085"/>
                </a:cubicBezTo>
                <a:cubicBezTo>
                  <a:pt x="79238" y="-9085"/>
                  <a:pt x="76881" y="-7637"/>
                  <a:pt x="75717" y="-5366"/>
                </a:cubicBezTo>
                <a:lnTo>
                  <a:pt x="54822" y="35573"/>
                </a:lnTo>
                <a:lnTo>
                  <a:pt x="9426" y="42784"/>
                </a:lnTo>
                <a:cubicBezTo>
                  <a:pt x="6899" y="43182"/>
                  <a:pt x="4798" y="44970"/>
                  <a:pt x="4003" y="47412"/>
                </a:cubicBezTo>
                <a:cubicBezTo>
                  <a:pt x="3208" y="49854"/>
                  <a:pt x="3861" y="52522"/>
                  <a:pt x="5650" y="54339"/>
                </a:cubicBezTo>
                <a:lnTo>
                  <a:pt x="38128" y="86846"/>
                </a:lnTo>
                <a:lnTo>
                  <a:pt x="30974" y="132243"/>
                </a:lnTo>
                <a:cubicBezTo>
                  <a:pt x="30577" y="134770"/>
                  <a:pt x="31627" y="137325"/>
                  <a:pt x="33699" y="138829"/>
                </a:cubicBezTo>
                <a:cubicBezTo>
                  <a:pt x="35772" y="140334"/>
                  <a:pt x="38497" y="140561"/>
                  <a:pt x="40797" y="139397"/>
                </a:cubicBezTo>
                <a:lnTo>
                  <a:pt x="81793" y="118559"/>
                </a:lnTo>
                <a:lnTo>
                  <a:pt x="122760" y="139397"/>
                </a:lnTo>
                <a:cubicBezTo>
                  <a:pt x="125032" y="140561"/>
                  <a:pt x="127785" y="140334"/>
                  <a:pt x="129858" y="138829"/>
                </a:cubicBezTo>
                <a:cubicBezTo>
                  <a:pt x="131930" y="137325"/>
                  <a:pt x="132981" y="134798"/>
                  <a:pt x="132583" y="132243"/>
                </a:cubicBezTo>
                <a:lnTo>
                  <a:pt x="125401" y="86846"/>
                </a:lnTo>
                <a:lnTo>
                  <a:pt x="157879" y="54339"/>
                </a:lnTo>
                <a:cubicBezTo>
                  <a:pt x="159696" y="52522"/>
                  <a:pt x="160321" y="49854"/>
                  <a:pt x="159526" y="47412"/>
                </a:cubicBezTo>
                <a:cubicBezTo>
                  <a:pt x="158731" y="44970"/>
                  <a:pt x="156659" y="43182"/>
                  <a:pt x="154103" y="42784"/>
                </a:cubicBezTo>
                <a:lnTo>
                  <a:pt x="108735" y="35573"/>
                </a:lnTo>
                <a:lnTo>
                  <a:pt x="87868" y="-536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4597551" y="3534045"/>
            <a:ext cx="102659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Carrera hacia AGI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43173" y="3788423"/>
            <a:ext cx="337960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 General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7940" y="4419827"/>
            <a:ext cx="7585931" cy="1208298"/>
          </a:xfrm>
          <a:custGeom>
            <a:avLst/>
            <a:gdLst/>
            <a:ahLst/>
            <a:cxnLst/>
            <a:rect l="l" t="t" r="r" b="b"/>
            <a:pathLst>
              <a:path w="7585931" h="1208298">
                <a:moveTo>
                  <a:pt x="109025" y="0"/>
                </a:moveTo>
                <a:lnTo>
                  <a:pt x="7476907" y="0"/>
                </a:lnTo>
                <a:cubicBezTo>
                  <a:pt x="7537119" y="0"/>
                  <a:pt x="7585931" y="48812"/>
                  <a:pt x="7585931" y="109025"/>
                </a:cubicBezTo>
                <a:lnTo>
                  <a:pt x="7585931" y="1099273"/>
                </a:lnTo>
                <a:cubicBezTo>
                  <a:pt x="7585931" y="1159486"/>
                  <a:pt x="7537119" y="1208298"/>
                  <a:pt x="7476907" y="1208298"/>
                </a:cubicBezTo>
                <a:lnTo>
                  <a:pt x="109025" y="1208298"/>
                </a:lnTo>
                <a:cubicBezTo>
                  <a:pt x="48812" y="1208298"/>
                  <a:pt x="0" y="1159486"/>
                  <a:pt x="0" y="1099273"/>
                </a:cubicBezTo>
                <a:lnTo>
                  <a:pt x="0" y="109025"/>
                </a:lnTo>
                <a:cubicBezTo>
                  <a:pt x="0" y="48852"/>
                  <a:pt x="48852" y="0"/>
                  <a:pt x="10902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115" y="4651493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08210" y="-3162"/>
                </a:moveTo>
                <a:cubicBezTo>
                  <a:pt x="112011" y="-415"/>
                  <a:pt x="113416" y="4567"/>
                  <a:pt x="111692" y="8911"/>
                </a:cubicBezTo>
                <a:lnTo>
                  <a:pt x="86651" y="71544"/>
                </a:lnTo>
                <a:lnTo>
                  <a:pt x="132867" y="71544"/>
                </a:lnTo>
                <a:cubicBezTo>
                  <a:pt x="137179" y="71544"/>
                  <a:pt x="141012" y="74227"/>
                  <a:pt x="142481" y="78283"/>
                </a:cubicBezTo>
                <a:cubicBezTo>
                  <a:pt x="143950" y="82339"/>
                  <a:pt x="142705" y="86875"/>
                  <a:pt x="139415" y="89622"/>
                </a:cubicBezTo>
                <a:lnTo>
                  <a:pt x="47430" y="166276"/>
                </a:lnTo>
                <a:cubicBezTo>
                  <a:pt x="43821" y="169278"/>
                  <a:pt x="38678" y="169438"/>
                  <a:pt x="34878" y="166691"/>
                </a:cubicBezTo>
                <a:cubicBezTo>
                  <a:pt x="31077" y="163944"/>
                  <a:pt x="29672" y="158962"/>
                  <a:pt x="31396" y="154618"/>
                </a:cubicBezTo>
                <a:lnTo>
                  <a:pt x="56437" y="91985"/>
                </a:lnTo>
                <a:lnTo>
                  <a:pt x="10221" y="91985"/>
                </a:lnTo>
                <a:cubicBezTo>
                  <a:pt x="5909" y="91985"/>
                  <a:pt x="2076" y="89302"/>
                  <a:pt x="607" y="85246"/>
                </a:cubicBezTo>
                <a:cubicBezTo>
                  <a:pt x="-862" y="81190"/>
                  <a:pt x="383" y="76654"/>
                  <a:pt x="3673" y="73907"/>
                </a:cubicBezTo>
                <a:lnTo>
                  <a:pt x="95658" y="-2747"/>
                </a:lnTo>
                <a:cubicBezTo>
                  <a:pt x="99267" y="-5749"/>
                  <a:pt x="104409" y="-5909"/>
                  <a:pt x="108210" y="-316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763136" y="4606069"/>
            <a:ext cx="708625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Efecto DeepSeek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4182" y="4969466"/>
            <a:ext cx="7286128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demostró entrenamiento por </a:t>
            </a:r>
            <a:pPr>
              <a:lnSpc>
                <a:spcPct val="140000"/>
              </a:lnSpc>
            </a:pPr>
            <a:r>
              <a:rPr lang="en-US" sz="114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$5.6M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(excluyendo infraestructura), democratizando el acceso a modelos potentes y desafiando el status quo de costos millonarios.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14136" y="1317317"/>
            <a:ext cx="3706659" cy="3706659"/>
          </a:xfrm>
          <a:custGeom>
            <a:avLst/>
            <a:gdLst/>
            <a:ahLst/>
            <a:cxnLst/>
            <a:rect l="l" t="t" r="r" b="b"/>
            <a:pathLst>
              <a:path w="3706659" h="3706659">
                <a:moveTo>
                  <a:pt x="145375" y="0"/>
                </a:moveTo>
                <a:lnTo>
                  <a:pt x="3561284" y="0"/>
                </a:lnTo>
                <a:cubicBezTo>
                  <a:pt x="3641572" y="0"/>
                  <a:pt x="3706659" y="65087"/>
                  <a:pt x="3706659" y="145375"/>
                </a:cubicBezTo>
                <a:lnTo>
                  <a:pt x="3706659" y="3561284"/>
                </a:lnTo>
                <a:cubicBezTo>
                  <a:pt x="3706659" y="3641572"/>
                  <a:pt x="3641572" y="3706659"/>
                  <a:pt x="3561284" y="3706659"/>
                </a:cubicBezTo>
                <a:lnTo>
                  <a:pt x="145375" y="3706659"/>
                </a:lnTo>
                <a:cubicBezTo>
                  <a:pt x="65087" y="3706659"/>
                  <a:pt x="0" y="3641572"/>
                  <a:pt x="0" y="3561284"/>
                </a:cubicBezTo>
                <a:lnTo>
                  <a:pt x="0" y="145375"/>
                </a:lnTo>
                <a:cubicBezTo>
                  <a:pt x="0" y="65087"/>
                  <a:pt x="65087" y="0"/>
                  <a:pt x="14537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A5F7A">
                <a:alpha val="30196"/>
              </a:srgbClr>
            </a:solidFill>
            <a:prstDash val="solid"/>
          </a:ln>
        </p:spPr>
      </p:sp>
      <p:pic>
        <p:nvPicPr>
          <p:cNvPr id="43" name="Image 0" descr="https://kimi-web-img.moonshot.cn/img/thumbs.dreamstime.com/a97f42e9fdfb5e7c046b444cee2d3c81206657f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3221" y="1326402"/>
            <a:ext cx="3688489" cy="3688489"/>
          </a:xfrm>
          <a:prstGeom prst="roundRect">
            <a:avLst>
              <a:gd name="adj" fmla="val 3941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8109594" y="5183531"/>
            <a:ext cx="3715744" cy="1862414"/>
          </a:xfrm>
          <a:custGeom>
            <a:avLst/>
            <a:gdLst/>
            <a:ahLst/>
            <a:cxnLst/>
            <a:rect l="l" t="t" r="r" b="b"/>
            <a:pathLst>
              <a:path w="3715744" h="1862414">
                <a:moveTo>
                  <a:pt x="109026" y="0"/>
                </a:moveTo>
                <a:lnTo>
                  <a:pt x="3606718" y="0"/>
                </a:lnTo>
                <a:cubicBezTo>
                  <a:pt x="3666931" y="0"/>
                  <a:pt x="3715744" y="48812"/>
                  <a:pt x="3715744" y="109026"/>
                </a:cubicBezTo>
                <a:lnTo>
                  <a:pt x="3715744" y="1753389"/>
                </a:lnTo>
                <a:cubicBezTo>
                  <a:pt x="3715744" y="1813602"/>
                  <a:pt x="3666931" y="1862414"/>
                  <a:pt x="3606718" y="1862414"/>
                </a:cubicBezTo>
                <a:lnTo>
                  <a:pt x="109026" y="1862414"/>
                </a:lnTo>
                <a:cubicBezTo>
                  <a:pt x="48812" y="1862414"/>
                  <a:pt x="0" y="1813602"/>
                  <a:pt x="0" y="1753389"/>
                </a:cubicBezTo>
                <a:lnTo>
                  <a:pt x="0" y="109026"/>
                </a:lnTo>
                <a:cubicBezTo>
                  <a:pt x="0" y="48853"/>
                  <a:pt x="48853" y="0"/>
                  <a:pt x="10902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91358" y="5333432"/>
            <a:ext cx="3552215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227698" y="5660490"/>
            <a:ext cx="347953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año de la consolidación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85614" y="5978463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5"/>
          <p:cNvSpPr/>
          <p:nvPr/>
        </p:nvSpPr>
        <p:spPr>
          <a:xfrm>
            <a:off x="8491161" y="5951209"/>
            <a:ext cx="99025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MoE mainstream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285614" y="6232842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7"/>
          <p:cNvSpPr/>
          <p:nvPr/>
        </p:nvSpPr>
        <p:spPr>
          <a:xfrm>
            <a:off x="8491161" y="6205587"/>
            <a:ext cx="82673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TPUs vs GPUs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85614" y="6487221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49"/>
          <p:cNvSpPr/>
          <p:nvPr/>
        </p:nvSpPr>
        <p:spPr>
          <a:xfrm>
            <a:off x="8491161" y="6459966"/>
            <a:ext cx="11992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Multimodalidad total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85614" y="6741599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1"/>
          <p:cNvSpPr/>
          <p:nvPr/>
        </p:nvSpPr>
        <p:spPr>
          <a:xfrm>
            <a:off x="8491161" y="6714344"/>
            <a:ext cx="116287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Agentes autónomos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1bf3dbb4bf8d6238c7ee890e59eb777c58138d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A5F7A">
                  <a:alpha val="85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382316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0" y="0"/>
                </a:moveTo>
                <a:lnTo>
                  <a:pt x="57150" y="0"/>
                </a:lnTo>
                <a:lnTo>
                  <a:pt x="571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2"/>
          <p:cNvSpPr/>
          <p:nvPr/>
        </p:nvSpPr>
        <p:spPr>
          <a:xfrm>
            <a:off x="552450" y="1287066"/>
            <a:ext cx="668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2450" y="1515666"/>
            <a:ext cx="6838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 Ciclo Iterativo de 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320528"/>
            <a:ext cx="5591175" cy="1304925"/>
          </a:xfrm>
          <a:custGeom>
            <a:avLst/>
            <a:gdLst/>
            <a:ahLst/>
            <a:cxnLst/>
            <a:rect l="l" t="t" r="r" b="b"/>
            <a:pathLst>
              <a:path w="5591175" h="13049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190627"/>
                </a:lnTo>
                <a:cubicBezTo>
                  <a:pt x="5591175" y="1253752"/>
                  <a:pt x="5540002" y="1304925"/>
                  <a:pt x="54768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125" y="2553891"/>
            <a:ext cx="5210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Entrenar un LLM es un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proceso iterativo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combina Big Data, supercomputación y técnicas avanzadas de IA, costando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$100M - $1B+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requiriendo equipos de élite.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5063" y="2320528"/>
            <a:ext cx="5591175" cy="1304925"/>
          </a:xfrm>
          <a:custGeom>
            <a:avLst/>
            <a:gdLst/>
            <a:ahLst/>
            <a:cxnLst/>
            <a:rect l="l" t="t" r="r" b="b"/>
            <a:pathLst>
              <a:path w="5591175" h="13049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190627"/>
                </a:lnTo>
                <a:cubicBezTo>
                  <a:pt x="5591175" y="1253752"/>
                  <a:pt x="5540002" y="1304925"/>
                  <a:pt x="54768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2553891"/>
            <a:ext cx="5210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principiantes, herramientas gratuitas como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 Face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Colab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permiten experimentar con fine-tuning de modelos pequeños.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3861197"/>
            <a:ext cx="11420475" cy="1085850"/>
          </a:xfrm>
          <a:custGeom>
            <a:avLst/>
            <a:gdLst/>
            <a:ahLst/>
            <a:cxnLst/>
            <a:rect l="l" t="t" r="r" b="b"/>
            <a:pathLst>
              <a:path w="11420475" h="1085850">
                <a:moveTo>
                  <a:pt x="114297" y="0"/>
                </a:moveTo>
                <a:lnTo>
                  <a:pt x="11306178" y="0"/>
                </a:lnTo>
                <a:cubicBezTo>
                  <a:pt x="11369303" y="0"/>
                  <a:pt x="11420475" y="51172"/>
                  <a:pt x="11420475" y="114297"/>
                </a:cubicBezTo>
                <a:lnTo>
                  <a:pt x="11420475" y="971553"/>
                </a:lnTo>
                <a:cubicBezTo>
                  <a:pt x="11420475" y="1034678"/>
                  <a:pt x="11369303" y="1085850"/>
                  <a:pt x="1130617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2440" y="414218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0"/>
          <p:cNvSpPr/>
          <p:nvPr/>
        </p:nvSpPr>
        <p:spPr>
          <a:xfrm>
            <a:off x="866775" y="4094559"/>
            <a:ext cx="107537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Estos gigantes tecnológicos están construyendo la base de una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revolución inteligente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transformará cada aspecto de nuestra vida digital.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1000" y="58626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9575" y="617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3"/>
          <p:cNvSpPr/>
          <p:nvPr/>
        </p:nvSpPr>
        <p:spPr>
          <a:xfrm>
            <a:off x="647700" y="61531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Febrero 2026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72382" y="617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5"/>
          <p:cNvSpPr/>
          <p:nvPr/>
        </p:nvSpPr>
        <p:spPr>
          <a:xfrm>
            <a:off x="1920032" y="61531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Era de los LLMs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346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26795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8"/>
          <p:cNvSpPr/>
          <p:nvPr/>
        </p:nvSpPr>
        <p:spPr>
          <a:xfrm>
            <a:off x="107442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853738" y="6153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cubicBezTo>
                  <a:pt x="0" y="62359"/>
                  <a:pt x="26640" y="35719"/>
                  <a:pt x="59531" y="35719"/>
                </a:cubicBezTo>
                <a:cubicBezTo>
                  <a:pt x="78284" y="35719"/>
                  <a:pt x="95920" y="44537"/>
                  <a:pt x="107156" y="59531"/>
                </a:cubicBezTo>
                <a:lnTo>
                  <a:pt x="119063" y="75419"/>
                </a:lnTo>
                <a:lnTo>
                  <a:pt x="130969" y="59531"/>
                </a:lnTo>
                <a:cubicBezTo>
                  <a:pt x="142205" y="44537"/>
                  <a:pt x="159841" y="35719"/>
                  <a:pt x="178594" y="35719"/>
                </a:cubicBezTo>
                <a:cubicBezTo>
                  <a:pt x="211485" y="35719"/>
                  <a:pt x="238125" y="62359"/>
                  <a:pt x="238125" y="95250"/>
                </a:cubicBezTo>
                <a:cubicBezTo>
                  <a:pt x="238125" y="128141"/>
                  <a:pt x="211485" y="154781"/>
                  <a:pt x="178594" y="154781"/>
                </a:cubicBezTo>
                <a:cubicBezTo>
                  <a:pt x="159841" y="154781"/>
                  <a:pt x="142205" y="145963"/>
                  <a:pt x="130969" y="130969"/>
                </a:cubicBezTo>
                <a:lnTo>
                  <a:pt x="119063" y="115081"/>
                </a:lnTo>
                <a:lnTo>
                  <a:pt x="107156" y="130969"/>
                </a:lnTo>
                <a:cubicBezTo>
                  <a:pt x="95920" y="145963"/>
                  <a:pt x="78284" y="154781"/>
                  <a:pt x="59531" y="154781"/>
                </a:cubicBezTo>
                <a:cubicBezTo>
                  <a:pt x="26640" y="154781"/>
                  <a:pt x="0" y="128141"/>
                  <a:pt x="0" y="95250"/>
                </a:cubicBezTo>
                <a:close/>
                <a:moveTo>
                  <a:pt x="104180" y="95250"/>
                </a:moveTo>
                <a:lnTo>
                  <a:pt x="88106" y="73819"/>
                </a:lnTo>
                <a:cubicBezTo>
                  <a:pt x="81372" y="64815"/>
                  <a:pt x="70768" y="59531"/>
                  <a:pt x="59531" y="59531"/>
                </a:cubicBezTo>
                <a:cubicBezTo>
                  <a:pt x="39812" y="59531"/>
                  <a:pt x="23812" y="75530"/>
                  <a:pt x="23812" y="95250"/>
                </a:cubicBezTo>
                <a:cubicBezTo>
                  <a:pt x="23812" y="114970"/>
                  <a:pt x="39812" y="130969"/>
                  <a:pt x="59531" y="130969"/>
                </a:cubicBezTo>
                <a:cubicBezTo>
                  <a:pt x="70768" y="130969"/>
                  <a:pt x="81372" y="125685"/>
                  <a:pt x="88106" y="116681"/>
                </a:cubicBezTo>
                <a:lnTo>
                  <a:pt x="104180" y="95250"/>
                </a:lnTo>
                <a:close/>
                <a:moveTo>
                  <a:pt x="133945" y="95250"/>
                </a:moveTo>
                <a:lnTo>
                  <a:pt x="150019" y="116681"/>
                </a:lnTo>
                <a:cubicBezTo>
                  <a:pt x="156753" y="125685"/>
                  <a:pt x="167357" y="130969"/>
                  <a:pt x="178594" y="130969"/>
                </a:cubicBezTo>
                <a:cubicBezTo>
                  <a:pt x="198313" y="130969"/>
                  <a:pt x="214313" y="114970"/>
                  <a:pt x="214313" y="95250"/>
                </a:cubicBezTo>
                <a:cubicBezTo>
                  <a:pt x="214313" y="75530"/>
                  <a:pt x="198313" y="59531"/>
                  <a:pt x="178594" y="59531"/>
                </a:cubicBezTo>
                <a:cubicBezTo>
                  <a:pt x="167357" y="59531"/>
                  <a:pt x="156753" y="64815"/>
                  <a:pt x="150019" y="73819"/>
                </a:cubicBezTo>
                <a:lnTo>
                  <a:pt x="133945" y="9525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538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4752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se Entrenan los Modelos de Lenguaje Grandes (LLMs)</dc:title>
  <dc:subject>Cómo se Entrenan los Modelos de Lenguaje Grandes (LLMs)</dc:subject>
  <dc:creator>Kimi</dc:creator>
  <cp:lastModifiedBy>Kimi</cp:lastModifiedBy>
  <cp:revision>1</cp:revision>
  <dcterms:created xsi:type="dcterms:W3CDTF">2026-02-19T12:28:01Z</dcterms:created>
  <dcterms:modified xsi:type="dcterms:W3CDTF">2026-02-19T12:28:01Z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{"Label":"Cómo se Entrenan los Modelos de Lenguaje Grandes (LLMs)","ContentProducer":"001191110108MACG2KBH8F10000","ProduceID":"19c75dab-0702-8520-8000-0000ae65e9ec","ReservedCode1":"","ContentPropagator":"001191110108MACG2KBH8F20000","PropagateID":"19c75dab-0702-8520-8000-0000ae65e9ec","ReservedCode2":""}</vt:lpwstr>
  </property>
</Properties>
</file>