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062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0505"/>
          <a:stretch>
            <a:fillRect/>
          </a:stretch>
        </p:blipFill>
        <p:spPr>
          <a:xfrm>
            <a:off x="0" y="38100"/>
            <a:ext cx="16256000" cy="811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J R B</cp:lastModifiedBy>
  <cp:revision>2</cp:revision>
  <dcterms:created xsi:type="dcterms:W3CDTF">2006-08-16T00:00:00Z</dcterms:created>
  <dcterms:modified xsi:type="dcterms:W3CDTF">2026-03-25T11:27:24Z</dcterms:modified>
</cp:coreProperties>
</file>