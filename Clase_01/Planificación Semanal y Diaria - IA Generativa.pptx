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Liter" charset="-122" pitchFamily="34"/>
      <p:regular r:id="rId19"/>
    </p:embeddedFont>
    <p:embeddedFont>
      <p:font typeface="Hedvig Letters Sans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1d334e2a6b50e5d7e209c70c6e125a81f813ee8b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160" r="160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5F5F7">
                  <a:alpha val="95000"/>
                </a:srgbClr>
              </a:gs>
              <a:gs pos="50000">
                <a:srgbClr val="F5F5F7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390650"/>
            <a:ext cx="1162050" cy="342900"/>
          </a:xfrm>
          <a:custGeom>
            <a:avLst/>
            <a:gdLst/>
            <a:ahLst/>
            <a:cxnLst/>
            <a:rect l="l" t="t" r="r" b="b"/>
            <a:pathLst>
              <a:path w="1162050" h="342900">
                <a:moveTo>
                  <a:pt x="171450" y="0"/>
                </a:moveTo>
                <a:lnTo>
                  <a:pt x="990600" y="0"/>
                </a:lnTo>
                <a:cubicBezTo>
                  <a:pt x="1085226" y="0"/>
                  <a:pt x="1162050" y="76824"/>
                  <a:pt x="1162050" y="171450"/>
                </a:cubicBezTo>
                <a:lnTo>
                  <a:pt x="1162050" y="171450"/>
                </a:lnTo>
                <a:cubicBezTo>
                  <a:pt x="1162050" y="266076"/>
                  <a:pt x="1085226" y="342900"/>
                  <a:pt x="990600" y="342900"/>
                </a:cubicBezTo>
                <a:lnTo>
                  <a:pt x="171450" y="342900"/>
                </a:lnTo>
                <a:cubicBezTo>
                  <a:pt x="76824" y="342900"/>
                  <a:pt x="0" y="266076"/>
                  <a:pt x="0" y="171450"/>
                </a:cubicBezTo>
                <a:lnTo>
                  <a:pt x="0" y="171450"/>
                </a:lnTo>
                <a:cubicBezTo>
                  <a:pt x="0" y="76824"/>
                  <a:pt x="76824" y="0"/>
                  <a:pt x="17145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" name="Text 2"/>
          <p:cNvSpPr/>
          <p:nvPr/>
        </p:nvSpPr>
        <p:spPr>
          <a:xfrm>
            <a:off x="381000" y="1390650"/>
            <a:ext cx="1228725" cy="3429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CURSO 2025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190750"/>
            <a:ext cx="55054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Planificación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Semanal y Diaria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057650"/>
            <a:ext cx="45815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IA Generativa aplicada a la Empresa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010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9" name="Shape 6"/>
          <p:cNvSpPr/>
          <p:nvPr/>
        </p:nvSpPr>
        <p:spPr>
          <a:xfrm>
            <a:off x="526256" y="51435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23812" y="89297"/>
                </a:moveTo>
                <a:lnTo>
                  <a:pt x="23812" y="101203"/>
                </a:lnTo>
                <a:cubicBezTo>
                  <a:pt x="23812" y="104477"/>
                  <a:pt x="26491" y="107156"/>
                  <a:pt x="29766" y="107156"/>
                </a:cubicBezTo>
                <a:lnTo>
                  <a:pt x="41672" y="107156"/>
                </a:lnTo>
                <a:cubicBezTo>
                  <a:pt x="44946" y="107156"/>
                  <a:pt x="47625" y="104477"/>
                  <a:pt x="47625" y="101203"/>
                </a:cubicBezTo>
                <a:lnTo>
                  <a:pt x="47625" y="89297"/>
                </a:lnTo>
                <a:cubicBezTo>
                  <a:pt x="47625" y="86023"/>
                  <a:pt x="44946" y="83344"/>
                  <a:pt x="41672" y="83344"/>
                </a:cubicBezTo>
                <a:lnTo>
                  <a:pt x="29766" y="83344"/>
                </a:lnTo>
                <a:cubicBezTo>
                  <a:pt x="26491" y="83344"/>
                  <a:pt x="23812" y="86023"/>
                  <a:pt x="23812" y="89297"/>
                </a:cubicBezTo>
                <a:close/>
                <a:moveTo>
                  <a:pt x="71438" y="89297"/>
                </a:moveTo>
                <a:lnTo>
                  <a:pt x="71438" y="101203"/>
                </a:lnTo>
                <a:cubicBezTo>
                  <a:pt x="71438" y="104477"/>
                  <a:pt x="74116" y="107156"/>
                  <a:pt x="77391" y="107156"/>
                </a:cubicBezTo>
                <a:lnTo>
                  <a:pt x="89297" y="107156"/>
                </a:lnTo>
                <a:cubicBezTo>
                  <a:pt x="92571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2571" y="83344"/>
                  <a:pt x="89297" y="83344"/>
                </a:cubicBezTo>
                <a:lnTo>
                  <a:pt x="77391" y="83344"/>
                </a:lnTo>
                <a:cubicBezTo>
                  <a:pt x="74116" y="83344"/>
                  <a:pt x="71438" y="86023"/>
                  <a:pt x="71438" y="89297"/>
                </a:cubicBezTo>
                <a:close/>
                <a:moveTo>
                  <a:pt x="125016" y="83344"/>
                </a:moveTo>
                <a:cubicBezTo>
                  <a:pt x="121741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21741" y="107156"/>
                  <a:pt x="125016" y="107156"/>
                </a:cubicBezTo>
                <a:lnTo>
                  <a:pt x="136922" y="107156"/>
                </a:lnTo>
                <a:cubicBezTo>
                  <a:pt x="140196" y="107156"/>
                  <a:pt x="142875" y="104477"/>
                  <a:pt x="142875" y="101203"/>
                </a:cubicBezTo>
                <a:lnTo>
                  <a:pt x="142875" y="89297"/>
                </a:lnTo>
                <a:cubicBezTo>
                  <a:pt x="142875" y="86023"/>
                  <a:pt x="140196" y="83344"/>
                  <a:pt x="136922" y="83344"/>
                </a:cubicBezTo>
                <a:lnTo>
                  <a:pt x="125016" y="83344"/>
                </a:lnTo>
                <a:close/>
                <a:moveTo>
                  <a:pt x="23812" y="136922"/>
                </a:move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41672" y="154781"/>
                </a:lnTo>
                <a:cubicBezTo>
                  <a:pt x="44946" y="154781"/>
                  <a:pt x="47625" y="152102"/>
                  <a:pt x="47625" y="148828"/>
                </a:cubicBezTo>
                <a:lnTo>
                  <a:pt x="47625" y="136922"/>
                </a:lnTo>
                <a:cubicBezTo>
                  <a:pt x="47625" y="133648"/>
                  <a:pt x="44946" y="130969"/>
                  <a:pt x="41672" y="130969"/>
                </a:cubicBezTo>
                <a:lnTo>
                  <a:pt x="29766" y="130969"/>
                </a:lnTo>
                <a:cubicBezTo>
                  <a:pt x="26491" y="130969"/>
                  <a:pt x="23812" y="133648"/>
                  <a:pt x="23812" y="136922"/>
                </a:cubicBezTo>
                <a:close/>
                <a:moveTo>
                  <a:pt x="77391" y="130969"/>
                </a:moveTo>
                <a:cubicBezTo>
                  <a:pt x="74116" y="130969"/>
                  <a:pt x="71438" y="133648"/>
                  <a:pt x="71438" y="136922"/>
                </a:cubicBezTo>
                <a:lnTo>
                  <a:pt x="71438" y="148828"/>
                </a:lnTo>
                <a:cubicBezTo>
                  <a:pt x="71438" y="152102"/>
                  <a:pt x="74116" y="154781"/>
                  <a:pt x="77391" y="154781"/>
                </a:cubicBezTo>
                <a:lnTo>
                  <a:pt x="89297" y="154781"/>
                </a:lnTo>
                <a:cubicBezTo>
                  <a:pt x="92571" y="154781"/>
                  <a:pt x="95250" y="152102"/>
                  <a:pt x="95250" y="148828"/>
                </a:cubicBezTo>
                <a:lnTo>
                  <a:pt x="95250" y="136922"/>
                </a:lnTo>
                <a:cubicBezTo>
                  <a:pt x="95250" y="133648"/>
                  <a:pt x="92571" y="130969"/>
                  <a:pt x="89297" y="130969"/>
                </a:cubicBezTo>
                <a:lnTo>
                  <a:pt x="77391" y="130969"/>
                </a:lnTo>
                <a:close/>
                <a:moveTo>
                  <a:pt x="119063" y="136922"/>
                </a:moveTo>
                <a:lnTo>
                  <a:pt x="119063" y="148828"/>
                </a:lnTo>
                <a:cubicBezTo>
                  <a:pt x="119063" y="152102"/>
                  <a:pt x="121741" y="154781"/>
                  <a:pt x="125016" y="154781"/>
                </a:cubicBezTo>
                <a:lnTo>
                  <a:pt x="136922" y="154781"/>
                </a:lnTo>
                <a:cubicBezTo>
                  <a:pt x="140196" y="154781"/>
                  <a:pt x="142875" y="152102"/>
                  <a:pt x="142875" y="148828"/>
                </a:cubicBezTo>
                <a:lnTo>
                  <a:pt x="142875" y="136922"/>
                </a:lnTo>
                <a:cubicBezTo>
                  <a:pt x="142875" y="133648"/>
                  <a:pt x="140196" y="130969"/>
                  <a:pt x="136922" y="130969"/>
                </a:cubicBezTo>
                <a:lnTo>
                  <a:pt x="125016" y="130969"/>
                </a:lnTo>
                <a:cubicBezTo>
                  <a:pt x="121741" y="130969"/>
                  <a:pt x="119063" y="133648"/>
                  <a:pt x="119063" y="13692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952500" y="5010150"/>
            <a:ext cx="962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Duración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52500" y="5200650"/>
            <a:ext cx="981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 Semanas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157264" y="5010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13" name="Shape 10"/>
          <p:cNvSpPr/>
          <p:nvPr/>
        </p:nvSpPr>
        <p:spPr>
          <a:xfrm>
            <a:off x="2278707" y="51435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7859" y="72851"/>
                </a:moveTo>
                <a:lnTo>
                  <a:pt x="95696" y="104887"/>
                </a:lnTo>
                <a:cubicBezTo>
                  <a:pt x="99343" y="106375"/>
                  <a:pt x="103212" y="107156"/>
                  <a:pt x="107156" y="107156"/>
                </a:cubicBezTo>
                <a:cubicBezTo>
                  <a:pt x="111100" y="107156"/>
                  <a:pt x="114970" y="106375"/>
                  <a:pt x="118616" y="104887"/>
                </a:cubicBezTo>
                <a:lnTo>
                  <a:pt x="208806" y="67754"/>
                </a:lnTo>
                <a:cubicBezTo>
                  <a:pt x="212154" y="66377"/>
                  <a:pt x="214313" y="63140"/>
                  <a:pt x="214313" y="59531"/>
                </a:cubicBezTo>
                <a:cubicBezTo>
                  <a:pt x="214313" y="55922"/>
                  <a:pt x="212154" y="52685"/>
                  <a:pt x="208806" y="51308"/>
                </a:cubicBezTo>
                <a:lnTo>
                  <a:pt x="118616" y="14176"/>
                </a:lnTo>
                <a:cubicBezTo>
                  <a:pt x="114970" y="12688"/>
                  <a:pt x="111100" y="11906"/>
                  <a:pt x="107156" y="11906"/>
                </a:cubicBezTo>
                <a:cubicBezTo>
                  <a:pt x="103212" y="11906"/>
                  <a:pt x="99343" y="12688"/>
                  <a:pt x="95696" y="14176"/>
                </a:cubicBezTo>
                <a:lnTo>
                  <a:pt x="5507" y="51308"/>
                </a:lnTo>
                <a:cubicBezTo>
                  <a:pt x="2158" y="52685"/>
                  <a:pt x="0" y="55922"/>
                  <a:pt x="0" y="59531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cubicBezTo>
                  <a:pt x="13878" y="178594"/>
                  <a:pt x="17859" y="174613"/>
                  <a:pt x="17859" y="169664"/>
                </a:cubicBezTo>
                <a:lnTo>
                  <a:pt x="17859" y="72851"/>
                </a:lnTo>
                <a:close/>
                <a:moveTo>
                  <a:pt x="35719" y="99529"/>
                </a:moveTo>
                <a:lnTo>
                  <a:pt x="35719" y="142875"/>
                </a:lnTo>
                <a:cubicBezTo>
                  <a:pt x="35719" y="162595"/>
                  <a:pt x="67717" y="178594"/>
                  <a:pt x="107156" y="178594"/>
                </a:cubicBezTo>
                <a:cubicBezTo>
                  <a:pt x="146596" y="178594"/>
                  <a:pt x="178594" y="162595"/>
                  <a:pt x="178594" y="142875"/>
                </a:cubicBezTo>
                <a:lnTo>
                  <a:pt x="178594" y="99492"/>
                </a:lnTo>
                <a:lnTo>
                  <a:pt x="125425" y="121407"/>
                </a:lnTo>
                <a:cubicBezTo>
                  <a:pt x="119621" y="123788"/>
                  <a:pt x="113444" y="125016"/>
                  <a:pt x="107156" y="125016"/>
                </a:cubicBezTo>
                <a:cubicBezTo>
                  <a:pt x="100868" y="125016"/>
                  <a:pt x="94692" y="123788"/>
                  <a:pt x="88888" y="121407"/>
                </a:cubicBezTo>
                <a:lnTo>
                  <a:pt x="35719" y="9949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2728764" y="5010150"/>
            <a:ext cx="895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Módulos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728764" y="5200650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 Módulos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865811" y="5010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17" name="Shape 14"/>
          <p:cNvSpPr/>
          <p:nvPr/>
        </p:nvSpPr>
        <p:spPr>
          <a:xfrm>
            <a:off x="3975348" y="51435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4437311" y="5010150"/>
            <a:ext cx="695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Enfoque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437311" y="5200650"/>
            <a:ext cx="714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Práctico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ESTRUCTURA DEL CURSO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Contenido del Curso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 fundamentos a aplicación práctica empresarial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795463"/>
            <a:ext cx="3695700" cy="1447800"/>
          </a:xfrm>
          <a:custGeom>
            <a:avLst/>
            <a:gdLst/>
            <a:ahLst/>
            <a:cxnLst/>
            <a:rect l="l" t="t" r="r" b="b"/>
            <a:pathLst>
              <a:path w="3695700" h="1447800">
                <a:moveTo>
                  <a:pt x="152395" y="0"/>
                </a:moveTo>
                <a:lnTo>
                  <a:pt x="3543305" y="0"/>
                </a:lnTo>
                <a:cubicBezTo>
                  <a:pt x="3627414" y="0"/>
                  <a:pt x="3695700" y="68286"/>
                  <a:pt x="3695700" y="152395"/>
                </a:cubicBezTo>
                <a:lnTo>
                  <a:pt x="3695700" y="1295405"/>
                </a:lnTo>
                <a:cubicBezTo>
                  <a:pt x="3695700" y="1379514"/>
                  <a:pt x="3627414" y="1447800"/>
                  <a:pt x="3543305" y="1447800"/>
                </a:cubicBezTo>
                <a:lnTo>
                  <a:pt x="152395" y="1447800"/>
                </a:lnTo>
                <a:cubicBezTo>
                  <a:pt x="68286" y="1447800"/>
                  <a:pt x="0" y="1379514"/>
                  <a:pt x="0" y="129540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81025" y="202555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7" name="Text 5"/>
          <p:cNvSpPr/>
          <p:nvPr/>
        </p:nvSpPr>
        <p:spPr>
          <a:xfrm>
            <a:off x="538163" y="2025551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6325" y="2082701"/>
            <a:ext cx="130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Definición de IA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1025" y="2520851"/>
            <a:ext cx="3381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Historia y evolución de la Inteligencia Artificial desde 1950 hasta la revolución generativa actual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46513" y="1795463"/>
            <a:ext cx="3695700" cy="1447800"/>
          </a:xfrm>
          <a:custGeom>
            <a:avLst/>
            <a:gdLst/>
            <a:ahLst/>
            <a:cxnLst/>
            <a:rect l="l" t="t" r="r" b="b"/>
            <a:pathLst>
              <a:path w="3695700" h="1447800">
                <a:moveTo>
                  <a:pt x="152395" y="0"/>
                </a:moveTo>
                <a:lnTo>
                  <a:pt x="3543305" y="0"/>
                </a:lnTo>
                <a:cubicBezTo>
                  <a:pt x="3627414" y="0"/>
                  <a:pt x="3695700" y="68286"/>
                  <a:pt x="3695700" y="152395"/>
                </a:cubicBezTo>
                <a:lnTo>
                  <a:pt x="3695700" y="1295405"/>
                </a:lnTo>
                <a:cubicBezTo>
                  <a:pt x="3695700" y="1379514"/>
                  <a:pt x="3627414" y="1447800"/>
                  <a:pt x="3543305" y="1447800"/>
                </a:cubicBezTo>
                <a:lnTo>
                  <a:pt x="152395" y="1447800"/>
                </a:lnTo>
                <a:cubicBezTo>
                  <a:pt x="68286" y="1447800"/>
                  <a:pt x="0" y="1379514"/>
                  <a:pt x="0" y="129540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41775" y="202555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2" name="Text 10"/>
          <p:cNvSpPr/>
          <p:nvPr/>
        </p:nvSpPr>
        <p:spPr>
          <a:xfrm>
            <a:off x="4398913" y="2025551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075" y="2082701"/>
            <a:ext cx="93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Tipos de IA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41775" y="2520851"/>
            <a:ext cx="3381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Clasificaciones, aprendizaje supervisado, no supervisado, redes neuronales y Deep Learning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07263" y="1795463"/>
            <a:ext cx="3695700" cy="1447800"/>
          </a:xfrm>
          <a:custGeom>
            <a:avLst/>
            <a:gdLst/>
            <a:ahLst/>
            <a:cxnLst/>
            <a:rect l="l" t="t" r="r" b="b"/>
            <a:pathLst>
              <a:path w="3695700" h="1447800">
                <a:moveTo>
                  <a:pt x="152395" y="0"/>
                </a:moveTo>
                <a:lnTo>
                  <a:pt x="3543305" y="0"/>
                </a:lnTo>
                <a:cubicBezTo>
                  <a:pt x="3627414" y="0"/>
                  <a:pt x="3695700" y="68286"/>
                  <a:pt x="3695700" y="152395"/>
                </a:cubicBezTo>
                <a:lnTo>
                  <a:pt x="3695700" y="1295405"/>
                </a:lnTo>
                <a:cubicBezTo>
                  <a:pt x="3695700" y="1379514"/>
                  <a:pt x="3627414" y="1447800"/>
                  <a:pt x="3543305" y="1447800"/>
                </a:cubicBezTo>
                <a:lnTo>
                  <a:pt x="152395" y="1447800"/>
                </a:lnTo>
                <a:cubicBezTo>
                  <a:pt x="68286" y="1447800"/>
                  <a:pt x="0" y="1379514"/>
                  <a:pt x="0" y="129540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02526" y="202555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7" name="Text 15"/>
          <p:cNvSpPr/>
          <p:nvPr/>
        </p:nvSpPr>
        <p:spPr>
          <a:xfrm>
            <a:off x="8259663" y="2025551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97826" y="2082701"/>
            <a:ext cx="1133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IA Generativa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02526" y="2520851"/>
            <a:ext cx="3381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Fundamentos, LLM, tokens, entrenamiento, limitaciones y casos empresariales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5763" y="3408313"/>
            <a:ext cx="3695700" cy="1447800"/>
          </a:xfrm>
          <a:custGeom>
            <a:avLst/>
            <a:gdLst/>
            <a:ahLst/>
            <a:cxnLst/>
            <a:rect l="l" t="t" r="r" b="b"/>
            <a:pathLst>
              <a:path w="3695700" h="1447800">
                <a:moveTo>
                  <a:pt x="152395" y="0"/>
                </a:moveTo>
                <a:lnTo>
                  <a:pt x="3543305" y="0"/>
                </a:lnTo>
                <a:cubicBezTo>
                  <a:pt x="3627414" y="0"/>
                  <a:pt x="3695700" y="68286"/>
                  <a:pt x="3695700" y="152395"/>
                </a:cubicBezTo>
                <a:lnTo>
                  <a:pt x="3695700" y="1295405"/>
                </a:lnTo>
                <a:cubicBezTo>
                  <a:pt x="3695700" y="1379514"/>
                  <a:pt x="3627414" y="1447800"/>
                  <a:pt x="3543305" y="1447800"/>
                </a:cubicBezTo>
                <a:lnTo>
                  <a:pt x="152395" y="1447800"/>
                </a:lnTo>
                <a:cubicBezTo>
                  <a:pt x="68286" y="1447800"/>
                  <a:pt x="0" y="1379514"/>
                  <a:pt x="0" y="129540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1025" y="363840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22" name="Text 20"/>
          <p:cNvSpPr/>
          <p:nvPr/>
        </p:nvSpPr>
        <p:spPr>
          <a:xfrm>
            <a:off x="538163" y="3638401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76325" y="3695551"/>
            <a:ext cx="1647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Prompt Engineering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1025" y="4133701"/>
            <a:ext cx="3381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Técnicas avanzadas, prompts estructurados, Chain-of-Thought y plantillas empresariales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46513" y="3408313"/>
            <a:ext cx="3695700" cy="1447800"/>
          </a:xfrm>
          <a:custGeom>
            <a:avLst/>
            <a:gdLst/>
            <a:ahLst/>
            <a:cxnLst/>
            <a:rect l="l" t="t" r="r" b="b"/>
            <a:pathLst>
              <a:path w="3695700" h="1447800">
                <a:moveTo>
                  <a:pt x="152395" y="0"/>
                </a:moveTo>
                <a:lnTo>
                  <a:pt x="3543305" y="0"/>
                </a:lnTo>
                <a:cubicBezTo>
                  <a:pt x="3627414" y="0"/>
                  <a:pt x="3695700" y="68286"/>
                  <a:pt x="3695700" y="152395"/>
                </a:cubicBezTo>
                <a:lnTo>
                  <a:pt x="3695700" y="1295405"/>
                </a:lnTo>
                <a:cubicBezTo>
                  <a:pt x="3695700" y="1379514"/>
                  <a:pt x="3627414" y="1447800"/>
                  <a:pt x="3543305" y="1447800"/>
                </a:cubicBezTo>
                <a:lnTo>
                  <a:pt x="152395" y="1447800"/>
                </a:lnTo>
                <a:cubicBezTo>
                  <a:pt x="68286" y="1447800"/>
                  <a:pt x="0" y="1379514"/>
                  <a:pt x="0" y="129540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41775" y="363840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27" name="Text 25"/>
          <p:cNvSpPr/>
          <p:nvPr/>
        </p:nvSpPr>
        <p:spPr>
          <a:xfrm>
            <a:off x="4398913" y="3638401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37075" y="3695551"/>
            <a:ext cx="1181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Productividad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41775" y="4133701"/>
            <a:ext cx="3381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Documentación, presentaciones, Excel, automatización administrativa y comunicación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107263" y="3408313"/>
            <a:ext cx="3695700" cy="1447800"/>
          </a:xfrm>
          <a:custGeom>
            <a:avLst/>
            <a:gdLst/>
            <a:ahLst/>
            <a:cxnLst/>
            <a:rect l="l" t="t" r="r" b="b"/>
            <a:pathLst>
              <a:path w="3695700" h="1447800">
                <a:moveTo>
                  <a:pt x="152395" y="0"/>
                </a:moveTo>
                <a:lnTo>
                  <a:pt x="3543305" y="0"/>
                </a:lnTo>
                <a:cubicBezTo>
                  <a:pt x="3627414" y="0"/>
                  <a:pt x="3695700" y="68286"/>
                  <a:pt x="3695700" y="152395"/>
                </a:cubicBezTo>
                <a:lnTo>
                  <a:pt x="3695700" y="1295405"/>
                </a:lnTo>
                <a:cubicBezTo>
                  <a:pt x="3695700" y="1379514"/>
                  <a:pt x="3627414" y="1447800"/>
                  <a:pt x="3543305" y="1447800"/>
                </a:cubicBezTo>
                <a:lnTo>
                  <a:pt x="152395" y="1447800"/>
                </a:lnTo>
                <a:cubicBezTo>
                  <a:pt x="68286" y="1447800"/>
                  <a:pt x="0" y="1379514"/>
                  <a:pt x="0" y="129540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02526" y="363840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32" name="Text 30"/>
          <p:cNvSpPr/>
          <p:nvPr/>
        </p:nvSpPr>
        <p:spPr>
          <a:xfrm>
            <a:off x="8259663" y="3638401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797826" y="3695551"/>
            <a:ext cx="1323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Automatización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02526" y="4133701"/>
            <a:ext cx="3381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No-code, workflows inteligentes, emails automáticos, redes sociales y atención al cliente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85763" y="5021163"/>
            <a:ext cx="3695700" cy="1447800"/>
          </a:xfrm>
          <a:custGeom>
            <a:avLst/>
            <a:gdLst/>
            <a:ahLst/>
            <a:cxnLst/>
            <a:rect l="l" t="t" r="r" b="b"/>
            <a:pathLst>
              <a:path w="3695700" h="1447800">
                <a:moveTo>
                  <a:pt x="152395" y="0"/>
                </a:moveTo>
                <a:lnTo>
                  <a:pt x="3543305" y="0"/>
                </a:lnTo>
                <a:cubicBezTo>
                  <a:pt x="3627414" y="0"/>
                  <a:pt x="3695700" y="68286"/>
                  <a:pt x="3695700" y="152395"/>
                </a:cubicBezTo>
                <a:lnTo>
                  <a:pt x="3695700" y="1295405"/>
                </a:lnTo>
                <a:cubicBezTo>
                  <a:pt x="3695700" y="1379514"/>
                  <a:pt x="3627414" y="1447800"/>
                  <a:pt x="3543305" y="1447800"/>
                </a:cubicBezTo>
                <a:lnTo>
                  <a:pt x="152395" y="1447800"/>
                </a:lnTo>
                <a:cubicBezTo>
                  <a:pt x="68286" y="1447800"/>
                  <a:pt x="0" y="1379514"/>
                  <a:pt x="0" y="129540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81025" y="5251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37" name="Text 35"/>
          <p:cNvSpPr/>
          <p:nvPr/>
        </p:nvSpPr>
        <p:spPr>
          <a:xfrm>
            <a:off x="538163" y="52514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76325" y="5308550"/>
            <a:ext cx="1171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IA Multimodal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81025" y="5746700"/>
            <a:ext cx="3381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Generación de imágenes, audio, video, edición automática y agentes de IA especializados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246513" y="5021163"/>
            <a:ext cx="3695700" cy="1447800"/>
          </a:xfrm>
          <a:custGeom>
            <a:avLst/>
            <a:gdLst/>
            <a:ahLst/>
            <a:cxnLst/>
            <a:rect l="l" t="t" r="r" b="b"/>
            <a:pathLst>
              <a:path w="3695700" h="1447800">
                <a:moveTo>
                  <a:pt x="152395" y="0"/>
                </a:moveTo>
                <a:lnTo>
                  <a:pt x="3543305" y="0"/>
                </a:lnTo>
                <a:cubicBezTo>
                  <a:pt x="3627414" y="0"/>
                  <a:pt x="3695700" y="68286"/>
                  <a:pt x="3695700" y="152395"/>
                </a:cubicBezTo>
                <a:lnTo>
                  <a:pt x="3695700" y="1295405"/>
                </a:lnTo>
                <a:cubicBezTo>
                  <a:pt x="3695700" y="1379514"/>
                  <a:pt x="3627414" y="1447800"/>
                  <a:pt x="3543305" y="1447800"/>
                </a:cubicBezTo>
                <a:lnTo>
                  <a:pt x="152395" y="1447800"/>
                </a:lnTo>
                <a:cubicBezTo>
                  <a:pt x="68286" y="1447800"/>
                  <a:pt x="0" y="1379514"/>
                  <a:pt x="0" y="129540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441775" y="5251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42" name="Text 40"/>
          <p:cNvSpPr/>
          <p:nvPr/>
        </p:nvSpPr>
        <p:spPr>
          <a:xfrm>
            <a:off x="4398913" y="52514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937075" y="5308550"/>
            <a:ext cx="160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Por Departamentos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441775" y="5746700"/>
            <a:ext cx="3381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Aplicaciones específicas en marketing, ventas, RRHH, finanzas y operaciones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107263" y="5021163"/>
            <a:ext cx="3695700" cy="1447800"/>
          </a:xfrm>
          <a:custGeom>
            <a:avLst/>
            <a:gdLst/>
            <a:ahLst/>
            <a:cxnLst/>
            <a:rect l="l" t="t" r="r" b="b"/>
            <a:pathLst>
              <a:path w="3695700" h="1447800">
                <a:moveTo>
                  <a:pt x="152395" y="0"/>
                </a:moveTo>
                <a:lnTo>
                  <a:pt x="3543305" y="0"/>
                </a:lnTo>
                <a:cubicBezTo>
                  <a:pt x="3627414" y="0"/>
                  <a:pt x="3695700" y="68286"/>
                  <a:pt x="3695700" y="152395"/>
                </a:cubicBezTo>
                <a:lnTo>
                  <a:pt x="3695700" y="1295405"/>
                </a:lnTo>
                <a:cubicBezTo>
                  <a:pt x="3695700" y="1379514"/>
                  <a:pt x="3627414" y="1447800"/>
                  <a:pt x="3543305" y="1447800"/>
                </a:cubicBezTo>
                <a:lnTo>
                  <a:pt x="152395" y="1447800"/>
                </a:lnTo>
                <a:cubicBezTo>
                  <a:pt x="68286" y="1447800"/>
                  <a:pt x="0" y="1379514"/>
                  <a:pt x="0" y="129540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302526" y="5251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47" name="Text 45"/>
          <p:cNvSpPr/>
          <p:nvPr/>
        </p:nvSpPr>
        <p:spPr>
          <a:xfrm>
            <a:off x="8259663" y="52514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797826" y="5308550"/>
            <a:ext cx="134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Ética y Proyecto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302526" y="5746700"/>
            <a:ext cx="3381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Consideraciones éticas, regulación AI Act y desarrollo del proyecto final integrador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819150" cy="228600"/>
          </a:xfrm>
          <a:custGeom>
            <a:avLst/>
            <a:gdLst/>
            <a:ahLst/>
            <a:cxnLst/>
            <a:rect l="l" t="t" r="r" b="b"/>
            <a:pathLst>
              <a:path w="819150" h="228600">
                <a:moveTo>
                  <a:pt x="114300" y="0"/>
                </a:moveTo>
                <a:lnTo>
                  <a:pt x="704850" y="0"/>
                </a:lnTo>
                <a:cubicBezTo>
                  <a:pt x="767934" y="0"/>
                  <a:pt x="819150" y="51216"/>
                  <a:pt x="819150" y="114300"/>
                </a:cubicBezTo>
                <a:lnTo>
                  <a:pt x="819150" y="114300"/>
                </a:lnTo>
                <a:cubicBezTo>
                  <a:pt x="819150" y="177384"/>
                  <a:pt x="767934" y="228600"/>
                  <a:pt x="70485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381000"/>
            <a:ext cx="876300" cy="2286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spc="45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SEMANA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4301" y="400050"/>
            <a:ext cx="92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16 - 20 febrero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7239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Definición de IA, Historia y Evolución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2573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Desde los fundamentos conceptuales hasta la revolución actual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5763" y="1757363"/>
            <a:ext cx="5591175" cy="3571875"/>
          </a:xfrm>
          <a:custGeom>
            <a:avLst/>
            <a:gdLst/>
            <a:ahLst/>
            <a:cxnLst/>
            <a:rect l="l" t="t" r="r" b="b"/>
            <a:pathLst>
              <a:path w="5591175" h="3571875">
                <a:moveTo>
                  <a:pt x="152412" y="0"/>
                </a:moveTo>
                <a:lnTo>
                  <a:pt x="5438763" y="0"/>
                </a:lnTo>
                <a:cubicBezTo>
                  <a:pt x="5522938" y="0"/>
                  <a:pt x="5591175" y="68237"/>
                  <a:pt x="5591175" y="152412"/>
                </a:cubicBezTo>
                <a:lnTo>
                  <a:pt x="5591175" y="3419463"/>
                </a:lnTo>
                <a:cubicBezTo>
                  <a:pt x="5591175" y="3503638"/>
                  <a:pt x="5522938" y="3571875"/>
                  <a:pt x="5438763" y="3571875"/>
                </a:cubicBezTo>
                <a:lnTo>
                  <a:pt x="152412" y="3571875"/>
                </a:lnTo>
                <a:cubicBezTo>
                  <a:pt x="68237" y="3571875"/>
                  <a:pt x="0" y="3503638"/>
                  <a:pt x="0" y="3419463"/>
                </a:cubicBezTo>
                <a:lnTo>
                  <a:pt x="0" y="152412"/>
                </a:lnTo>
                <a:cubicBezTo>
                  <a:pt x="0" y="68237"/>
                  <a:pt x="68237" y="0"/>
                  <a:pt x="15241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19125" y="19907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9" name="Shape 7"/>
          <p:cNvSpPr/>
          <p:nvPr/>
        </p:nvSpPr>
        <p:spPr>
          <a:xfrm>
            <a:off x="776288" y="21240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190625" y="2066925"/>
            <a:ext cx="2933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Conceptos Fundamentales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9125" y="26765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2" name="Text 10"/>
          <p:cNvSpPr/>
          <p:nvPr/>
        </p:nvSpPr>
        <p:spPr>
          <a:xfrm>
            <a:off x="809625" y="2600325"/>
            <a:ext cx="5010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Qué es la Inteligencia Artificial: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Sistemas capaces de realizar tareas que requieren inteligencia humana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9125" y="32480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4" name="Text 12"/>
          <p:cNvSpPr/>
          <p:nvPr/>
        </p:nvSpPr>
        <p:spPr>
          <a:xfrm>
            <a:off x="809625" y="3171825"/>
            <a:ext cx="5010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IA vs Automatización: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Diferencias clave entre reglas predefinidas y aprendizaje adaptativo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9125" y="38195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6" name="Text 14"/>
          <p:cNvSpPr/>
          <p:nvPr/>
        </p:nvSpPr>
        <p:spPr>
          <a:xfrm>
            <a:off x="809625" y="3743325"/>
            <a:ext cx="5010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IA en la vida cotidiana: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Aplicaciones presentes en dispositivos, servicios y plataformas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125" y="43910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8" name="Text 16"/>
          <p:cNvSpPr/>
          <p:nvPr/>
        </p:nvSpPr>
        <p:spPr>
          <a:xfrm>
            <a:off x="809625" y="4314825"/>
            <a:ext cx="4486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IA vs ML vs Deep Learning: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Jerarquía y relaciones entre disciplinas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5063" y="1757363"/>
            <a:ext cx="5591175" cy="3571875"/>
          </a:xfrm>
          <a:custGeom>
            <a:avLst/>
            <a:gdLst/>
            <a:ahLst/>
            <a:cxnLst/>
            <a:rect l="l" t="t" r="r" b="b"/>
            <a:pathLst>
              <a:path w="5591175" h="3571875">
                <a:moveTo>
                  <a:pt x="152412" y="0"/>
                </a:moveTo>
                <a:lnTo>
                  <a:pt x="5438763" y="0"/>
                </a:lnTo>
                <a:cubicBezTo>
                  <a:pt x="5522938" y="0"/>
                  <a:pt x="5591175" y="68237"/>
                  <a:pt x="5591175" y="152412"/>
                </a:cubicBezTo>
                <a:lnTo>
                  <a:pt x="5591175" y="3419463"/>
                </a:lnTo>
                <a:cubicBezTo>
                  <a:pt x="5591175" y="3503638"/>
                  <a:pt x="5522938" y="3571875"/>
                  <a:pt x="5438763" y="3571875"/>
                </a:cubicBezTo>
                <a:lnTo>
                  <a:pt x="152412" y="3571875"/>
                </a:lnTo>
                <a:cubicBezTo>
                  <a:pt x="68237" y="3571875"/>
                  <a:pt x="0" y="3503638"/>
                  <a:pt x="0" y="3419463"/>
                </a:cubicBezTo>
                <a:lnTo>
                  <a:pt x="0" y="152412"/>
                </a:lnTo>
                <a:cubicBezTo>
                  <a:pt x="0" y="68237"/>
                  <a:pt x="68237" y="0"/>
                  <a:pt x="15241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8425" y="19907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21" name="Shape 19"/>
          <p:cNvSpPr/>
          <p:nvPr/>
        </p:nvSpPr>
        <p:spPr>
          <a:xfrm>
            <a:off x="6569869" y="21240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23812"/>
                </a:moveTo>
                <a:cubicBezTo>
                  <a:pt x="146596" y="23812"/>
                  <a:pt x="178594" y="55811"/>
                  <a:pt x="178594" y="95250"/>
                </a:cubicBezTo>
                <a:cubicBezTo>
                  <a:pt x="178594" y="134689"/>
                  <a:pt x="146596" y="166688"/>
                  <a:pt x="107156" y="166688"/>
                </a:cubicBezTo>
                <a:cubicBezTo>
                  <a:pt x="82897" y="166688"/>
                  <a:pt x="61429" y="154595"/>
                  <a:pt x="48518" y="136066"/>
                </a:cubicBezTo>
                <a:cubicBezTo>
                  <a:pt x="44760" y="130671"/>
                  <a:pt x="37319" y="129369"/>
                  <a:pt x="31924" y="133127"/>
                </a:cubicBezTo>
                <a:cubicBezTo>
                  <a:pt x="26529" y="136885"/>
                  <a:pt x="25226" y="144326"/>
                  <a:pt x="28984" y="149721"/>
                </a:cubicBezTo>
                <a:cubicBezTo>
                  <a:pt x="46174" y="174352"/>
                  <a:pt x="74786" y="190500"/>
                  <a:pt x="107156" y="190500"/>
                </a:cubicBezTo>
                <a:cubicBezTo>
                  <a:pt x="159767" y="190500"/>
                  <a:pt x="202406" y="147861"/>
                  <a:pt x="202406" y="95250"/>
                </a:cubicBezTo>
                <a:cubicBezTo>
                  <a:pt x="202406" y="42639"/>
                  <a:pt x="159767" y="0"/>
                  <a:pt x="107156" y="0"/>
                </a:cubicBezTo>
                <a:cubicBezTo>
                  <a:pt x="75270" y="0"/>
                  <a:pt x="47067" y="15664"/>
                  <a:pt x="29766" y="39700"/>
                </a:cubicBezTo>
                <a:lnTo>
                  <a:pt x="29766" y="29766"/>
                </a:lnTo>
                <a:cubicBezTo>
                  <a:pt x="29766" y="23180"/>
                  <a:pt x="24445" y="17859"/>
                  <a:pt x="17859" y="17859"/>
                </a:cubicBezTo>
                <a:cubicBezTo>
                  <a:pt x="11274" y="17859"/>
                  <a:pt x="5953" y="23180"/>
                  <a:pt x="5953" y="29766"/>
                </a:cubicBezTo>
                <a:lnTo>
                  <a:pt x="5953" y="71438"/>
                </a:lnTo>
                <a:cubicBezTo>
                  <a:pt x="5953" y="78023"/>
                  <a:pt x="11274" y="83344"/>
                  <a:pt x="17859" y="83344"/>
                </a:cubicBezTo>
                <a:lnTo>
                  <a:pt x="27012" y="83344"/>
                </a:lnTo>
                <a:cubicBezTo>
                  <a:pt x="27198" y="83344"/>
                  <a:pt x="27384" y="83344"/>
                  <a:pt x="27570" y="83344"/>
                </a:cubicBezTo>
                <a:lnTo>
                  <a:pt x="59568" y="83344"/>
                </a:lnTo>
                <a:cubicBezTo>
                  <a:pt x="66154" y="83344"/>
                  <a:pt x="71475" y="78023"/>
                  <a:pt x="71475" y="71438"/>
                </a:cubicBezTo>
                <a:cubicBezTo>
                  <a:pt x="71475" y="64852"/>
                  <a:pt x="66154" y="59531"/>
                  <a:pt x="59568" y="59531"/>
                </a:cubicBezTo>
                <a:lnTo>
                  <a:pt x="45318" y="59531"/>
                </a:lnTo>
                <a:cubicBezTo>
                  <a:pt x="57634" y="38174"/>
                  <a:pt x="80739" y="23812"/>
                  <a:pt x="107156" y="23812"/>
                </a:cubicBezTo>
                <a:close/>
                <a:moveTo>
                  <a:pt x="116086" y="56555"/>
                </a:moveTo>
                <a:cubicBezTo>
                  <a:pt x="116086" y="51606"/>
                  <a:pt x="112105" y="47625"/>
                  <a:pt x="107156" y="47625"/>
                </a:cubicBezTo>
                <a:cubicBezTo>
                  <a:pt x="102208" y="47625"/>
                  <a:pt x="98227" y="51606"/>
                  <a:pt x="98227" y="56555"/>
                </a:cubicBezTo>
                <a:lnTo>
                  <a:pt x="98227" y="95250"/>
                </a:lnTo>
                <a:cubicBezTo>
                  <a:pt x="98227" y="97631"/>
                  <a:pt x="99157" y="99901"/>
                  <a:pt x="100831" y="101575"/>
                </a:cubicBezTo>
                <a:lnTo>
                  <a:pt x="127620" y="128364"/>
                </a:lnTo>
                <a:cubicBezTo>
                  <a:pt x="131118" y="131862"/>
                  <a:pt x="136773" y="131862"/>
                  <a:pt x="140233" y="128364"/>
                </a:cubicBezTo>
                <a:cubicBezTo>
                  <a:pt x="143694" y="124867"/>
                  <a:pt x="143731" y="119211"/>
                  <a:pt x="140233" y="115751"/>
                </a:cubicBezTo>
                <a:lnTo>
                  <a:pt x="116049" y="91567"/>
                </a:lnTo>
                <a:lnTo>
                  <a:pt x="116049" y="5655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019925" y="2066925"/>
            <a:ext cx="2124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Evolución Histórica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48425" y="26765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24" name="Text 22"/>
          <p:cNvSpPr/>
          <p:nvPr/>
        </p:nvSpPr>
        <p:spPr>
          <a:xfrm>
            <a:off x="6638925" y="2600325"/>
            <a:ext cx="481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1950-2000: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Los inicios, sistemas expertos y el primer "invierno de la IA"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48425" y="30194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26" name="Text 24"/>
          <p:cNvSpPr/>
          <p:nvPr/>
        </p:nvSpPr>
        <p:spPr>
          <a:xfrm>
            <a:off x="6638925" y="2943225"/>
            <a:ext cx="5010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Auge del Machine Learning: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Algoritmos de aprendizaje automático y su adopción empresarial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48425" y="35909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28" name="Text 26"/>
          <p:cNvSpPr/>
          <p:nvPr/>
        </p:nvSpPr>
        <p:spPr>
          <a:xfrm>
            <a:off x="6638925" y="3514725"/>
            <a:ext cx="5010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Big Data y Deep Learning: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La explosión de datos y las redes neuronales profundas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48425" y="41624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30" name="Text 28"/>
          <p:cNvSpPr/>
          <p:nvPr/>
        </p:nvSpPr>
        <p:spPr>
          <a:xfrm>
            <a:off x="6638925" y="4086225"/>
            <a:ext cx="5010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Revolución Generativa: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Modelos modernos y su impacto transformador en empresas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81000" y="5562600"/>
            <a:ext cx="11430000" cy="914400"/>
          </a:xfrm>
          <a:custGeom>
            <a:avLst/>
            <a:gdLst/>
            <a:ahLst/>
            <a:cxnLst/>
            <a:rect l="l" t="t" r="r" b="b"/>
            <a:pathLst>
              <a:path w="11430000" h="914400">
                <a:moveTo>
                  <a:pt x="152403" y="0"/>
                </a:moveTo>
                <a:lnTo>
                  <a:pt x="11277597" y="0"/>
                </a:lnTo>
                <a:cubicBezTo>
                  <a:pt x="11361767" y="0"/>
                  <a:pt x="11430000" y="68233"/>
                  <a:pt x="11430000" y="152403"/>
                </a:cubicBezTo>
                <a:lnTo>
                  <a:pt x="11430000" y="761997"/>
                </a:lnTo>
                <a:cubicBezTo>
                  <a:pt x="11430000" y="846167"/>
                  <a:pt x="11361767" y="914400"/>
                  <a:pt x="11277597" y="914400"/>
                </a:cubicBezTo>
                <a:lnTo>
                  <a:pt x="152403" y="914400"/>
                </a:lnTo>
                <a:cubicBezTo>
                  <a:pt x="68290" y="914400"/>
                  <a:pt x="0" y="846110"/>
                  <a:pt x="0" y="7619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>
                  <a:alpha val="10000"/>
                </a:srgbClr>
              </a:gs>
              <a:gs pos="100000">
                <a:srgbClr val="34C759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32" name="Shape 30"/>
          <p:cNvSpPr/>
          <p:nvPr/>
        </p:nvSpPr>
        <p:spPr>
          <a:xfrm>
            <a:off x="609600" y="58769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3" name="Text 31"/>
          <p:cNvSpPr/>
          <p:nvPr/>
        </p:nvSpPr>
        <p:spPr>
          <a:xfrm>
            <a:off x="1081088" y="5791200"/>
            <a:ext cx="453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Impacto Empresarial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81088" y="5981700"/>
            <a:ext cx="4552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Debate sobre el futuro del trabajo y la transformación digital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428238" y="5753100"/>
            <a:ext cx="1190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504438" y="6096000"/>
            <a:ext cx="111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Días de contenido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838200" cy="228600"/>
          </a:xfrm>
          <a:custGeom>
            <a:avLst/>
            <a:gdLst/>
            <a:ahLst/>
            <a:cxnLst/>
            <a:rect l="l" t="t" r="r" b="b"/>
            <a:pathLst>
              <a:path w="838200" h="228600">
                <a:moveTo>
                  <a:pt x="114300" y="0"/>
                </a:moveTo>
                <a:lnTo>
                  <a:pt x="723900" y="0"/>
                </a:lnTo>
                <a:cubicBezTo>
                  <a:pt x="786984" y="0"/>
                  <a:pt x="838200" y="51216"/>
                  <a:pt x="838200" y="114300"/>
                </a:cubicBezTo>
                <a:lnTo>
                  <a:pt x="838200" y="114300"/>
                </a:lnTo>
                <a:cubicBezTo>
                  <a:pt x="838200" y="177384"/>
                  <a:pt x="786984" y="228600"/>
                  <a:pt x="7239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381000"/>
            <a:ext cx="895350" cy="2286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spc="45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SEMANA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34988" y="400050"/>
            <a:ext cx="933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23 - 27 febrero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7239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Tipos de Inteligencia Artificial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2573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Clasificaciones, paradigmas y métodos de aprendizaje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5763" y="1757363"/>
            <a:ext cx="3676650" cy="3457575"/>
          </a:xfrm>
          <a:custGeom>
            <a:avLst/>
            <a:gdLst/>
            <a:ahLst/>
            <a:cxnLst/>
            <a:rect l="l" t="t" r="r" b="b"/>
            <a:pathLst>
              <a:path w="3676650" h="3457575">
                <a:moveTo>
                  <a:pt x="152410" y="0"/>
                </a:moveTo>
                <a:lnTo>
                  <a:pt x="3524240" y="0"/>
                </a:lnTo>
                <a:cubicBezTo>
                  <a:pt x="3608414" y="0"/>
                  <a:pt x="3676650" y="68236"/>
                  <a:pt x="3676650" y="152410"/>
                </a:cubicBezTo>
                <a:lnTo>
                  <a:pt x="3676650" y="3305165"/>
                </a:lnTo>
                <a:cubicBezTo>
                  <a:pt x="3676650" y="3389339"/>
                  <a:pt x="3608414" y="3457575"/>
                  <a:pt x="3524240" y="3457575"/>
                </a:cubicBezTo>
                <a:lnTo>
                  <a:pt x="152410" y="3457575"/>
                </a:lnTo>
                <a:cubicBezTo>
                  <a:pt x="68236" y="3457575"/>
                  <a:pt x="0" y="3389339"/>
                  <a:pt x="0" y="3305165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81025" y="19526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9" name="Shape 7"/>
          <p:cNvSpPr/>
          <p:nvPr/>
        </p:nvSpPr>
        <p:spPr>
          <a:xfrm>
            <a:off x="688181" y="20574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7856" y="1741"/>
                </a:moveTo>
                <a:cubicBezTo>
                  <a:pt x="82845" y="-569"/>
                  <a:pt x="88605" y="-569"/>
                  <a:pt x="93594" y="1741"/>
                </a:cubicBezTo>
                <a:lnTo>
                  <a:pt x="166795" y="35562"/>
                </a:lnTo>
                <a:cubicBezTo>
                  <a:pt x="169642" y="36868"/>
                  <a:pt x="171450" y="39715"/>
                  <a:pt x="171450" y="42863"/>
                </a:cubicBezTo>
                <a:cubicBezTo>
                  <a:pt x="171450" y="46010"/>
                  <a:pt x="169642" y="48857"/>
                  <a:pt x="166795" y="50163"/>
                </a:cubicBezTo>
                <a:lnTo>
                  <a:pt x="93594" y="83984"/>
                </a:lnTo>
                <a:cubicBezTo>
                  <a:pt x="88605" y="86294"/>
                  <a:pt x="82845" y="86294"/>
                  <a:pt x="77856" y="83984"/>
                </a:cubicBezTo>
                <a:lnTo>
                  <a:pt x="4655" y="50163"/>
                </a:lnTo>
                <a:cubicBezTo>
                  <a:pt x="1808" y="48823"/>
                  <a:pt x="0" y="45977"/>
                  <a:pt x="0" y="42863"/>
                </a:cubicBezTo>
                <a:cubicBezTo>
                  <a:pt x="0" y="39748"/>
                  <a:pt x="1808" y="36868"/>
                  <a:pt x="4655" y="35562"/>
                </a:cubicBezTo>
                <a:lnTo>
                  <a:pt x="77856" y="1741"/>
                </a:lnTo>
                <a:close/>
                <a:moveTo>
                  <a:pt x="16107" y="73134"/>
                </a:moveTo>
                <a:lnTo>
                  <a:pt x="71125" y="98550"/>
                </a:lnTo>
                <a:cubicBezTo>
                  <a:pt x="80401" y="102837"/>
                  <a:pt x="91083" y="102837"/>
                  <a:pt x="100359" y="98550"/>
                </a:cubicBezTo>
                <a:lnTo>
                  <a:pt x="155377" y="73134"/>
                </a:lnTo>
                <a:lnTo>
                  <a:pt x="166795" y="78425"/>
                </a:lnTo>
                <a:cubicBezTo>
                  <a:pt x="169642" y="79731"/>
                  <a:pt x="171450" y="82577"/>
                  <a:pt x="171450" y="85725"/>
                </a:cubicBezTo>
                <a:cubicBezTo>
                  <a:pt x="171450" y="88873"/>
                  <a:pt x="169642" y="91719"/>
                  <a:pt x="166795" y="93025"/>
                </a:cubicBezTo>
                <a:lnTo>
                  <a:pt x="93594" y="126846"/>
                </a:lnTo>
                <a:cubicBezTo>
                  <a:pt x="88605" y="129157"/>
                  <a:pt x="82845" y="129157"/>
                  <a:pt x="77856" y="126846"/>
                </a:cubicBezTo>
                <a:lnTo>
                  <a:pt x="4655" y="93025"/>
                </a:lnTo>
                <a:cubicBezTo>
                  <a:pt x="1808" y="91686"/>
                  <a:pt x="0" y="88839"/>
                  <a:pt x="0" y="85725"/>
                </a:cubicBezTo>
                <a:cubicBezTo>
                  <a:pt x="0" y="82611"/>
                  <a:pt x="1808" y="79731"/>
                  <a:pt x="4655" y="78425"/>
                </a:cubicBezTo>
                <a:lnTo>
                  <a:pt x="16073" y="73134"/>
                </a:lnTo>
                <a:close/>
                <a:moveTo>
                  <a:pt x="4655" y="121287"/>
                </a:moveTo>
                <a:lnTo>
                  <a:pt x="16073" y="115997"/>
                </a:lnTo>
                <a:lnTo>
                  <a:pt x="71091" y="141413"/>
                </a:lnTo>
                <a:cubicBezTo>
                  <a:pt x="80367" y="145699"/>
                  <a:pt x="91049" y="145699"/>
                  <a:pt x="100325" y="141413"/>
                </a:cubicBezTo>
                <a:lnTo>
                  <a:pt x="155343" y="115997"/>
                </a:lnTo>
                <a:lnTo>
                  <a:pt x="166762" y="121287"/>
                </a:lnTo>
                <a:cubicBezTo>
                  <a:pt x="169608" y="122593"/>
                  <a:pt x="171417" y="125440"/>
                  <a:pt x="171417" y="128588"/>
                </a:cubicBezTo>
                <a:cubicBezTo>
                  <a:pt x="171417" y="131735"/>
                  <a:pt x="169608" y="134582"/>
                  <a:pt x="166762" y="135888"/>
                </a:cubicBezTo>
                <a:lnTo>
                  <a:pt x="93561" y="169709"/>
                </a:lnTo>
                <a:cubicBezTo>
                  <a:pt x="88571" y="172019"/>
                  <a:pt x="82812" y="172019"/>
                  <a:pt x="77822" y="169709"/>
                </a:cubicBezTo>
                <a:lnTo>
                  <a:pt x="4655" y="135888"/>
                </a:lnTo>
                <a:cubicBezTo>
                  <a:pt x="1808" y="134548"/>
                  <a:pt x="0" y="131702"/>
                  <a:pt x="0" y="128588"/>
                </a:cubicBezTo>
                <a:cubicBezTo>
                  <a:pt x="0" y="125473"/>
                  <a:pt x="1808" y="122593"/>
                  <a:pt x="4655" y="12128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76325" y="2009775"/>
            <a:ext cx="140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Clasificaciones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1025" y="2486025"/>
            <a:ext cx="3286125" cy="876300"/>
          </a:xfrm>
          <a:custGeom>
            <a:avLst/>
            <a:gdLst/>
            <a:ahLst/>
            <a:cxnLst/>
            <a:rect l="l" t="t" r="r" b="b"/>
            <a:pathLst>
              <a:path w="3286125" h="876300">
                <a:moveTo>
                  <a:pt x="114296" y="0"/>
                </a:moveTo>
                <a:lnTo>
                  <a:pt x="3171829" y="0"/>
                </a:lnTo>
                <a:cubicBezTo>
                  <a:pt x="3234953" y="0"/>
                  <a:pt x="3286125" y="51172"/>
                  <a:pt x="3286125" y="114296"/>
                </a:cubicBezTo>
                <a:lnTo>
                  <a:pt x="3286125" y="762004"/>
                </a:lnTo>
                <a:cubicBezTo>
                  <a:pt x="3286125" y="825128"/>
                  <a:pt x="3234953" y="876300"/>
                  <a:pt x="3171829" y="876300"/>
                </a:cubicBezTo>
                <a:lnTo>
                  <a:pt x="114296" y="876300"/>
                </a:lnTo>
                <a:cubicBezTo>
                  <a:pt x="51172" y="876300"/>
                  <a:pt x="0" y="825128"/>
                  <a:pt x="0" y="76200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695325" y="2600325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IA Débil vs Fuerte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5325" y="2867025"/>
            <a:ext cx="312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Narrow AI especializada vs AGI con capacidades humanas generales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1025" y="3476625"/>
            <a:ext cx="3286125" cy="685800"/>
          </a:xfrm>
          <a:custGeom>
            <a:avLst/>
            <a:gdLst/>
            <a:ahLst/>
            <a:cxnLst/>
            <a:rect l="l" t="t" r="r" b="b"/>
            <a:pathLst>
              <a:path w="3286125" h="685800">
                <a:moveTo>
                  <a:pt x="114302" y="0"/>
                </a:moveTo>
                <a:lnTo>
                  <a:pt x="3171823" y="0"/>
                </a:lnTo>
                <a:cubicBezTo>
                  <a:pt x="3234908" y="0"/>
                  <a:pt x="3286125" y="51217"/>
                  <a:pt x="3286125" y="114302"/>
                </a:cubicBezTo>
                <a:lnTo>
                  <a:pt x="3286125" y="571498"/>
                </a:lnTo>
                <a:cubicBezTo>
                  <a:pt x="3286125" y="634583"/>
                  <a:pt x="3234908" y="685800"/>
                  <a:pt x="3171823" y="685800"/>
                </a:cubicBezTo>
                <a:lnTo>
                  <a:pt x="114302" y="685800"/>
                </a:lnTo>
                <a:cubicBezTo>
                  <a:pt x="51217" y="685800"/>
                  <a:pt x="0" y="634583"/>
                  <a:pt x="0" y="5714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5" name="Text 13"/>
          <p:cNvSpPr/>
          <p:nvPr/>
        </p:nvSpPr>
        <p:spPr>
          <a:xfrm>
            <a:off x="695325" y="3590925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Simbólica vs Conexionista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5325" y="385762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Reglas lógicas explícitas vs aprendizaje de patrones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59163" y="1757363"/>
            <a:ext cx="3676650" cy="3457575"/>
          </a:xfrm>
          <a:custGeom>
            <a:avLst/>
            <a:gdLst/>
            <a:ahLst/>
            <a:cxnLst/>
            <a:rect l="l" t="t" r="r" b="b"/>
            <a:pathLst>
              <a:path w="3676650" h="3457575">
                <a:moveTo>
                  <a:pt x="152410" y="0"/>
                </a:moveTo>
                <a:lnTo>
                  <a:pt x="3524240" y="0"/>
                </a:lnTo>
                <a:cubicBezTo>
                  <a:pt x="3608414" y="0"/>
                  <a:pt x="3676650" y="68236"/>
                  <a:pt x="3676650" y="152410"/>
                </a:cubicBezTo>
                <a:lnTo>
                  <a:pt x="3676650" y="3305165"/>
                </a:lnTo>
                <a:cubicBezTo>
                  <a:pt x="3676650" y="3389339"/>
                  <a:pt x="3608414" y="3457575"/>
                  <a:pt x="3524240" y="3457575"/>
                </a:cubicBezTo>
                <a:lnTo>
                  <a:pt x="152410" y="3457575"/>
                </a:lnTo>
                <a:cubicBezTo>
                  <a:pt x="68236" y="3457575"/>
                  <a:pt x="0" y="3389339"/>
                  <a:pt x="0" y="3305165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54426" y="19526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19" name="Shape 17"/>
          <p:cNvSpPr/>
          <p:nvPr/>
        </p:nvSpPr>
        <p:spPr>
          <a:xfrm>
            <a:off x="4550866" y="205740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6073" y="65566"/>
                </a:moveTo>
                <a:lnTo>
                  <a:pt x="86127" y="94398"/>
                </a:lnTo>
                <a:cubicBezTo>
                  <a:pt x="89408" y="95737"/>
                  <a:pt x="92891" y="96441"/>
                  <a:pt x="96441" y="96441"/>
                </a:cubicBezTo>
                <a:cubicBezTo>
                  <a:pt x="99990" y="96441"/>
                  <a:pt x="103473" y="95737"/>
                  <a:pt x="106754" y="94398"/>
                </a:cubicBezTo>
                <a:lnTo>
                  <a:pt x="187925" y="60979"/>
                </a:lnTo>
                <a:cubicBezTo>
                  <a:pt x="190939" y="59740"/>
                  <a:pt x="192881" y="56826"/>
                  <a:pt x="192881" y="53578"/>
                </a:cubicBezTo>
                <a:cubicBezTo>
                  <a:pt x="192881" y="50330"/>
                  <a:pt x="190939" y="47417"/>
                  <a:pt x="187925" y="46178"/>
                </a:cubicBezTo>
                <a:lnTo>
                  <a:pt x="106754" y="12758"/>
                </a:lnTo>
                <a:cubicBezTo>
                  <a:pt x="103473" y="11419"/>
                  <a:pt x="99990" y="10716"/>
                  <a:pt x="96441" y="10716"/>
                </a:cubicBezTo>
                <a:cubicBezTo>
                  <a:pt x="92891" y="10716"/>
                  <a:pt x="89408" y="11419"/>
                  <a:pt x="86127" y="12758"/>
                </a:cubicBezTo>
                <a:lnTo>
                  <a:pt x="4956" y="46178"/>
                </a:lnTo>
                <a:cubicBezTo>
                  <a:pt x="1942" y="47417"/>
                  <a:pt x="0" y="50330"/>
                  <a:pt x="0" y="53578"/>
                </a:cubicBezTo>
                <a:lnTo>
                  <a:pt x="0" y="152698"/>
                </a:lnTo>
                <a:cubicBezTo>
                  <a:pt x="0" y="157151"/>
                  <a:pt x="3583" y="160734"/>
                  <a:pt x="8037" y="160734"/>
                </a:cubicBezTo>
                <a:cubicBezTo>
                  <a:pt x="12490" y="160734"/>
                  <a:pt x="16073" y="157151"/>
                  <a:pt x="16073" y="152698"/>
                </a:cubicBezTo>
                <a:lnTo>
                  <a:pt x="16073" y="65566"/>
                </a:lnTo>
                <a:close/>
                <a:moveTo>
                  <a:pt x="32147" y="89576"/>
                </a:moveTo>
                <a:lnTo>
                  <a:pt x="32147" y="128588"/>
                </a:lnTo>
                <a:cubicBezTo>
                  <a:pt x="32147" y="146335"/>
                  <a:pt x="60945" y="160734"/>
                  <a:pt x="96441" y="160734"/>
                </a:cubicBezTo>
                <a:cubicBezTo>
                  <a:pt x="131936" y="160734"/>
                  <a:pt x="160734" y="146335"/>
                  <a:pt x="160734" y="128588"/>
                </a:cubicBezTo>
                <a:lnTo>
                  <a:pt x="160734" y="89542"/>
                </a:lnTo>
                <a:lnTo>
                  <a:pt x="112882" y="109266"/>
                </a:lnTo>
                <a:cubicBezTo>
                  <a:pt x="107659" y="111409"/>
                  <a:pt x="102100" y="112514"/>
                  <a:pt x="96441" y="112514"/>
                </a:cubicBezTo>
                <a:cubicBezTo>
                  <a:pt x="90781" y="112514"/>
                  <a:pt x="85223" y="111409"/>
                  <a:pt x="79999" y="109266"/>
                </a:cubicBezTo>
                <a:lnTo>
                  <a:pt x="32147" y="8954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949726" y="2009775"/>
            <a:ext cx="112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Aprendizaje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54426" y="2486025"/>
            <a:ext cx="3286125" cy="685800"/>
          </a:xfrm>
          <a:custGeom>
            <a:avLst/>
            <a:gdLst/>
            <a:ahLst/>
            <a:cxnLst/>
            <a:rect l="l" t="t" r="r" b="b"/>
            <a:pathLst>
              <a:path w="3286125" h="685800">
                <a:moveTo>
                  <a:pt x="114302" y="0"/>
                </a:moveTo>
                <a:lnTo>
                  <a:pt x="3171823" y="0"/>
                </a:lnTo>
                <a:cubicBezTo>
                  <a:pt x="3234908" y="0"/>
                  <a:pt x="3286125" y="51217"/>
                  <a:pt x="3286125" y="114302"/>
                </a:cubicBezTo>
                <a:lnTo>
                  <a:pt x="3286125" y="571498"/>
                </a:lnTo>
                <a:cubicBezTo>
                  <a:pt x="3286125" y="634583"/>
                  <a:pt x="3234908" y="685800"/>
                  <a:pt x="3171823" y="685800"/>
                </a:cubicBezTo>
                <a:lnTo>
                  <a:pt x="114302" y="685800"/>
                </a:lnTo>
                <a:cubicBezTo>
                  <a:pt x="51217" y="685800"/>
                  <a:pt x="0" y="634583"/>
                  <a:pt x="0" y="5714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2" name="Text 20"/>
          <p:cNvSpPr/>
          <p:nvPr/>
        </p:nvSpPr>
        <p:spPr>
          <a:xfrm>
            <a:off x="4568726" y="2600325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Supervisado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68726" y="286702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Datos etiquetados para predicción y clasificación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54426" y="3286125"/>
            <a:ext cx="3286125" cy="876300"/>
          </a:xfrm>
          <a:custGeom>
            <a:avLst/>
            <a:gdLst/>
            <a:ahLst/>
            <a:cxnLst/>
            <a:rect l="l" t="t" r="r" b="b"/>
            <a:pathLst>
              <a:path w="3286125" h="876300">
                <a:moveTo>
                  <a:pt x="114296" y="0"/>
                </a:moveTo>
                <a:lnTo>
                  <a:pt x="3171829" y="0"/>
                </a:lnTo>
                <a:cubicBezTo>
                  <a:pt x="3234953" y="0"/>
                  <a:pt x="3286125" y="51172"/>
                  <a:pt x="3286125" y="114296"/>
                </a:cubicBezTo>
                <a:lnTo>
                  <a:pt x="3286125" y="762004"/>
                </a:lnTo>
                <a:cubicBezTo>
                  <a:pt x="3286125" y="825128"/>
                  <a:pt x="3234953" y="876300"/>
                  <a:pt x="3171829" y="876300"/>
                </a:cubicBezTo>
                <a:lnTo>
                  <a:pt x="114296" y="876300"/>
                </a:lnTo>
                <a:cubicBezTo>
                  <a:pt x="51172" y="876300"/>
                  <a:pt x="0" y="825128"/>
                  <a:pt x="0" y="76200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5" name="Text 23"/>
          <p:cNvSpPr/>
          <p:nvPr/>
        </p:nvSpPr>
        <p:spPr>
          <a:xfrm>
            <a:off x="4568726" y="3400425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Supervisado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68726" y="3667125"/>
            <a:ext cx="312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Segmentación y descubrimiento de patrones ocultos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32713" y="1757363"/>
            <a:ext cx="3676650" cy="3457575"/>
          </a:xfrm>
          <a:custGeom>
            <a:avLst/>
            <a:gdLst/>
            <a:ahLst/>
            <a:cxnLst/>
            <a:rect l="l" t="t" r="r" b="b"/>
            <a:pathLst>
              <a:path w="3676650" h="3457575">
                <a:moveTo>
                  <a:pt x="152410" y="0"/>
                </a:moveTo>
                <a:lnTo>
                  <a:pt x="3524240" y="0"/>
                </a:lnTo>
                <a:cubicBezTo>
                  <a:pt x="3608414" y="0"/>
                  <a:pt x="3676650" y="68236"/>
                  <a:pt x="3676650" y="152410"/>
                </a:cubicBezTo>
                <a:lnTo>
                  <a:pt x="3676650" y="3305165"/>
                </a:lnTo>
                <a:cubicBezTo>
                  <a:pt x="3676650" y="3389339"/>
                  <a:pt x="3608414" y="3457575"/>
                  <a:pt x="3524240" y="3457575"/>
                </a:cubicBezTo>
                <a:lnTo>
                  <a:pt x="152410" y="3457575"/>
                </a:lnTo>
                <a:cubicBezTo>
                  <a:pt x="68236" y="3457575"/>
                  <a:pt x="0" y="3389339"/>
                  <a:pt x="0" y="3305165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327975" y="19526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29" name="Shape 27"/>
          <p:cNvSpPr/>
          <p:nvPr/>
        </p:nvSpPr>
        <p:spPr>
          <a:xfrm>
            <a:off x="8435132" y="20574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8823275" y="2009775"/>
            <a:ext cx="136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327975" y="2486025"/>
            <a:ext cx="3286125" cy="685800"/>
          </a:xfrm>
          <a:custGeom>
            <a:avLst/>
            <a:gdLst/>
            <a:ahLst/>
            <a:cxnLst/>
            <a:rect l="l" t="t" r="r" b="b"/>
            <a:pathLst>
              <a:path w="3286125" h="685800">
                <a:moveTo>
                  <a:pt x="114302" y="0"/>
                </a:moveTo>
                <a:lnTo>
                  <a:pt x="3171823" y="0"/>
                </a:lnTo>
                <a:cubicBezTo>
                  <a:pt x="3234908" y="0"/>
                  <a:pt x="3286125" y="51217"/>
                  <a:pt x="3286125" y="114302"/>
                </a:cubicBezTo>
                <a:lnTo>
                  <a:pt x="3286125" y="571498"/>
                </a:lnTo>
                <a:cubicBezTo>
                  <a:pt x="3286125" y="634583"/>
                  <a:pt x="3234908" y="685800"/>
                  <a:pt x="3171823" y="685800"/>
                </a:cubicBezTo>
                <a:lnTo>
                  <a:pt x="114302" y="685800"/>
                </a:lnTo>
                <a:cubicBezTo>
                  <a:pt x="51217" y="685800"/>
                  <a:pt x="0" y="634583"/>
                  <a:pt x="0" y="5714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32" name="Text 30"/>
          <p:cNvSpPr/>
          <p:nvPr/>
        </p:nvSpPr>
        <p:spPr>
          <a:xfrm>
            <a:off x="8442275" y="2600325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Redes Neuronales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42275" y="286702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Arquitecturas inspiradas en el cerebro humano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27975" y="3286125"/>
            <a:ext cx="3286125" cy="685800"/>
          </a:xfrm>
          <a:custGeom>
            <a:avLst/>
            <a:gdLst/>
            <a:ahLst/>
            <a:cxnLst/>
            <a:rect l="l" t="t" r="r" b="b"/>
            <a:pathLst>
              <a:path w="3286125" h="685800">
                <a:moveTo>
                  <a:pt x="114302" y="0"/>
                </a:moveTo>
                <a:lnTo>
                  <a:pt x="3171823" y="0"/>
                </a:lnTo>
                <a:cubicBezTo>
                  <a:pt x="3234908" y="0"/>
                  <a:pt x="3286125" y="51217"/>
                  <a:pt x="3286125" y="114302"/>
                </a:cubicBezTo>
                <a:lnTo>
                  <a:pt x="3286125" y="571498"/>
                </a:lnTo>
                <a:cubicBezTo>
                  <a:pt x="3286125" y="634583"/>
                  <a:pt x="3234908" y="685800"/>
                  <a:pt x="3171823" y="685800"/>
                </a:cubicBezTo>
                <a:lnTo>
                  <a:pt x="114302" y="685800"/>
                </a:lnTo>
                <a:cubicBezTo>
                  <a:pt x="51217" y="685800"/>
                  <a:pt x="0" y="634583"/>
                  <a:pt x="0" y="5714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35" name="Text 33"/>
          <p:cNvSpPr/>
          <p:nvPr/>
        </p:nvSpPr>
        <p:spPr>
          <a:xfrm>
            <a:off x="8442275" y="3400425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Aplicaciones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442275" y="366712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NLP, visión artificial, reconocimiento de voz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81000" y="5448300"/>
            <a:ext cx="2743200" cy="1028700"/>
          </a:xfrm>
          <a:custGeom>
            <a:avLst/>
            <a:gdLst/>
            <a:ahLst/>
            <a:cxnLst/>
            <a:rect l="l" t="t" r="r" b="b"/>
            <a:pathLst>
              <a:path w="2743200" h="1028700">
                <a:moveTo>
                  <a:pt x="114299" y="0"/>
                </a:moveTo>
                <a:lnTo>
                  <a:pt x="2628901" y="0"/>
                </a:lnTo>
                <a:cubicBezTo>
                  <a:pt x="2692027" y="0"/>
                  <a:pt x="2743200" y="51173"/>
                  <a:pt x="2743200" y="114299"/>
                </a:cubicBezTo>
                <a:lnTo>
                  <a:pt x="2743200" y="914401"/>
                </a:lnTo>
                <a:cubicBezTo>
                  <a:pt x="2743200" y="977527"/>
                  <a:pt x="2692027" y="1028700"/>
                  <a:pt x="2628901" y="1028700"/>
                </a:cubicBezTo>
                <a:lnTo>
                  <a:pt x="114299" y="1028700"/>
                </a:lnTo>
                <a:cubicBezTo>
                  <a:pt x="51173" y="1028700"/>
                  <a:pt x="0" y="977527"/>
                  <a:pt x="0" y="91440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/>
              </a:gs>
              <a:gs pos="100000">
                <a:srgbClr val="0071E3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38" name="Shape 36"/>
          <p:cNvSpPr/>
          <p:nvPr/>
        </p:nvSpPr>
        <p:spPr>
          <a:xfrm>
            <a:off x="547688" y="56007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71450" y="64294"/>
                </a:moveTo>
                <a:cubicBezTo>
                  <a:pt x="171450" y="107692"/>
                  <a:pt x="133052" y="142875"/>
                  <a:pt x="85725" y="142875"/>
                </a:cubicBezTo>
                <a:cubicBezTo>
                  <a:pt x="73804" y="142875"/>
                  <a:pt x="62463" y="140643"/>
                  <a:pt x="52149" y="136624"/>
                </a:cubicBezTo>
                <a:lnTo>
                  <a:pt x="15716" y="155912"/>
                </a:lnTo>
                <a:cubicBezTo>
                  <a:pt x="11564" y="158100"/>
                  <a:pt x="6474" y="157341"/>
                  <a:pt x="3125" y="154037"/>
                </a:cubicBezTo>
                <a:cubicBezTo>
                  <a:pt x="-223" y="150733"/>
                  <a:pt x="-982" y="145599"/>
                  <a:pt x="1250" y="141446"/>
                </a:cubicBezTo>
                <a:lnTo>
                  <a:pt x="17145" y="111443"/>
                </a:lnTo>
                <a:cubicBezTo>
                  <a:pt x="6385" y="98316"/>
                  <a:pt x="0" y="81975"/>
                  <a:pt x="0" y="64294"/>
                </a:cubicBezTo>
                <a:cubicBezTo>
                  <a:pt x="0" y="20895"/>
                  <a:pt x="38398" y="-14287"/>
                  <a:pt x="85725" y="-14287"/>
                </a:cubicBezTo>
                <a:cubicBezTo>
                  <a:pt x="133052" y="-14287"/>
                  <a:pt x="171450" y="20895"/>
                  <a:pt x="171450" y="64294"/>
                </a:cubicBezTo>
                <a:close/>
                <a:moveTo>
                  <a:pt x="171450" y="228600"/>
                </a:moveTo>
                <a:cubicBezTo>
                  <a:pt x="129436" y="228600"/>
                  <a:pt x="94476" y="200873"/>
                  <a:pt x="87154" y="164306"/>
                </a:cubicBezTo>
                <a:cubicBezTo>
                  <a:pt x="140732" y="163637"/>
                  <a:pt x="187300" y="125507"/>
                  <a:pt x="192435" y="73804"/>
                </a:cubicBezTo>
                <a:cubicBezTo>
                  <a:pt x="229627" y="82376"/>
                  <a:pt x="257175" y="113228"/>
                  <a:pt x="257175" y="150019"/>
                </a:cubicBezTo>
                <a:cubicBezTo>
                  <a:pt x="257175" y="167700"/>
                  <a:pt x="250790" y="184041"/>
                  <a:pt x="240030" y="197168"/>
                </a:cubicBezTo>
                <a:lnTo>
                  <a:pt x="255925" y="227171"/>
                </a:lnTo>
                <a:cubicBezTo>
                  <a:pt x="258113" y="231324"/>
                  <a:pt x="257354" y="236413"/>
                  <a:pt x="254050" y="239762"/>
                </a:cubicBezTo>
                <a:cubicBezTo>
                  <a:pt x="250746" y="243111"/>
                  <a:pt x="245611" y="243870"/>
                  <a:pt x="241459" y="241637"/>
                </a:cubicBezTo>
                <a:lnTo>
                  <a:pt x="205026" y="222349"/>
                </a:lnTo>
                <a:cubicBezTo>
                  <a:pt x="194712" y="226368"/>
                  <a:pt x="183371" y="228600"/>
                  <a:pt x="171450" y="2286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533400" y="59055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NLP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33400" y="6134100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Procesamiento de lenguaje natural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276600" y="5448300"/>
            <a:ext cx="2743200" cy="1028700"/>
          </a:xfrm>
          <a:custGeom>
            <a:avLst/>
            <a:gdLst/>
            <a:ahLst/>
            <a:cxnLst/>
            <a:rect l="l" t="t" r="r" b="b"/>
            <a:pathLst>
              <a:path w="2743200" h="1028700">
                <a:moveTo>
                  <a:pt x="114299" y="0"/>
                </a:moveTo>
                <a:lnTo>
                  <a:pt x="2628901" y="0"/>
                </a:lnTo>
                <a:cubicBezTo>
                  <a:pt x="2692027" y="0"/>
                  <a:pt x="2743200" y="51173"/>
                  <a:pt x="2743200" y="114299"/>
                </a:cubicBezTo>
                <a:lnTo>
                  <a:pt x="2743200" y="914401"/>
                </a:lnTo>
                <a:cubicBezTo>
                  <a:pt x="2743200" y="977527"/>
                  <a:pt x="2692027" y="1028700"/>
                  <a:pt x="2628901" y="1028700"/>
                </a:cubicBezTo>
                <a:lnTo>
                  <a:pt x="114299" y="1028700"/>
                </a:lnTo>
                <a:cubicBezTo>
                  <a:pt x="51173" y="1028700"/>
                  <a:pt x="0" y="977527"/>
                  <a:pt x="0" y="91440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gradFill rotWithShape="1" flip="none">
            <a:gsLst>
              <a:gs pos="0">
                <a:srgbClr val="34C759"/>
              </a:gs>
              <a:gs pos="100000">
                <a:srgbClr val="34C759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42" name="Shape 40"/>
          <p:cNvSpPr/>
          <p:nvPr/>
        </p:nvSpPr>
        <p:spPr>
          <a:xfrm>
            <a:off x="3443288" y="56007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14288"/>
                </a:moveTo>
                <a:cubicBezTo>
                  <a:pt x="92512" y="14288"/>
                  <a:pt x="63624" y="30718"/>
                  <a:pt x="42595" y="50274"/>
                </a:cubicBezTo>
                <a:cubicBezTo>
                  <a:pt x="21699" y="69696"/>
                  <a:pt x="7724" y="92869"/>
                  <a:pt x="1072" y="108808"/>
                </a:cubicBezTo>
                <a:cubicBezTo>
                  <a:pt x="-402" y="112335"/>
                  <a:pt x="-402" y="116265"/>
                  <a:pt x="1072" y="119792"/>
                </a:cubicBezTo>
                <a:cubicBezTo>
                  <a:pt x="7724" y="135731"/>
                  <a:pt x="21699" y="158948"/>
                  <a:pt x="42595" y="178326"/>
                </a:cubicBezTo>
                <a:cubicBezTo>
                  <a:pt x="63624" y="197837"/>
                  <a:pt x="92512" y="214313"/>
                  <a:pt x="128588" y="214313"/>
                </a:cubicBezTo>
                <a:cubicBezTo>
                  <a:pt x="164663" y="214313"/>
                  <a:pt x="193551" y="197882"/>
                  <a:pt x="214580" y="178326"/>
                </a:cubicBezTo>
                <a:cubicBezTo>
                  <a:pt x="235476" y="158904"/>
                  <a:pt x="249451" y="135731"/>
                  <a:pt x="256103" y="119792"/>
                </a:cubicBezTo>
                <a:cubicBezTo>
                  <a:pt x="257577" y="116265"/>
                  <a:pt x="257577" y="112335"/>
                  <a:pt x="256103" y="108808"/>
                </a:cubicBezTo>
                <a:cubicBezTo>
                  <a:pt x="249451" y="92869"/>
                  <a:pt x="235476" y="69652"/>
                  <a:pt x="214580" y="50274"/>
                </a:cubicBezTo>
                <a:cubicBezTo>
                  <a:pt x="193551" y="30763"/>
                  <a:pt x="164663" y="14287"/>
                  <a:pt x="128588" y="14287"/>
                </a:cubicBezTo>
                <a:close/>
                <a:moveTo>
                  <a:pt x="64294" y="114300"/>
                </a:moveTo>
                <a:cubicBezTo>
                  <a:pt x="64294" y="78815"/>
                  <a:pt x="93103" y="50006"/>
                  <a:pt x="128588" y="50006"/>
                </a:cubicBezTo>
                <a:cubicBezTo>
                  <a:pt x="164072" y="50006"/>
                  <a:pt x="192881" y="78815"/>
                  <a:pt x="192881" y="114300"/>
                </a:cubicBezTo>
                <a:cubicBezTo>
                  <a:pt x="192881" y="149785"/>
                  <a:pt x="164072" y="178594"/>
                  <a:pt x="128588" y="178594"/>
                </a:cubicBezTo>
                <a:cubicBezTo>
                  <a:pt x="93103" y="178594"/>
                  <a:pt x="64294" y="149785"/>
                  <a:pt x="64294" y="114300"/>
                </a:cubicBezTo>
                <a:close/>
                <a:moveTo>
                  <a:pt x="128588" y="85725"/>
                </a:moveTo>
                <a:cubicBezTo>
                  <a:pt x="128588" y="101486"/>
                  <a:pt x="115773" y="114300"/>
                  <a:pt x="100013" y="114300"/>
                </a:cubicBezTo>
                <a:cubicBezTo>
                  <a:pt x="94878" y="114300"/>
                  <a:pt x="90056" y="112961"/>
                  <a:pt x="85859" y="110550"/>
                </a:cubicBezTo>
                <a:cubicBezTo>
                  <a:pt x="85412" y="115416"/>
                  <a:pt x="85814" y="120417"/>
                  <a:pt x="87154" y="125373"/>
                </a:cubicBezTo>
                <a:cubicBezTo>
                  <a:pt x="93271" y="148233"/>
                  <a:pt x="116800" y="161806"/>
                  <a:pt x="139660" y="155689"/>
                </a:cubicBezTo>
                <a:cubicBezTo>
                  <a:pt x="162520" y="149572"/>
                  <a:pt x="176093" y="126043"/>
                  <a:pt x="169977" y="103183"/>
                </a:cubicBezTo>
                <a:cubicBezTo>
                  <a:pt x="164529" y="82778"/>
                  <a:pt x="145197" y="69786"/>
                  <a:pt x="124837" y="71571"/>
                </a:cubicBezTo>
                <a:cubicBezTo>
                  <a:pt x="127203" y="75724"/>
                  <a:pt x="128588" y="80546"/>
                  <a:pt x="128588" y="857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3429000" y="59055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Visión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429000" y="6134100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Reconocimiento de imágenes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72200" y="5448300"/>
            <a:ext cx="2743200" cy="1028700"/>
          </a:xfrm>
          <a:custGeom>
            <a:avLst/>
            <a:gdLst/>
            <a:ahLst/>
            <a:cxnLst/>
            <a:rect l="l" t="t" r="r" b="b"/>
            <a:pathLst>
              <a:path w="2743200" h="1028700">
                <a:moveTo>
                  <a:pt x="114299" y="0"/>
                </a:moveTo>
                <a:lnTo>
                  <a:pt x="2628901" y="0"/>
                </a:lnTo>
                <a:cubicBezTo>
                  <a:pt x="2692027" y="0"/>
                  <a:pt x="2743200" y="51173"/>
                  <a:pt x="2743200" y="114299"/>
                </a:cubicBezTo>
                <a:lnTo>
                  <a:pt x="2743200" y="914401"/>
                </a:lnTo>
                <a:cubicBezTo>
                  <a:pt x="2743200" y="977527"/>
                  <a:pt x="2692027" y="1028700"/>
                  <a:pt x="2628901" y="1028700"/>
                </a:cubicBezTo>
                <a:lnTo>
                  <a:pt x="114299" y="1028700"/>
                </a:lnTo>
                <a:cubicBezTo>
                  <a:pt x="51173" y="1028700"/>
                  <a:pt x="0" y="977527"/>
                  <a:pt x="0" y="91440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gradFill rotWithShape="1" flip="none">
            <a:gsLst>
              <a:gs pos="0">
                <a:srgbClr val="86868B"/>
              </a:gs>
              <a:gs pos="100000">
                <a:srgbClr val="86868B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46" name="Shape 44"/>
          <p:cNvSpPr/>
          <p:nvPr/>
        </p:nvSpPr>
        <p:spPr>
          <a:xfrm>
            <a:off x="6381750" y="56007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85725" y="0"/>
                </a:moveTo>
                <a:cubicBezTo>
                  <a:pt x="62061" y="0"/>
                  <a:pt x="42863" y="19199"/>
                  <a:pt x="42863" y="42863"/>
                </a:cubicBezTo>
                <a:lnTo>
                  <a:pt x="42863" y="100013"/>
                </a:lnTo>
                <a:cubicBezTo>
                  <a:pt x="42863" y="123676"/>
                  <a:pt x="62061" y="142875"/>
                  <a:pt x="85725" y="142875"/>
                </a:cubicBezTo>
                <a:cubicBezTo>
                  <a:pt x="109389" y="142875"/>
                  <a:pt x="128588" y="123676"/>
                  <a:pt x="128588" y="100013"/>
                </a:cubicBezTo>
                <a:lnTo>
                  <a:pt x="128588" y="42863"/>
                </a:lnTo>
                <a:cubicBezTo>
                  <a:pt x="128588" y="19199"/>
                  <a:pt x="109389" y="0"/>
                  <a:pt x="85725" y="0"/>
                </a:cubicBezTo>
                <a:close/>
                <a:moveTo>
                  <a:pt x="21431" y="82153"/>
                </a:moveTo>
                <a:cubicBezTo>
                  <a:pt x="21431" y="76215"/>
                  <a:pt x="16654" y="71438"/>
                  <a:pt x="10716" y="71438"/>
                </a:cubicBezTo>
                <a:cubicBezTo>
                  <a:pt x="4777" y="71438"/>
                  <a:pt x="0" y="76215"/>
                  <a:pt x="0" y="82153"/>
                </a:cubicBezTo>
                <a:lnTo>
                  <a:pt x="0" y="100013"/>
                </a:lnTo>
                <a:cubicBezTo>
                  <a:pt x="0" y="143723"/>
                  <a:pt x="32727" y="179799"/>
                  <a:pt x="75009" y="185068"/>
                </a:cubicBezTo>
                <a:lnTo>
                  <a:pt x="75009" y="207169"/>
                </a:lnTo>
                <a:lnTo>
                  <a:pt x="53578" y="207169"/>
                </a:lnTo>
                <a:cubicBezTo>
                  <a:pt x="47640" y="207169"/>
                  <a:pt x="42863" y="211946"/>
                  <a:pt x="42863" y="217884"/>
                </a:cubicBezTo>
                <a:cubicBezTo>
                  <a:pt x="42863" y="223823"/>
                  <a:pt x="47640" y="228600"/>
                  <a:pt x="53578" y="228600"/>
                </a:cubicBezTo>
                <a:lnTo>
                  <a:pt x="117872" y="228600"/>
                </a:lnTo>
                <a:cubicBezTo>
                  <a:pt x="123810" y="228600"/>
                  <a:pt x="128588" y="223823"/>
                  <a:pt x="128588" y="217884"/>
                </a:cubicBezTo>
                <a:cubicBezTo>
                  <a:pt x="128588" y="211946"/>
                  <a:pt x="123810" y="207169"/>
                  <a:pt x="117872" y="207169"/>
                </a:cubicBezTo>
                <a:lnTo>
                  <a:pt x="96441" y="207169"/>
                </a:lnTo>
                <a:lnTo>
                  <a:pt x="96441" y="185068"/>
                </a:lnTo>
                <a:cubicBezTo>
                  <a:pt x="138723" y="179799"/>
                  <a:pt x="171450" y="143723"/>
                  <a:pt x="171450" y="100013"/>
                </a:cubicBezTo>
                <a:lnTo>
                  <a:pt x="171450" y="82153"/>
                </a:lnTo>
                <a:cubicBezTo>
                  <a:pt x="171450" y="76215"/>
                  <a:pt x="166673" y="71438"/>
                  <a:pt x="160734" y="71438"/>
                </a:cubicBezTo>
                <a:cubicBezTo>
                  <a:pt x="154796" y="71438"/>
                  <a:pt x="150019" y="76215"/>
                  <a:pt x="150019" y="82153"/>
                </a:cubicBezTo>
                <a:lnTo>
                  <a:pt x="150019" y="100013"/>
                </a:lnTo>
                <a:cubicBezTo>
                  <a:pt x="150019" y="135508"/>
                  <a:pt x="121221" y="164306"/>
                  <a:pt x="85725" y="164306"/>
                </a:cubicBezTo>
                <a:cubicBezTo>
                  <a:pt x="50229" y="164306"/>
                  <a:pt x="21431" y="135508"/>
                  <a:pt x="21431" y="100013"/>
                </a:cubicBezTo>
                <a:lnTo>
                  <a:pt x="21431" y="8215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6324600" y="59055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Voz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24600" y="6134100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Reconocimiento y síntesis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067800" y="5448300"/>
            <a:ext cx="2743200" cy="1028700"/>
          </a:xfrm>
          <a:custGeom>
            <a:avLst/>
            <a:gdLst/>
            <a:ahLst/>
            <a:cxnLst/>
            <a:rect l="l" t="t" r="r" b="b"/>
            <a:pathLst>
              <a:path w="2743200" h="1028700">
                <a:moveTo>
                  <a:pt x="114299" y="0"/>
                </a:moveTo>
                <a:lnTo>
                  <a:pt x="2628901" y="0"/>
                </a:lnTo>
                <a:cubicBezTo>
                  <a:pt x="2692027" y="0"/>
                  <a:pt x="2743200" y="51173"/>
                  <a:pt x="2743200" y="114299"/>
                </a:cubicBezTo>
                <a:lnTo>
                  <a:pt x="2743200" y="914401"/>
                </a:lnTo>
                <a:cubicBezTo>
                  <a:pt x="2743200" y="977527"/>
                  <a:pt x="2692027" y="1028700"/>
                  <a:pt x="2628901" y="1028700"/>
                </a:cubicBezTo>
                <a:lnTo>
                  <a:pt x="114299" y="1028700"/>
                </a:lnTo>
                <a:cubicBezTo>
                  <a:pt x="51173" y="1028700"/>
                  <a:pt x="0" y="977527"/>
                  <a:pt x="0" y="91440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/>
              </a:gs>
              <a:gs pos="100000">
                <a:srgbClr val="34C759"/>
              </a:gs>
            </a:gsLst>
            <a:lin ang="2700000" scaled="1"/>
          </a:gradFill>
          <a:ln/>
        </p:spPr>
      </p:sp>
      <p:sp>
        <p:nvSpPr>
          <p:cNvPr id="50" name="Shape 48"/>
          <p:cNvSpPr/>
          <p:nvPr/>
        </p:nvSpPr>
        <p:spPr>
          <a:xfrm>
            <a:off x="9248775" y="5600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77924" y="5447"/>
                </a:moveTo>
                <a:lnTo>
                  <a:pt x="138544" y="44827"/>
                </a:lnTo>
                <a:lnTo>
                  <a:pt x="183773" y="90056"/>
                </a:lnTo>
                <a:lnTo>
                  <a:pt x="223153" y="50676"/>
                </a:lnTo>
                <a:cubicBezTo>
                  <a:pt x="226635" y="47149"/>
                  <a:pt x="228600" y="42416"/>
                  <a:pt x="228600" y="37505"/>
                </a:cubicBezTo>
                <a:cubicBezTo>
                  <a:pt x="228600" y="32593"/>
                  <a:pt x="226635" y="27861"/>
                  <a:pt x="223153" y="24333"/>
                </a:cubicBezTo>
                <a:lnTo>
                  <a:pt x="204267" y="5447"/>
                </a:lnTo>
                <a:cubicBezTo>
                  <a:pt x="200739" y="1965"/>
                  <a:pt x="196007" y="0"/>
                  <a:pt x="191095" y="0"/>
                </a:cubicBezTo>
                <a:cubicBezTo>
                  <a:pt x="186184" y="0"/>
                  <a:pt x="181451" y="1965"/>
                  <a:pt x="177924" y="5447"/>
                </a:cubicBezTo>
                <a:close/>
                <a:moveTo>
                  <a:pt x="123408" y="59963"/>
                </a:moveTo>
                <a:lnTo>
                  <a:pt x="5447" y="177924"/>
                </a:lnTo>
                <a:cubicBezTo>
                  <a:pt x="1965" y="181451"/>
                  <a:pt x="0" y="186184"/>
                  <a:pt x="0" y="191095"/>
                </a:cubicBezTo>
                <a:cubicBezTo>
                  <a:pt x="0" y="196007"/>
                  <a:pt x="1965" y="200739"/>
                  <a:pt x="5447" y="204267"/>
                </a:cubicBezTo>
                <a:lnTo>
                  <a:pt x="24333" y="223153"/>
                </a:lnTo>
                <a:cubicBezTo>
                  <a:pt x="27861" y="226635"/>
                  <a:pt x="32593" y="228600"/>
                  <a:pt x="37505" y="228600"/>
                </a:cubicBezTo>
                <a:cubicBezTo>
                  <a:pt x="42416" y="228600"/>
                  <a:pt x="47149" y="226635"/>
                  <a:pt x="50676" y="223153"/>
                </a:cubicBezTo>
                <a:lnTo>
                  <a:pt x="168637" y="105192"/>
                </a:lnTo>
                <a:lnTo>
                  <a:pt x="123408" y="5996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9220200" y="59055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Generativa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220200" y="6134100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Creación de contenido nuevo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6207" y="326207"/>
            <a:ext cx="717656" cy="195724"/>
          </a:xfrm>
          <a:custGeom>
            <a:avLst/>
            <a:gdLst/>
            <a:ahLst/>
            <a:cxnLst/>
            <a:rect l="l" t="t" r="r" b="b"/>
            <a:pathLst>
              <a:path w="717656" h="195724">
                <a:moveTo>
                  <a:pt x="97862" y="0"/>
                </a:moveTo>
                <a:lnTo>
                  <a:pt x="619794" y="0"/>
                </a:lnTo>
                <a:cubicBezTo>
                  <a:pt x="673842" y="0"/>
                  <a:pt x="717656" y="43814"/>
                  <a:pt x="717656" y="97862"/>
                </a:cubicBezTo>
                <a:lnTo>
                  <a:pt x="717656" y="97862"/>
                </a:lnTo>
                <a:cubicBezTo>
                  <a:pt x="717656" y="151910"/>
                  <a:pt x="673842" y="195724"/>
                  <a:pt x="619794" y="195724"/>
                </a:cubicBezTo>
                <a:lnTo>
                  <a:pt x="97862" y="195724"/>
                </a:lnTo>
                <a:cubicBezTo>
                  <a:pt x="43814" y="195724"/>
                  <a:pt x="0" y="151910"/>
                  <a:pt x="0" y="97862"/>
                </a:cubicBezTo>
                <a:lnTo>
                  <a:pt x="0" y="97862"/>
                </a:lnTo>
                <a:cubicBezTo>
                  <a:pt x="0" y="43814"/>
                  <a:pt x="43814" y="0"/>
                  <a:pt x="97862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326207" y="326207"/>
            <a:ext cx="766587" cy="195724"/>
          </a:xfrm>
          <a:prstGeom prst="rect">
            <a:avLst/>
          </a:prstGeom>
          <a:noFill/>
          <a:ln/>
        </p:spPr>
        <p:txBody>
          <a:bodyPr wrap="square" lIns="97862" tIns="32621" rIns="97862" bIns="32621" rtlCol="0" anchor="ctr"/>
          <a:lstStyle/>
          <a:p>
            <a:pPr>
              <a:lnSpc>
                <a:spcPct val="110000"/>
              </a:lnSpc>
            </a:pPr>
            <a:r>
              <a:rPr lang="en-US" sz="771" b="1" spc="39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SEMANA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892" y="342518"/>
            <a:ext cx="619794" cy="16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9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2 - 6 marzo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6207" y="619794"/>
            <a:ext cx="11735310" cy="391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82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Fundamentos de IA Generativa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6207" y="1076484"/>
            <a:ext cx="11621137" cy="228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4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Modelos de lenguaje, mecanismos de funcionamiento y aplicaciones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0285" y="1504631"/>
            <a:ext cx="6801423" cy="2307917"/>
          </a:xfrm>
          <a:custGeom>
            <a:avLst/>
            <a:gdLst/>
            <a:ahLst/>
            <a:cxnLst/>
            <a:rect l="l" t="t" r="r" b="b"/>
            <a:pathLst>
              <a:path w="6801423" h="2307917">
                <a:moveTo>
                  <a:pt x="130490" y="0"/>
                </a:moveTo>
                <a:lnTo>
                  <a:pt x="6670934" y="0"/>
                </a:lnTo>
                <a:cubicBezTo>
                  <a:pt x="6743001" y="0"/>
                  <a:pt x="6801423" y="58422"/>
                  <a:pt x="6801423" y="130490"/>
                </a:cubicBezTo>
                <a:lnTo>
                  <a:pt x="6801423" y="2177427"/>
                </a:lnTo>
                <a:cubicBezTo>
                  <a:pt x="6801423" y="2249495"/>
                  <a:pt x="6743001" y="2307917"/>
                  <a:pt x="6670934" y="2307917"/>
                </a:cubicBezTo>
                <a:lnTo>
                  <a:pt x="130490" y="2307917"/>
                </a:lnTo>
                <a:cubicBezTo>
                  <a:pt x="58422" y="2307917"/>
                  <a:pt x="0" y="2249495"/>
                  <a:pt x="0" y="2177427"/>
                </a:cubicBezTo>
                <a:lnTo>
                  <a:pt x="0" y="130490"/>
                </a:lnTo>
                <a:cubicBezTo>
                  <a:pt x="0" y="58470"/>
                  <a:pt x="58470" y="0"/>
                  <a:pt x="130490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4466" dist="8155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30087" y="1704433"/>
            <a:ext cx="391449" cy="391449"/>
          </a:xfrm>
          <a:custGeom>
            <a:avLst/>
            <a:gdLst/>
            <a:ahLst/>
            <a:cxnLst/>
            <a:rect l="l" t="t" r="r" b="b"/>
            <a:pathLst>
              <a:path w="391449" h="391449">
                <a:moveTo>
                  <a:pt x="97862" y="0"/>
                </a:moveTo>
                <a:lnTo>
                  <a:pt x="293587" y="0"/>
                </a:lnTo>
                <a:cubicBezTo>
                  <a:pt x="347598" y="0"/>
                  <a:pt x="391449" y="43851"/>
                  <a:pt x="391449" y="97862"/>
                </a:cubicBezTo>
                <a:lnTo>
                  <a:pt x="391449" y="293587"/>
                </a:lnTo>
                <a:cubicBezTo>
                  <a:pt x="391449" y="347634"/>
                  <a:pt x="347634" y="391449"/>
                  <a:pt x="293587" y="391449"/>
                </a:cubicBezTo>
                <a:lnTo>
                  <a:pt x="97862" y="391449"/>
                </a:lnTo>
                <a:cubicBezTo>
                  <a:pt x="43851" y="391449"/>
                  <a:pt x="0" y="347598"/>
                  <a:pt x="0" y="293587"/>
                </a:cubicBezTo>
                <a:lnTo>
                  <a:pt x="0" y="97862"/>
                </a:lnTo>
                <a:cubicBezTo>
                  <a:pt x="0" y="43814"/>
                  <a:pt x="43814" y="0"/>
                  <a:pt x="97862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9" name="Shape 7"/>
          <p:cNvSpPr/>
          <p:nvPr/>
        </p:nvSpPr>
        <p:spPr>
          <a:xfrm>
            <a:off x="623872" y="1818606"/>
            <a:ext cx="203880" cy="163104"/>
          </a:xfrm>
          <a:custGeom>
            <a:avLst/>
            <a:gdLst/>
            <a:ahLst/>
            <a:cxnLst/>
            <a:rect l="l" t="t" r="r" b="b"/>
            <a:pathLst>
              <a:path w="203880" h="163104">
                <a:moveTo>
                  <a:pt x="112134" y="0"/>
                </a:moveTo>
                <a:cubicBezTo>
                  <a:pt x="112134" y="-5639"/>
                  <a:pt x="107578" y="-10194"/>
                  <a:pt x="101940" y="-10194"/>
                </a:cubicBezTo>
                <a:cubicBezTo>
                  <a:pt x="96301" y="-10194"/>
                  <a:pt x="91746" y="-5639"/>
                  <a:pt x="91746" y="0"/>
                </a:cubicBezTo>
                <a:lnTo>
                  <a:pt x="91746" y="20388"/>
                </a:lnTo>
                <a:lnTo>
                  <a:pt x="61164" y="20388"/>
                </a:lnTo>
                <a:cubicBezTo>
                  <a:pt x="44280" y="20388"/>
                  <a:pt x="30582" y="34086"/>
                  <a:pt x="30582" y="50970"/>
                </a:cubicBezTo>
                <a:lnTo>
                  <a:pt x="30582" y="122328"/>
                </a:lnTo>
                <a:cubicBezTo>
                  <a:pt x="30582" y="139212"/>
                  <a:pt x="44280" y="152910"/>
                  <a:pt x="61164" y="152910"/>
                </a:cubicBezTo>
                <a:lnTo>
                  <a:pt x="142716" y="152910"/>
                </a:lnTo>
                <a:cubicBezTo>
                  <a:pt x="159599" y="152910"/>
                  <a:pt x="173298" y="139212"/>
                  <a:pt x="173298" y="122328"/>
                </a:cubicBezTo>
                <a:lnTo>
                  <a:pt x="173298" y="50970"/>
                </a:lnTo>
                <a:cubicBezTo>
                  <a:pt x="173298" y="34086"/>
                  <a:pt x="159599" y="20388"/>
                  <a:pt x="142716" y="20388"/>
                </a:cubicBezTo>
                <a:lnTo>
                  <a:pt x="112134" y="20388"/>
                </a:lnTo>
                <a:lnTo>
                  <a:pt x="112134" y="0"/>
                </a:lnTo>
                <a:close/>
                <a:moveTo>
                  <a:pt x="50970" y="117231"/>
                </a:moveTo>
                <a:cubicBezTo>
                  <a:pt x="50970" y="112994"/>
                  <a:pt x="54379" y="109585"/>
                  <a:pt x="58615" y="109585"/>
                </a:cubicBezTo>
                <a:lnTo>
                  <a:pt x="68809" y="109585"/>
                </a:lnTo>
                <a:cubicBezTo>
                  <a:pt x="73046" y="109585"/>
                  <a:pt x="76455" y="112994"/>
                  <a:pt x="76455" y="117231"/>
                </a:cubicBezTo>
                <a:cubicBezTo>
                  <a:pt x="76455" y="121468"/>
                  <a:pt x="73046" y="124876"/>
                  <a:pt x="68809" y="124876"/>
                </a:cubicBezTo>
                <a:lnTo>
                  <a:pt x="58615" y="124876"/>
                </a:lnTo>
                <a:cubicBezTo>
                  <a:pt x="54379" y="124876"/>
                  <a:pt x="50970" y="121468"/>
                  <a:pt x="50970" y="117231"/>
                </a:cubicBezTo>
                <a:close/>
                <a:moveTo>
                  <a:pt x="89197" y="117231"/>
                </a:moveTo>
                <a:cubicBezTo>
                  <a:pt x="89197" y="112994"/>
                  <a:pt x="92606" y="109585"/>
                  <a:pt x="96843" y="109585"/>
                </a:cubicBezTo>
                <a:lnTo>
                  <a:pt x="107037" y="109585"/>
                </a:lnTo>
                <a:cubicBezTo>
                  <a:pt x="111274" y="109585"/>
                  <a:pt x="114682" y="112994"/>
                  <a:pt x="114682" y="117231"/>
                </a:cubicBezTo>
                <a:cubicBezTo>
                  <a:pt x="114682" y="121468"/>
                  <a:pt x="111274" y="124876"/>
                  <a:pt x="107037" y="124876"/>
                </a:cubicBezTo>
                <a:lnTo>
                  <a:pt x="96843" y="124876"/>
                </a:lnTo>
                <a:cubicBezTo>
                  <a:pt x="92606" y="124876"/>
                  <a:pt x="89197" y="121468"/>
                  <a:pt x="89197" y="117231"/>
                </a:cubicBezTo>
                <a:close/>
                <a:moveTo>
                  <a:pt x="127425" y="117231"/>
                </a:moveTo>
                <a:cubicBezTo>
                  <a:pt x="127425" y="112994"/>
                  <a:pt x="130833" y="109585"/>
                  <a:pt x="135070" y="109585"/>
                </a:cubicBezTo>
                <a:lnTo>
                  <a:pt x="145264" y="109585"/>
                </a:lnTo>
                <a:cubicBezTo>
                  <a:pt x="149501" y="109585"/>
                  <a:pt x="152910" y="112994"/>
                  <a:pt x="152910" y="117231"/>
                </a:cubicBezTo>
                <a:cubicBezTo>
                  <a:pt x="152910" y="121468"/>
                  <a:pt x="149501" y="124876"/>
                  <a:pt x="145264" y="124876"/>
                </a:cubicBezTo>
                <a:lnTo>
                  <a:pt x="135070" y="124876"/>
                </a:lnTo>
                <a:cubicBezTo>
                  <a:pt x="130833" y="124876"/>
                  <a:pt x="127425" y="121468"/>
                  <a:pt x="127425" y="117231"/>
                </a:cubicBezTo>
                <a:close/>
                <a:moveTo>
                  <a:pt x="71358" y="56067"/>
                </a:moveTo>
                <a:cubicBezTo>
                  <a:pt x="79797" y="56067"/>
                  <a:pt x="86649" y="62919"/>
                  <a:pt x="86649" y="71358"/>
                </a:cubicBezTo>
                <a:cubicBezTo>
                  <a:pt x="86649" y="79797"/>
                  <a:pt x="79797" y="86649"/>
                  <a:pt x="71358" y="86649"/>
                </a:cubicBezTo>
                <a:cubicBezTo>
                  <a:pt x="62919" y="86649"/>
                  <a:pt x="56067" y="79797"/>
                  <a:pt x="56067" y="71358"/>
                </a:cubicBezTo>
                <a:cubicBezTo>
                  <a:pt x="56067" y="62919"/>
                  <a:pt x="62919" y="56067"/>
                  <a:pt x="71358" y="56067"/>
                </a:cubicBezTo>
                <a:close/>
                <a:moveTo>
                  <a:pt x="117231" y="71358"/>
                </a:moveTo>
                <a:cubicBezTo>
                  <a:pt x="117231" y="62919"/>
                  <a:pt x="124082" y="56067"/>
                  <a:pt x="132522" y="56067"/>
                </a:cubicBezTo>
                <a:cubicBezTo>
                  <a:pt x="140961" y="56067"/>
                  <a:pt x="147813" y="62919"/>
                  <a:pt x="147813" y="71358"/>
                </a:cubicBezTo>
                <a:cubicBezTo>
                  <a:pt x="147813" y="79797"/>
                  <a:pt x="140961" y="86649"/>
                  <a:pt x="132522" y="86649"/>
                </a:cubicBezTo>
                <a:cubicBezTo>
                  <a:pt x="124082" y="86649"/>
                  <a:pt x="117231" y="79797"/>
                  <a:pt x="117231" y="71358"/>
                </a:cubicBezTo>
                <a:close/>
                <a:moveTo>
                  <a:pt x="20388" y="71358"/>
                </a:moveTo>
                <a:cubicBezTo>
                  <a:pt x="20388" y="65719"/>
                  <a:pt x="15833" y="61164"/>
                  <a:pt x="10194" y="61164"/>
                </a:cubicBezTo>
                <a:cubicBezTo>
                  <a:pt x="4555" y="61164"/>
                  <a:pt x="0" y="65719"/>
                  <a:pt x="0" y="71358"/>
                </a:cubicBezTo>
                <a:lnTo>
                  <a:pt x="0" y="101940"/>
                </a:lnTo>
                <a:cubicBezTo>
                  <a:pt x="0" y="107578"/>
                  <a:pt x="4555" y="112134"/>
                  <a:pt x="10194" y="112134"/>
                </a:cubicBezTo>
                <a:cubicBezTo>
                  <a:pt x="15833" y="112134"/>
                  <a:pt x="20388" y="107578"/>
                  <a:pt x="20388" y="101940"/>
                </a:cubicBezTo>
                <a:lnTo>
                  <a:pt x="20388" y="71358"/>
                </a:lnTo>
                <a:close/>
                <a:moveTo>
                  <a:pt x="193686" y="61164"/>
                </a:moveTo>
                <a:cubicBezTo>
                  <a:pt x="188047" y="61164"/>
                  <a:pt x="183492" y="65719"/>
                  <a:pt x="183492" y="71358"/>
                </a:cubicBezTo>
                <a:lnTo>
                  <a:pt x="183492" y="101940"/>
                </a:lnTo>
                <a:cubicBezTo>
                  <a:pt x="183492" y="107578"/>
                  <a:pt x="188047" y="112134"/>
                  <a:pt x="193686" y="112134"/>
                </a:cubicBezTo>
                <a:cubicBezTo>
                  <a:pt x="199324" y="112134"/>
                  <a:pt x="203880" y="107578"/>
                  <a:pt x="203880" y="101940"/>
                </a:cubicBezTo>
                <a:lnTo>
                  <a:pt x="203880" y="71358"/>
                </a:lnTo>
                <a:cubicBezTo>
                  <a:pt x="203880" y="65719"/>
                  <a:pt x="199324" y="61164"/>
                  <a:pt x="193686" y="6116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19398" y="1769675"/>
            <a:ext cx="2332383" cy="26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1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¿Qué es la IA Generativa?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0087" y="2226365"/>
            <a:ext cx="6467061" cy="63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7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Sistemas de IA capaces de crear contenido nuevo y original: texto, imágenes, audio, video y código. A diferencia de los sistemas discriminativos que clasifican, los modelos generativos </a:t>
            </a:r>
            <a:pPr>
              <a:lnSpc>
                <a:spcPct val="140000"/>
              </a:lnSpc>
            </a:pPr>
            <a:r>
              <a:rPr lang="en-US" sz="1027" dirty="0">
                <a:solidFill>
                  <a:srgbClr val="0071E3"/>
                </a:solidFill>
                <a:highlight>
                  <a:srgbClr val="0071E3">
                    <a:alpha val="1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aprenden patrones subyacentes </a:t>
            </a:r>
            <a:pPr>
              <a:lnSpc>
                <a:spcPct val="140000"/>
              </a:lnSpc>
            </a:pPr>
            <a:r>
              <a:rPr lang="en-US" sz="1027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 generar datos sintéticos realistas.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0087" y="2992953"/>
            <a:ext cx="2071417" cy="619794"/>
          </a:xfrm>
          <a:custGeom>
            <a:avLst/>
            <a:gdLst/>
            <a:ahLst/>
            <a:cxnLst/>
            <a:rect l="l" t="t" r="r" b="b"/>
            <a:pathLst>
              <a:path w="2071417" h="619794">
                <a:moveTo>
                  <a:pt x="97859" y="0"/>
                </a:moveTo>
                <a:lnTo>
                  <a:pt x="1973557" y="0"/>
                </a:lnTo>
                <a:cubicBezTo>
                  <a:pt x="2027604" y="0"/>
                  <a:pt x="2071417" y="43813"/>
                  <a:pt x="2071417" y="97859"/>
                </a:cubicBezTo>
                <a:lnTo>
                  <a:pt x="2071417" y="521935"/>
                </a:lnTo>
                <a:cubicBezTo>
                  <a:pt x="2071417" y="575981"/>
                  <a:pt x="2027604" y="619794"/>
                  <a:pt x="1973557" y="619794"/>
                </a:cubicBezTo>
                <a:lnTo>
                  <a:pt x="97859" y="619794"/>
                </a:lnTo>
                <a:cubicBezTo>
                  <a:pt x="43813" y="619794"/>
                  <a:pt x="0" y="575981"/>
                  <a:pt x="0" y="521935"/>
                </a:cubicBezTo>
                <a:lnTo>
                  <a:pt x="0" y="97859"/>
                </a:lnTo>
                <a:cubicBezTo>
                  <a:pt x="0" y="43849"/>
                  <a:pt x="43849" y="0"/>
                  <a:pt x="97859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3" name="Shape 11"/>
          <p:cNvSpPr/>
          <p:nvPr/>
        </p:nvSpPr>
        <p:spPr>
          <a:xfrm>
            <a:off x="1490487" y="3090815"/>
            <a:ext cx="146793" cy="195724"/>
          </a:xfrm>
          <a:custGeom>
            <a:avLst/>
            <a:gdLst/>
            <a:ahLst/>
            <a:cxnLst/>
            <a:rect l="l" t="t" r="r" b="b"/>
            <a:pathLst>
              <a:path w="146793" h="195724">
                <a:moveTo>
                  <a:pt x="0" y="24466"/>
                </a:moveTo>
                <a:cubicBezTo>
                  <a:pt x="0" y="10971"/>
                  <a:pt x="10971" y="0"/>
                  <a:pt x="24466" y="0"/>
                </a:cubicBezTo>
                <a:lnTo>
                  <a:pt x="81616" y="0"/>
                </a:lnTo>
                <a:cubicBezTo>
                  <a:pt x="88114" y="0"/>
                  <a:pt x="94345" y="2561"/>
                  <a:pt x="98933" y="7149"/>
                </a:cubicBezTo>
                <a:lnTo>
                  <a:pt x="139645" y="47899"/>
                </a:lnTo>
                <a:cubicBezTo>
                  <a:pt x="144232" y="52486"/>
                  <a:pt x="146793" y="58717"/>
                  <a:pt x="146793" y="65216"/>
                </a:cubicBezTo>
                <a:lnTo>
                  <a:pt x="146793" y="171259"/>
                </a:lnTo>
                <a:cubicBezTo>
                  <a:pt x="146793" y="184753"/>
                  <a:pt x="135822" y="195724"/>
                  <a:pt x="122328" y="195724"/>
                </a:cubicBezTo>
                <a:lnTo>
                  <a:pt x="24466" y="195724"/>
                </a:lnTo>
                <a:cubicBezTo>
                  <a:pt x="10971" y="195724"/>
                  <a:pt x="0" y="184753"/>
                  <a:pt x="0" y="171259"/>
                </a:cubicBezTo>
                <a:lnTo>
                  <a:pt x="0" y="24466"/>
                </a:lnTo>
                <a:close/>
                <a:moveTo>
                  <a:pt x="79513" y="22363"/>
                </a:moveTo>
                <a:lnTo>
                  <a:pt x="79513" y="58106"/>
                </a:lnTo>
                <a:cubicBezTo>
                  <a:pt x="79513" y="63190"/>
                  <a:pt x="83603" y="67280"/>
                  <a:pt x="88688" y="67280"/>
                </a:cubicBezTo>
                <a:lnTo>
                  <a:pt x="124430" y="67280"/>
                </a:lnTo>
                <a:lnTo>
                  <a:pt x="79513" y="22363"/>
                </a:lnTo>
                <a:close/>
                <a:moveTo>
                  <a:pt x="45873" y="97862"/>
                </a:moveTo>
                <a:cubicBezTo>
                  <a:pt x="40789" y="97862"/>
                  <a:pt x="36698" y="101953"/>
                  <a:pt x="36698" y="107037"/>
                </a:cubicBezTo>
                <a:cubicBezTo>
                  <a:pt x="36698" y="112121"/>
                  <a:pt x="40789" y="116211"/>
                  <a:pt x="45873" y="116211"/>
                </a:cubicBezTo>
                <a:lnTo>
                  <a:pt x="100920" y="116211"/>
                </a:lnTo>
                <a:cubicBezTo>
                  <a:pt x="106005" y="116211"/>
                  <a:pt x="110095" y="112121"/>
                  <a:pt x="110095" y="107037"/>
                </a:cubicBezTo>
                <a:cubicBezTo>
                  <a:pt x="110095" y="101953"/>
                  <a:pt x="106005" y="97862"/>
                  <a:pt x="100920" y="97862"/>
                </a:cubicBezTo>
                <a:lnTo>
                  <a:pt x="45873" y="97862"/>
                </a:lnTo>
                <a:close/>
                <a:moveTo>
                  <a:pt x="45873" y="134561"/>
                </a:moveTo>
                <a:cubicBezTo>
                  <a:pt x="40789" y="134561"/>
                  <a:pt x="36698" y="138651"/>
                  <a:pt x="36698" y="143735"/>
                </a:cubicBezTo>
                <a:cubicBezTo>
                  <a:pt x="36698" y="148819"/>
                  <a:pt x="40789" y="152910"/>
                  <a:pt x="45873" y="152910"/>
                </a:cubicBezTo>
                <a:lnTo>
                  <a:pt x="100920" y="152910"/>
                </a:lnTo>
                <a:cubicBezTo>
                  <a:pt x="106005" y="152910"/>
                  <a:pt x="110095" y="148819"/>
                  <a:pt x="110095" y="143735"/>
                </a:cubicBezTo>
                <a:cubicBezTo>
                  <a:pt x="110095" y="138651"/>
                  <a:pt x="106005" y="134561"/>
                  <a:pt x="100920" y="134561"/>
                </a:cubicBezTo>
                <a:lnTo>
                  <a:pt x="45873" y="134561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4" name="Text 12"/>
          <p:cNvSpPr/>
          <p:nvPr/>
        </p:nvSpPr>
        <p:spPr>
          <a:xfrm>
            <a:off x="599406" y="3351781"/>
            <a:ext cx="1932779" cy="16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9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695671" y="2992953"/>
            <a:ext cx="2071417" cy="619794"/>
          </a:xfrm>
          <a:custGeom>
            <a:avLst/>
            <a:gdLst/>
            <a:ahLst/>
            <a:cxnLst/>
            <a:rect l="l" t="t" r="r" b="b"/>
            <a:pathLst>
              <a:path w="2071417" h="619794">
                <a:moveTo>
                  <a:pt x="97859" y="0"/>
                </a:moveTo>
                <a:lnTo>
                  <a:pt x="1973557" y="0"/>
                </a:lnTo>
                <a:cubicBezTo>
                  <a:pt x="2027604" y="0"/>
                  <a:pt x="2071417" y="43813"/>
                  <a:pt x="2071417" y="97859"/>
                </a:cubicBezTo>
                <a:lnTo>
                  <a:pt x="2071417" y="521935"/>
                </a:lnTo>
                <a:cubicBezTo>
                  <a:pt x="2071417" y="575981"/>
                  <a:pt x="2027604" y="619794"/>
                  <a:pt x="1973557" y="619794"/>
                </a:cubicBezTo>
                <a:lnTo>
                  <a:pt x="97859" y="619794"/>
                </a:lnTo>
                <a:cubicBezTo>
                  <a:pt x="43813" y="619794"/>
                  <a:pt x="0" y="575981"/>
                  <a:pt x="0" y="521935"/>
                </a:cubicBezTo>
                <a:lnTo>
                  <a:pt x="0" y="97859"/>
                </a:lnTo>
                <a:cubicBezTo>
                  <a:pt x="0" y="43849"/>
                  <a:pt x="43849" y="0"/>
                  <a:pt x="97859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6" name="Shape 14"/>
          <p:cNvSpPr/>
          <p:nvPr/>
        </p:nvSpPr>
        <p:spPr>
          <a:xfrm>
            <a:off x="3643966" y="3090815"/>
            <a:ext cx="171259" cy="195724"/>
          </a:xfrm>
          <a:custGeom>
            <a:avLst/>
            <a:gdLst/>
            <a:ahLst/>
            <a:cxnLst/>
            <a:rect l="l" t="t" r="r" b="b"/>
            <a:pathLst>
              <a:path w="171259" h="195724">
                <a:moveTo>
                  <a:pt x="24466" y="12233"/>
                </a:moveTo>
                <a:cubicBezTo>
                  <a:pt x="10971" y="12233"/>
                  <a:pt x="0" y="23204"/>
                  <a:pt x="0" y="36698"/>
                </a:cubicBezTo>
                <a:lnTo>
                  <a:pt x="0" y="159026"/>
                </a:lnTo>
                <a:cubicBezTo>
                  <a:pt x="0" y="172520"/>
                  <a:pt x="10971" y="183492"/>
                  <a:pt x="24466" y="183492"/>
                </a:cubicBezTo>
                <a:lnTo>
                  <a:pt x="146793" y="183492"/>
                </a:lnTo>
                <a:cubicBezTo>
                  <a:pt x="160288" y="183492"/>
                  <a:pt x="171259" y="172520"/>
                  <a:pt x="171259" y="159026"/>
                </a:cubicBezTo>
                <a:lnTo>
                  <a:pt x="171259" y="36698"/>
                </a:lnTo>
                <a:cubicBezTo>
                  <a:pt x="171259" y="23204"/>
                  <a:pt x="160288" y="12233"/>
                  <a:pt x="146793" y="12233"/>
                </a:cubicBezTo>
                <a:lnTo>
                  <a:pt x="24466" y="12233"/>
                </a:lnTo>
                <a:close/>
                <a:moveTo>
                  <a:pt x="48931" y="42815"/>
                </a:moveTo>
                <a:cubicBezTo>
                  <a:pt x="59058" y="42815"/>
                  <a:pt x="67280" y="51037"/>
                  <a:pt x="67280" y="61164"/>
                </a:cubicBezTo>
                <a:cubicBezTo>
                  <a:pt x="67280" y="71291"/>
                  <a:pt x="59058" y="79513"/>
                  <a:pt x="48931" y="79513"/>
                </a:cubicBezTo>
                <a:cubicBezTo>
                  <a:pt x="38804" y="79513"/>
                  <a:pt x="30582" y="71291"/>
                  <a:pt x="30582" y="61164"/>
                </a:cubicBezTo>
                <a:cubicBezTo>
                  <a:pt x="30582" y="51037"/>
                  <a:pt x="38804" y="42815"/>
                  <a:pt x="48931" y="42815"/>
                </a:cubicBezTo>
                <a:close/>
                <a:moveTo>
                  <a:pt x="103979" y="85629"/>
                </a:moveTo>
                <a:cubicBezTo>
                  <a:pt x="107190" y="85629"/>
                  <a:pt x="110133" y="87311"/>
                  <a:pt x="111815" y="90026"/>
                </a:cubicBezTo>
                <a:lnTo>
                  <a:pt x="145455" y="145073"/>
                </a:lnTo>
                <a:cubicBezTo>
                  <a:pt x="147176" y="147902"/>
                  <a:pt x="147252" y="151457"/>
                  <a:pt x="145646" y="154362"/>
                </a:cubicBezTo>
                <a:cubicBezTo>
                  <a:pt x="144041" y="157268"/>
                  <a:pt x="140945" y="159026"/>
                  <a:pt x="137619" y="159026"/>
                </a:cubicBezTo>
                <a:lnTo>
                  <a:pt x="33640" y="159026"/>
                </a:lnTo>
                <a:cubicBezTo>
                  <a:pt x="30238" y="159026"/>
                  <a:pt x="27065" y="157115"/>
                  <a:pt x="25498" y="154095"/>
                </a:cubicBezTo>
                <a:cubicBezTo>
                  <a:pt x="23930" y="151075"/>
                  <a:pt x="24160" y="147405"/>
                  <a:pt x="26109" y="144614"/>
                </a:cubicBezTo>
                <a:lnTo>
                  <a:pt x="47517" y="114032"/>
                </a:lnTo>
                <a:cubicBezTo>
                  <a:pt x="49237" y="111586"/>
                  <a:pt x="52028" y="110133"/>
                  <a:pt x="55047" y="110133"/>
                </a:cubicBezTo>
                <a:cubicBezTo>
                  <a:pt x="58067" y="110133"/>
                  <a:pt x="60858" y="111586"/>
                  <a:pt x="62578" y="114032"/>
                </a:cubicBezTo>
                <a:lnTo>
                  <a:pt x="72670" y="128482"/>
                </a:lnTo>
                <a:lnTo>
                  <a:pt x="96142" y="90064"/>
                </a:lnTo>
                <a:cubicBezTo>
                  <a:pt x="97824" y="87350"/>
                  <a:pt x="100767" y="85668"/>
                  <a:pt x="103979" y="85668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17" name="Text 15"/>
          <p:cNvSpPr/>
          <p:nvPr/>
        </p:nvSpPr>
        <p:spPr>
          <a:xfrm>
            <a:off x="2764990" y="3351781"/>
            <a:ext cx="1932779" cy="16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9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Imágenes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61382" y="2992953"/>
            <a:ext cx="2071417" cy="619794"/>
          </a:xfrm>
          <a:custGeom>
            <a:avLst/>
            <a:gdLst/>
            <a:ahLst/>
            <a:cxnLst/>
            <a:rect l="l" t="t" r="r" b="b"/>
            <a:pathLst>
              <a:path w="2071417" h="619794">
                <a:moveTo>
                  <a:pt x="97859" y="0"/>
                </a:moveTo>
                <a:lnTo>
                  <a:pt x="1973557" y="0"/>
                </a:lnTo>
                <a:cubicBezTo>
                  <a:pt x="2027604" y="0"/>
                  <a:pt x="2071417" y="43813"/>
                  <a:pt x="2071417" y="97859"/>
                </a:cubicBezTo>
                <a:lnTo>
                  <a:pt x="2071417" y="521935"/>
                </a:lnTo>
                <a:cubicBezTo>
                  <a:pt x="2071417" y="575981"/>
                  <a:pt x="2027604" y="619794"/>
                  <a:pt x="1973557" y="619794"/>
                </a:cubicBezTo>
                <a:lnTo>
                  <a:pt x="97859" y="619794"/>
                </a:lnTo>
                <a:cubicBezTo>
                  <a:pt x="43813" y="619794"/>
                  <a:pt x="0" y="575981"/>
                  <a:pt x="0" y="521935"/>
                </a:cubicBezTo>
                <a:lnTo>
                  <a:pt x="0" y="97859"/>
                </a:lnTo>
                <a:cubicBezTo>
                  <a:pt x="0" y="43849"/>
                  <a:pt x="43849" y="0"/>
                  <a:pt x="97859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9" name="Shape 17"/>
          <p:cNvSpPr/>
          <p:nvPr/>
        </p:nvSpPr>
        <p:spPr>
          <a:xfrm>
            <a:off x="5785211" y="3090815"/>
            <a:ext cx="220190" cy="195724"/>
          </a:xfrm>
          <a:custGeom>
            <a:avLst/>
            <a:gdLst/>
            <a:ahLst/>
            <a:cxnLst/>
            <a:rect l="l" t="t" r="r" b="b"/>
            <a:pathLst>
              <a:path w="220190" h="195724">
                <a:moveTo>
                  <a:pt x="137925" y="459"/>
                </a:moveTo>
                <a:cubicBezTo>
                  <a:pt x="131426" y="-1414"/>
                  <a:pt x="124660" y="2370"/>
                  <a:pt x="122786" y="8869"/>
                </a:cubicBezTo>
                <a:lnTo>
                  <a:pt x="73855" y="180128"/>
                </a:lnTo>
                <a:cubicBezTo>
                  <a:pt x="71982" y="186626"/>
                  <a:pt x="75767" y="193393"/>
                  <a:pt x="82265" y="195266"/>
                </a:cubicBezTo>
                <a:cubicBezTo>
                  <a:pt x="88764" y="197139"/>
                  <a:pt x="95530" y="193354"/>
                  <a:pt x="97403" y="186856"/>
                </a:cubicBezTo>
                <a:lnTo>
                  <a:pt x="146335" y="15597"/>
                </a:lnTo>
                <a:cubicBezTo>
                  <a:pt x="148208" y="9098"/>
                  <a:pt x="144423" y="2332"/>
                  <a:pt x="137925" y="459"/>
                </a:cubicBezTo>
                <a:close/>
                <a:moveTo>
                  <a:pt x="162619" y="52486"/>
                </a:moveTo>
                <a:cubicBezTo>
                  <a:pt x="157841" y="57265"/>
                  <a:pt x="157841" y="65025"/>
                  <a:pt x="162619" y="69803"/>
                </a:cubicBezTo>
                <a:lnTo>
                  <a:pt x="190678" y="97862"/>
                </a:lnTo>
                <a:lnTo>
                  <a:pt x="162619" y="125921"/>
                </a:lnTo>
                <a:cubicBezTo>
                  <a:pt x="157841" y="130700"/>
                  <a:pt x="157841" y="138460"/>
                  <a:pt x="162619" y="143238"/>
                </a:cubicBezTo>
                <a:cubicBezTo>
                  <a:pt x="167398" y="148017"/>
                  <a:pt x="175158" y="148017"/>
                  <a:pt x="179936" y="143238"/>
                </a:cubicBezTo>
                <a:lnTo>
                  <a:pt x="216635" y="106540"/>
                </a:lnTo>
                <a:cubicBezTo>
                  <a:pt x="221413" y="101761"/>
                  <a:pt x="221413" y="94001"/>
                  <a:pt x="216635" y="89223"/>
                </a:cubicBezTo>
                <a:lnTo>
                  <a:pt x="179936" y="52524"/>
                </a:lnTo>
                <a:cubicBezTo>
                  <a:pt x="175158" y="47746"/>
                  <a:pt x="167398" y="47746"/>
                  <a:pt x="162619" y="52524"/>
                </a:cubicBezTo>
                <a:close/>
                <a:moveTo>
                  <a:pt x="57609" y="52486"/>
                </a:moveTo>
                <a:cubicBezTo>
                  <a:pt x="52830" y="47708"/>
                  <a:pt x="45070" y="47708"/>
                  <a:pt x="40292" y="52486"/>
                </a:cubicBezTo>
                <a:lnTo>
                  <a:pt x="3593" y="89185"/>
                </a:lnTo>
                <a:cubicBezTo>
                  <a:pt x="-1185" y="93963"/>
                  <a:pt x="-1185" y="101723"/>
                  <a:pt x="3593" y="106502"/>
                </a:cubicBezTo>
                <a:lnTo>
                  <a:pt x="40292" y="143200"/>
                </a:lnTo>
                <a:cubicBezTo>
                  <a:pt x="45070" y="147978"/>
                  <a:pt x="52830" y="147978"/>
                  <a:pt x="57609" y="143200"/>
                </a:cubicBezTo>
                <a:cubicBezTo>
                  <a:pt x="62387" y="138422"/>
                  <a:pt x="62387" y="130661"/>
                  <a:pt x="57609" y="125883"/>
                </a:cubicBezTo>
                <a:lnTo>
                  <a:pt x="29550" y="97862"/>
                </a:lnTo>
                <a:lnTo>
                  <a:pt x="57571" y="69803"/>
                </a:lnTo>
                <a:cubicBezTo>
                  <a:pt x="62349" y="65025"/>
                  <a:pt x="62349" y="57265"/>
                  <a:pt x="57571" y="52486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20" name="Text 18"/>
          <p:cNvSpPr/>
          <p:nvPr/>
        </p:nvSpPr>
        <p:spPr>
          <a:xfrm>
            <a:off x="4930701" y="3351781"/>
            <a:ext cx="1932779" cy="16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9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Código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30285" y="3983807"/>
            <a:ext cx="6801423" cy="2552573"/>
          </a:xfrm>
          <a:custGeom>
            <a:avLst/>
            <a:gdLst/>
            <a:ahLst/>
            <a:cxnLst/>
            <a:rect l="l" t="t" r="r" b="b"/>
            <a:pathLst>
              <a:path w="6801423" h="2552573">
                <a:moveTo>
                  <a:pt x="130488" y="0"/>
                </a:moveTo>
                <a:lnTo>
                  <a:pt x="6670936" y="0"/>
                </a:lnTo>
                <a:cubicBezTo>
                  <a:pt x="6743002" y="0"/>
                  <a:pt x="6801423" y="58421"/>
                  <a:pt x="6801423" y="130488"/>
                </a:cubicBezTo>
                <a:lnTo>
                  <a:pt x="6801423" y="2422085"/>
                </a:lnTo>
                <a:cubicBezTo>
                  <a:pt x="6801423" y="2494151"/>
                  <a:pt x="6743002" y="2552573"/>
                  <a:pt x="6670936" y="2552573"/>
                </a:cubicBezTo>
                <a:lnTo>
                  <a:pt x="130488" y="2552573"/>
                </a:lnTo>
                <a:cubicBezTo>
                  <a:pt x="58421" y="2552573"/>
                  <a:pt x="0" y="2494151"/>
                  <a:pt x="0" y="2422085"/>
                </a:cubicBezTo>
                <a:lnTo>
                  <a:pt x="0" y="130488"/>
                </a:lnTo>
                <a:cubicBezTo>
                  <a:pt x="0" y="58421"/>
                  <a:pt x="58421" y="0"/>
                  <a:pt x="13048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4466" dist="8155" dir="540000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30087" y="4183609"/>
            <a:ext cx="391449" cy="391449"/>
          </a:xfrm>
          <a:custGeom>
            <a:avLst/>
            <a:gdLst/>
            <a:ahLst/>
            <a:cxnLst/>
            <a:rect l="l" t="t" r="r" b="b"/>
            <a:pathLst>
              <a:path w="391449" h="391449">
                <a:moveTo>
                  <a:pt x="97862" y="0"/>
                </a:moveTo>
                <a:lnTo>
                  <a:pt x="293587" y="0"/>
                </a:lnTo>
                <a:cubicBezTo>
                  <a:pt x="347598" y="0"/>
                  <a:pt x="391449" y="43851"/>
                  <a:pt x="391449" y="97862"/>
                </a:cubicBezTo>
                <a:lnTo>
                  <a:pt x="391449" y="293587"/>
                </a:lnTo>
                <a:cubicBezTo>
                  <a:pt x="391449" y="347634"/>
                  <a:pt x="347634" y="391449"/>
                  <a:pt x="293587" y="391449"/>
                </a:cubicBezTo>
                <a:lnTo>
                  <a:pt x="97862" y="391449"/>
                </a:lnTo>
                <a:cubicBezTo>
                  <a:pt x="43851" y="391449"/>
                  <a:pt x="0" y="347598"/>
                  <a:pt x="0" y="293587"/>
                </a:cubicBezTo>
                <a:lnTo>
                  <a:pt x="0" y="97862"/>
                </a:lnTo>
                <a:cubicBezTo>
                  <a:pt x="0" y="43814"/>
                  <a:pt x="43814" y="0"/>
                  <a:pt x="97862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23" name="Shape 21"/>
          <p:cNvSpPr/>
          <p:nvPr/>
        </p:nvSpPr>
        <p:spPr>
          <a:xfrm>
            <a:off x="634066" y="4297782"/>
            <a:ext cx="183492" cy="163104"/>
          </a:xfrm>
          <a:custGeom>
            <a:avLst/>
            <a:gdLst/>
            <a:ahLst/>
            <a:cxnLst/>
            <a:rect l="l" t="t" r="r" b="b"/>
            <a:pathLst>
              <a:path w="183492" h="163104">
                <a:moveTo>
                  <a:pt x="50970" y="0"/>
                </a:moveTo>
                <a:cubicBezTo>
                  <a:pt x="56608" y="0"/>
                  <a:pt x="61164" y="4555"/>
                  <a:pt x="61164" y="10194"/>
                </a:cubicBezTo>
                <a:lnTo>
                  <a:pt x="61164" y="20388"/>
                </a:lnTo>
                <a:lnTo>
                  <a:pt x="101940" y="20388"/>
                </a:lnTo>
                <a:cubicBezTo>
                  <a:pt x="107578" y="20388"/>
                  <a:pt x="112134" y="24943"/>
                  <a:pt x="112134" y="30582"/>
                </a:cubicBezTo>
                <a:cubicBezTo>
                  <a:pt x="112134" y="36220"/>
                  <a:pt x="107578" y="40776"/>
                  <a:pt x="101940" y="40776"/>
                </a:cubicBezTo>
                <a:lnTo>
                  <a:pt x="98882" y="40776"/>
                </a:lnTo>
                <a:lnTo>
                  <a:pt x="96206" y="48135"/>
                </a:lnTo>
                <a:cubicBezTo>
                  <a:pt x="90981" y="62534"/>
                  <a:pt x="83113" y="75690"/>
                  <a:pt x="73206" y="86999"/>
                </a:cubicBezTo>
                <a:cubicBezTo>
                  <a:pt x="77729" y="89803"/>
                  <a:pt x="82444" y="92287"/>
                  <a:pt x="87350" y="94485"/>
                </a:cubicBezTo>
                <a:lnTo>
                  <a:pt x="103405" y="101621"/>
                </a:lnTo>
                <a:lnTo>
                  <a:pt x="123220" y="57023"/>
                </a:lnTo>
                <a:cubicBezTo>
                  <a:pt x="124844" y="53327"/>
                  <a:pt x="128508" y="50970"/>
                  <a:pt x="132522" y="50970"/>
                </a:cubicBezTo>
                <a:cubicBezTo>
                  <a:pt x="136536" y="50970"/>
                  <a:pt x="140199" y="53327"/>
                  <a:pt x="141824" y="57023"/>
                </a:cubicBezTo>
                <a:lnTo>
                  <a:pt x="182600" y="148768"/>
                </a:lnTo>
                <a:cubicBezTo>
                  <a:pt x="184893" y="153929"/>
                  <a:pt x="182568" y="159950"/>
                  <a:pt x="177439" y="162212"/>
                </a:cubicBezTo>
                <a:cubicBezTo>
                  <a:pt x="172310" y="164473"/>
                  <a:pt x="166257" y="162180"/>
                  <a:pt x="163996" y="157051"/>
                </a:cubicBezTo>
                <a:lnTo>
                  <a:pt x="157624" y="142716"/>
                </a:lnTo>
                <a:lnTo>
                  <a:pt x="107451" y="142716"/>
                </a:lnTo>
                <a:lnTo>
                  <a:pt x="101080" y="157051"/>
                </a:lnTo>
                <a:cubicBezTo>
                  <a:pt x="98786" y="162212"/>
                  <a:pt x="92765" y="164505"/>
                  <a:pt x="87636" y="162212"/>
                </a:cubicBezTo>
                <a:cubicBezTo>
                  <a:pt x="82508" y="159918"/>
                  <a:pt x="80182" y="153897"/>
                  <a:pt x="82476" y="148768"/>
                </a:cubicBezTo>
                <a:lnTo>
                  <a:pt x="95154" y="120257"/>
                </a:lnTo>
                <a:lnTo>
                  <a:pt x="79099" y="113121"/>
                </a:lnTo>
                <a:cubicBezTo>
                  <a:pt x="71772" y="109872"/>
                  <a:pt x="64764" y="105986"/>
                  <a:pt x="58138" y="101526"/>
                </a:cubicBezTo>
                <a:cubicBezTo>
                  <a:pt x="51352" y="107005"/>
                  <a:pt x="43930" y="111783"/>
                  <a:pt x="35997" y="115765"/>
                </a:cubicBezTo>
                <a:lnTo>
                  <a:pt x="24943" y="121245"/>
                </a:lnTo>
                <a:cubicBezTo>
                  <a:pt x="19910" y="123761"/>
                  <a:pt x="13794" y="121722"/>
                  <a:pt x="11277" y="116689"/>
                </a:cubicBezTo>
                <a:cubicBezTo>
                  <a:pt x="8760" y="111656"/>
                  <a:pt x="10799" y="105540"/>
                  <a:pt x="15833" y="103023"/>
                </a:cubicBezTo>
                <a:lnTo>
                  <a:pt x="26823" y="97512"/>
                </a:lnTo>
                <a:cubicBezTo>
                  <a:pt x="32015" y="94900"/>
                  <a:pt x="36953" y="91873"/>
                  <a:pt x="41604" y="88496"/>
                </a:cubicBezTo>
                <a:cubicBezTo>
                  <a:pt x="37208" y="84451"/>
                  <a:pt x="33067" y="80086"/>
                  <a:pt x="29212" y="75467"/>
                </a:cubicBezTo>
                <a:lnTo>
                  <a:pt x="25995" y="71581"/>
                </a:lnTo>
                <a:cubicBezTo>
                  <a:pt x="22395" y="67248"/>
                  <a:pt x="22968" y="60813"/>
                  <a:pt x="27301" y="57214"/>
                </a:cubicBezTo>
                <a:cubicBezTo>
                  <a:pt x="31633" y="53614"/>
                  <a:pt x="38068" y="54187"/>
                  <a:pt x="41668" y="58520"/>
                </a:cubicBezTo>
                <a:lnTo>
                  <a:pt x="44917" y="62406"/>
                </a:lnTo>
                <a:cubicBezTo>
                  <a:pt x="48581" y="66834"/>
                  <a:pt x="52595" y="70944"/>
                  <a:pt x="56831" y="74735"/>
                </a:cubicBezTo>
                <a:cubicBezTo>
                  <a:pt x="65592" y="65050"/>
                  <a:pt x="72505" y="53678"/>
                  <a:pt x="77060" y="41158"/>
                </a:cubicBezTo>
                <a:lnTo>
                  <a:pt x="77219" y="40776"/>
                </a:lnTo>
                <a:lnTo>
                  <a:pt x="10226" y="40776"/>
                </a:lnTo>
                <a:cubicBezTo>
                  <a:pt x="4555" y="40776"/>
                  <a:pt x="0" y="36220"/>
                  <a:pt x="0" y="30582"/>
                </a:cubicBezTo>
                <a:cubicBezTo>
                  <a:pt x="0" y="24943"/>
                  <a:pt x="4555" y="20388"/>
                  <a:pt x="10194" y="20388"/>
                </a:cubicBezTo>
                <a:lnTo>
                  <a:pt x="40776" y="20388"/>
                </a:lnTo>
                <a:lnTo>
                  <a:pt x="40776" y="10194"/>
                </a:lnTo>
                <a:cubicBezTo>
                  <a:pt x="40776" y="4555"/>
                  <a:pt x="45331" y="0"/>
                  <a:pt x="50970" y="0"/>
                </a:cubicBezTo>
                <a:close/>
                <a:moveTo>
                  <a:pt x="132522" y="86267"/>
                </a:moveTo>
                <a:lnTo>
                  <a:pt x="116498" y="122328"/>
                </a:lnTo>
                <a:lnTo>
                  <a:pt x="148545" y="122328"/>
                </a:lnTo>
                <a:lnTo>
                  <a:pt x="132522" y="8626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019398" y="4248851"/>
            <a:ext cx="2536262" cy="26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1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Modelos de Lenguaje (LLM)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30087" y="4705541"/>
            <a:ext cx="260966" cy="260966"/>
          </a:xfrm>
          <a:custGeom>
            <a:avLst/>
            <a:gdLst/>
            <a:ahLst/>
            <a:cxnLst/>
            <a:rect l="l" t="t" r="r" b="b"/>
            <a:pathLst>
              <a:path w="260966" h="260966">
                <a:moveTo>
                  <a:pt x="65241" y="0"/>
                </a:moveTo>
                <a:lnTo>
                  <a:pt x="195724" y="0"/>
                </a:lnTo>
                <a:cubicBezTo>
                  <a:pt x="231756" y="0"/>
                  <a:pt x="260966" y="29210"/>
                  <a:pt x="260966" y="65241"/>
                </a:cubicBezTo>
                <a:lnTo>
                  <a:pt x="260966" y="195724"/>
                </a:lnTo>
                <a:cubicBezTo>
                  <a:pt x="260966" y="231756"/>
                  <a:pt x="231756" y="260966"/>
                  <a:pt x="195724" y="260966"/>
                </a:cubicBezTo>
                <a:lnTo>
                  <a:pt x="65241" y="260966"/>
                </a:lnTo>
                <a:cubicBezTo>
                  <a:pt x="29210" y="260966"/>
                  <a:pt x="0" y="231756"/>
                  <a:pt x="0" y="195724"/>
                </a:cubicBezTo>
                <a:lnTo>
                  <a:pt x="0" y="65241"/>
                </a:lnTo>
                <a:cubicBezTo>
                  <a:pt x="0" y="29210"/>
                  <a:pt x="29210" y="0"/>
                  <a:pt x="65241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34448" y="4738162"/>
            <a:ext cx="114173" cy="195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7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88915" y="4705541"/>
            <a:ext cx="1875692" cy="195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7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Tokens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88915" y="4901266"/>
            <a:ext cx="1867537" cy="16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9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Unidades básicas de procesamiento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30087" y="5162231"/>
            <a:ext cx="260966" cy="260966"/>
          </a:xfrm>
          <a:custGeom>
            <a:avLst/>
            <a:gdLst/>
            <a:ahLst/>
            <a:cxnLst/>
            <a:rect l="l" t="t" r="r" b="b"/>
            <a:pathLst>
              <a:path w="260966" h="260966">
                <a:moveTo>
                  <a:pt x="65241" y="0"/>
                </a:moveTo>
                <a:lnTo>
                  <a:pt x="195724" y="0"/>
                </a:lnTo>
                <a:cubicBezTo>
                  <a:pt x="231756" y="0"/>
                  <a:pt x="260966" y="29210"/>
                  <a:pt x="260966" y="65241"/>
                </a:cubicBezTo>
                <a:lnTo>
                  <a:pt x="260966" y="195724"/>
                </a:lnTo>
                <a:cubicBezTo>
                  <a:pt x="260966" y="231756"/>
                  <a:pt x="231756" y="260966"/>
                  <a:pt x="195724" y="260966"/>
                </a:cubicBezTo>
                <a:lnTo>
                  <a:pt x="65241" y="260966"/>
                </a:lnTo>
                <a:cubicBezTo>
                  <a:pt x="29210" y="260966"/>
                  <a:pt x="0" y="231756"/>
                  <a:pt x="0" y="195724"/>
                </a:cubicBezTo>
                <a:lnTo>
                  <a:pt x="0" y="65241"/>
                </a:lnTo>
                <a:cubicBezTo>
                  <a:pt x="0" y="29210"/>
                  <a:pt x="29210" y="0"/>
                  <a:pt x="65241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22597" y="5194852"/>
            <a:ext cx="138638" cy="195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7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88915" y="5162231"/>
            <a:ext cx="1639192" cy="195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7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Contexto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88915" y="5357956"/>
            <a:ext cx="1631037" cy="16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9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Ventana de atención y memoria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794836" y="4705541"/>
            <a:ext cx="260966" cy="260966"/>
          </a:xfrm>
          <a:custGeom>
            <a:avLst/>
            <a:gdLst/>
            <a:ahLst/>
            <a:cxnLst/>
            <a:rect l="l" t="t" r="r" b="b"/>
            <a:pathLst>
              <a:path w="260966" h="260966">
                <a:moveTo>
                  <a:pt x="65241" y="0"/>
                </a:moveTo>
                <a:lnTo>
                  <a:pt x="195724" y="0"/>
                </a:lnTo>
                <a:cubicBezTo>
                  <a:pt x="231756" y="0"/>
                  <a:pt x="260966" y="29210"/>
                  <a:pt x="260966" y="65241"/>
                </a:cubicBezTo>
                <a:lnTo>
                  <a:pt x="260966" y="195724"/>
                </a:lnTo>
                <a:cubicBezTo>
                  <a:pt x="260966" y="231756"/>
                  <a:pt x="231756" y="260966"/>
                  <a:pt x="195724" y="260966"/>
                </a:cubicBezTo>
                <a:lnTo>
                  <a:pt x="65241" y="260966"/>
                </a:lnTo>
                <a:cubicBezTo>
                  <a:pt x="29210" y="260966"/>
                  <a:pt x="0" y="231756"/>
                  <a:pt x="0" y="195724"/>
                </a:cubicBezTo>
                <a:lnTo>
                  <a:pt x="0" y="65241"/>
                </a:lnTo>
                <a:cubicBezTo>
                  <a:pt x="0" y="29210"/>
                  <a:pt x="29210" y="0"/>
                  <a:pt x="65241" y="0"/>
                </a:cubicBezTo>
                <a:close/>
              </a:path>
            </a:pathLst>
          </a:custGeom>
          <a:solidFill>
            <a:srgbClr val="34C759">
              <a:alpha val="1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886710" y="4738162"/>
            <a:ext cx="138638" cy="195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7" b="1" dirty="0">
                <a:solidFill>
                  <a:srgbClr val="34C7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153665" y="4705541"/>
            <a:ext cx="1671813" cy="195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7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Entrenamiento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153665" y="4901266"/>
            <a:ext cx="1663658" cy="16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9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Pre-entrenamiento y fine-tuning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794836" y="5162231"/>
            <a:ext cx="260966" cy="260966"/>
          </a:xfrm>
          <a:custGeom>
            <a:avLst/>
            <a:gdLst/>
            <a:ahLst/>
            <a:cxnLst/>
            <a:rect l="l" t="t" r="r" b="b"/>
            <a:pathLst>
              <a:path w="260966" h="260966">
                <a:moveTo>
                  <a:pt x="65241" y="0"/>
                </a:moveTo>
                <a:lnTo>
                  <a:pt x="195724" y="0"/>
                </a:lnTo>
                <a:cubicBezTo>
                  <a:pt x="231756" y="0"/>
                  <a:pt x="260966" y="29210"/>
                  <a:pt x="260966" y="65241"/>
                </a:cubicBezTo>
                <a:lnTo>
                  <a:pt x="260966" y="195724"/>
                </a:lnTo>
                <a:cubicBezTo>
                  <a:pt x="260966" y="231756"/>
                  <a:pt x="231756" y="260966"/>
                  <a:pt x="195724" y="260966"/>
                </a:cubicBezTo>
                <a:lnTo>
                  <a:pt x="65241" y="260966"/>
                </a:lnTo>
                <a:cubicBezTo>
                  <a:pt x="29210" y="260966"/>
                  <a:pt x="0" y="231756"/>
                  <a:pt x="0" y="195724"/>
                </a:cubicBezTo>
                <a:lnTo>
                  <a:pt x="0" y="65241"/>
                </a:lnTo>
                <a:cubicBezTo>
                  <a:pt x="0" y="29210"/>
                  <a:pt x="29210" y="0"/>
                  <a:pt x="65241" y="0"/>
                </a:cubicBezTo>
                <a:close/>
              </a:path>
            </a:pathLst>
          </a:custGeom>
          <a:solidFill>
            <a:srgbClr val="34C759">
              <a:alpha val="1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3886837" y="5194852"/>
            <a:ext cx="138638" cy="195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7" b="1" dirty="0">
                <a:solidFill>
                  <a:srgbClr val="34C7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153665" y="5162231"/>
            <a:ext cx="1712589" cy="195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7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Predicción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153665" y="5357956"/>
            <a:ext cx="1704433" cy="16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9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Generación secuencial de tokens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328834" y="1500554"/>
            <a:ext cx="4534282" cy="2707521"/>
          </a:xfrm>
          <a:custGeom>
            <a:avLst/>
            <a:gdLst/>
            <a:ahLst/>
            <a:cxnLst/>
            <a:rect l="l" t="t" r="r" b="b"/>
            <a:pathLst>
              <a:path w="4534282" h="2707521">
                <a:moveTo>
                  <a:pt x="130475" y="0"/>
                </a:moveTo>
                <a:lnTo>
                  <a:pt x="4403807" y="0"/>
                </a:lnTo>
                <a:cubicBezTo>
                  <a:pt x="4475866" y="0"/>
                  <a:pt x="4534282" y="58416"/>
                  <a:pt x="4534282" y="130475"/>
                </a:cubicBezTo>
                <a:lnTo>
                  <a:pt x="4534282" y="2577046"/>
                </a:lnTo>
                <a:cubicBezTo>
                  <a:pt x="4534282" y="2649105"/>
                  <a:pt x="4475866" y="2707521"/>
                  <a:pt x="4403807" y="2707521"/>
                </a:cubicBezTo>
                <a:lnTo>
                  <a:pt x="130475" y="2707521"/>
                </a:lnTo>
                <a:cubicBezTo>
                  <a:pt x="58416" y="2707521"/>
                  <a:pt x="0" y="2649105"/>
                  <a:pt x="0" y="2577046"/>
                </a:cubicBezTo>
                <a:lnTo>
                  <a:pt x="0" y="130475"/>
                </a:lnTo>
                <a:cubicBezTo>
                  <a:pt x="0" y="58464"/>
                  <a:pt x="58464" y="0"/>
                  <a:pt x="130475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/>
              </a:gs>
              <a:gs pos="100000">
                <a:srgbClr val="0071E3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42" name="Shape 40"/>
          <p:cNvSpPr/>
          <p:nvPr/>
        </p:nvSpPr>
        <p:spPr>
          <a:xfrm>
            <a:off x="7549024" y="1712589"/>
            <a:ext cx="195724" cy="195724"/>
          </a:xfrm>
          <a:custGeom>
            <a:avLst/>
            <a:gdLst/>
            <a:ahLst/>
            <a:cxnLst/>
            <a:rect l="l" t="t" r="r" b="b"/>
            <a:pathLst>
              <a:path w="195724" h="195724">
                <a:moveTo>
                  <a:pt x="97862" y="0"/>
                </a:moveTo>
                <a:cubicBezTo>
                  <a:pt x="103482" y="0"/>
                  <a:pt x="108642" y="3096"/>
                  <a:pt x="111318" y="8028"/>
                </a:cubicBezTo>
                <a:lnTo>
                  <a:pt x="193889" y="160937"/>
                </a:lnTo>
                <a:cubicBezTo>
                  <a:pt x="196451" y="165678"/>
                  <a:pt x="196336" y="171412"/>
                  <a:pt x="193584" y="176037"/>
                </a:cubicBezTo>
                <a:cubicBezTo>
                  <a:pt x="190831" y="180663"/>
                  <a:pt x="185824" y="183492"/>
                  <a:pt x="180433" y="183492"/>
                </a:cubicBezTo>
                <a:lnTo>
                  <a:pt x="15291" y="183492"/>
                </a:lnTo>
                <a:cubicBezTo>
                  <a:pt x="9901" y="183492"/>
                  <a:pt x="4931" y="180663"/>
                  <a:pt x="2141" y="176037"/>
                </a:cubicBezTo>
                <a:cubicBezTo>
                  <a:pt x="-650" y="171412"/>
                  <a:pt x="-726" y="165678"/>
                  <a:pt x="1835" y="160937"/>
                </a:cubicBezTo>
                <a:lnTo>
                  <a:pt x="84406" y="8028"/>
                </a:lnTo>
                <a:cubicBezTo>
                  <a:pt x="87082" y="3096"/>
                  <a:pt x="92243" y="0"/>
                  <a:pt x="97862" y="0"/>
                </a:cubicBezTo>
                <a:close/>
                <a:moveTo>
                  <a:pt x="97862" y="64222"/>
                </a:moveTo>
                <a:cubicBezTo>
                  <a:pt x="92778" y="64222"/>
                  <a:pt x="88688" y="68312"/>
                  <a:pt x="88688" y="73397"/>
                </a:cubicBezTo>
                <a:lnTo>
                  <a:pt x="88688" y="116211"/>
                </a:lnTo>
                <a:cubicBezTo>
                  <a:pt x="88688" y="121296"/>
                  <a:pt x="92778" y="125386"/>
                  <a:pt x="97862" y="125386"/>
                </a:cubicBezTo>
                <a:cubicBezTo>
                  <a:pt x="102946" y="125386"/>
                  <a:pt x="107037" y="121296"/>
                  <a:pt x="107037" y="116211"/>
                </a:cubicBezTo>
                <a:lnTo>
                  <a:pt x="107037" y="73397"/>
                </a:lnTo>
                <a:cubicBezTo>
                  <a:pt x="107037" y="68312"/>
                  <a:pt x="102946" y="64222"/>
                  <a:pt x="97862" y="64222"/>
                </a:cubicBezTo>
                <a:close/>
                <a:moveTo>
                  <a:pt x="108069" y="146793"/>
                </a:moveTo>
                <a:cubicBezTo>
                  <a:pt x="108301" y="143005"/>
                  <a:pt x="106412" y="139400"/>
                  <a:pt x="103164" y="137436"/>
                </a:cubicBezTo>
                <a:cubicBezTo>
                  <a:pt x="99916" y="135471"/>
                  <a:pt x="95846" y="135471"/>
                  <a:pt x="92599" y="137436"/>
                </a:cubicBezTo>
                <a:cubicBezTo>
                  <a:pt x="89351" y="139400"/>
                  <a:pt x="87462" y="143005"/>
                  <a:pt x="87694" y="146793"/>
                </a:cubicBezTo>
                <a:cubicBezTo>
                  <a:pt x="87462" y="150582"/>
                  <a:pt x="89351" y="154186"/>
                  <a:pt x="92599" y="156151"/>
                </a:cubicBezTo>
                <a:cubicBezTo>
                  <a:pt x="95846" y="158116"/>
                  <a:pt x="99916" y="158116"/>
                  <a:pt x="103164" y="156151"/>
                </a:cubicBezTo>
                <a:cubicBezTo>
                  <a:pt x="106412" y="154186"/>
                  <a:pt x="108301" y="150582"/>
                  <a:pt x="108069" y="14679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7867077" y="1696278"/>
            <a:ext cx="1035708" cy="228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4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Limitaciones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524559" y="2055106"/>
            <a:ext cx="4142833" cy="587173"/>
          </a:xfrm>
          <a:custGeom>
            <a:avLst/>
            <a:gdLst/>
            <a:ahLst/>
            <a:cxnLst/>
            <a:rect l="l" t="t" r="r" b="b"/>
            <a:pathLst>
              <a:path w="4142833" h="587173">
                <a:moveTo>
                  <a:pt x="97864" y="0"/>
                </a:moveTo>
                <a:lnTo>
                  <a:pt x="4044969" y="0"/>
                </a:lnTo>
                <a:cubicBezTo>
                  <a:pt x="4099018" y="0"/>
                  <a:pt x="4142833" y="43815"/>
                  <a:pt x="4142833" y="97864"/>
                </a:cubicBezTo>
                <a:lnTo>
                  <a:pt x="4142833" y="489309"/>
                </a:lnTo>
                <a:cubicBezTo>
                  <a:pt x="4142833" y="543358"/>
                  <a:pt x="4099018" y="587173"/>
                  <a:pt x="4044969" y="587173"/>
                </a:cubicBezTo>
                <a:lnTo>
                  <a:pt x="97864" y="587173"/>
                </a:lnTo>
                <a:cubicBezTo>
                  <a:pt x="43815" y="587173"/>
                  <a:pt x="0" y="543358"/>
                  <a:pt x="0" y="489309"/>
                </a:cubicBezTo>
                <a:lnTo>
                  <a:pt x="0" y="97864"/>
                </a:lnTo>
                <a:cubicBezTo>
                  <a:pt x="0" y="43851"/>
                  <a:pt x="43851" y="0"/>
                  <a:pt x="97864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7622421" y="2152969"/>
            <a:ext cx="4012351" cy="195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Alucinaciones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622421" y="2381314"/>
            <a:ext cx="4004195" cy="16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9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Generación de información incorrecta o inventada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524559" y="2740142"/>
            <a:ext cx="4142833" cy="587173"/>
          </a:xfrm>
          <a:custGeom>
            <a:avLst/>
            <a:gdLst/>
            <a:ahLst/>
            <a:cxnLst/>
            <a:rect l="l" t="t" r="r" b="b"/>
            <a:pathLst>
              <a:path w="4142833" h="587173">
                <a:moveTo>
                  <a:pt x="97864" y="0"/>
                </a:moveTo>
                <a:lnTo>
                  <a:pt x="4044969" y="0"/>
                </a:lnTo>
                <a:cubicBezTo>
                  <a:pt x="4099018" y="0"/>
                  <a:pt x="4142833" y="43815"/>
                  <a:pt x="4142833" y="97864"/>
                </a:cubicBezTo>
                <a:lnTo>
                  <a:pt x="4142833" y="489309"/>
                </a:lnTo>
                <a:cubicBezTo>
                  <a:pt x="4142833" y="543358"/>
                  <a:pt x="4099018" y="587173"/>
                  <a:pt x="4044969" y="587173"/>
                </a:cubicBezTo>
                <a:lnTo>
                  <a:pt x="97864" y="587173"/>
                </a:lnTo>
                <a:cubicBezTo>
                  <a:pt x="43815" y="587173"/>
                  <a:pt x="0" y="543358"/>
                  <a:pt x="0" y="489309"/>
                </a:cubicBezTo>
                <a:lnTo>
                  <a:pt x="0" y="97864"/>
                </a:lnTo>
                <a:cubicBezTo>
                  <a:pt x="0" y="43851"/>
                  <a:pt x="43851" y="0"/>
                  <a:pt x="97864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7622421" y="2838004"/>
            <a:ext cx="4012351" cy="195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Sesgos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622421" y="3066349"/>
            <a:ext cx="4004195" cy="16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9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Replicación de sesgos presentes en datos de entrenamiento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524559" y="3425177"/>
            <a:ext cx="4142833" cy="587173"/>
          </a:xfrm>
          <a:custGeom>
            <a:avLst/>
            <a:gdLst/>
            <a:ahLst/>
            <a:cxnLst/>
            <a:rect l="l" t="t" r="r" b="b"/>
            <a:pathLst>
              <a:path w="4142833" h="587173">
                <a:moveTo>
                  <a:pt x="97864" y="0"/>
                </a:moveTo>
                <a:lnTo>
                  <a:pt x="4044969" y="0"/>
                </a:lnTo>
                <a:cubicBezTo>
                  <a:pt x="4099018" y="0"/>
                  <a:pt x="4142833" y="43815"/>
                  <a:pt x="4142833" y="97864"/>
                </a:cubicBezTo>
                <a:lnTo>
                  <a:pt x="4142833" y="489309"/>
                </a:lnTo>
                <a:cubicBezTo>
                  <a:pt x="4142833" y="543358"/>
                  <a:pt x="4099018" y="587173"/>
                  <a:pt x="4044969" y="587173"/>
                </a:cubicBezTo>
                <a:lnTo>
                  <a:pt x="97864" y="587173"/>
                </a:lnTo>
                <a:cubicBezTo>
                  <a:pt x="43815" y="587173"/>
                  <a:pt x="0" y="543358"/>
                  <a:pt x="0" y="489309"/>
                </a:cubicBezTo>
                <a:lnTo>
                  <a:pt x="0" y="97864"/>
                </a:lnTo>
                <a:cubicBezTo>
                  <a:pt x="0" y="43851"/>
                  <a:pt x="43851" y="0"/>
                  <a:pt x="97864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7622421" y="3523039"/>
            <a:ext cx="4012351" cy="195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Contexto limitado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622421" y="3751385"/>
            <a:ext cx="4004195" cy="16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9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Restricciones en la ventana de atención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332912" y="4375256"/>
            <a:ext cx="4526127" cy="2161124"/>
          </a:xfrm>
          <a:custGeom>
            <a:avLst/>
            <a:gdLst/>
            <a:ahLst/>
            <a:cxnLst/>
            <a:rect l="l" t="t" r="r" b="b"/>
            <a:pathLst>
              <a:path w="4526127" h="2161124">
                <a:moveTo>
                  <a:pt x="130489" y="0"/>
                </a:moveTo>
                <a:lnTo>
                  <a:pt x="4395638" y="0"/>
                </a:lnTo>
                <a:cubicBezTo>
                  <a:pt x="4467705" y="0"/>
                  <a:pt x="4526127" y="58422"/>
                  <a:pt x="4526127" y="130489"/>
                </a:cubicBezTo>
                <a:lnTo>
                  <a:pt x="4526127" y="2030635"/>
                </a:lnTo>
                <a:cubicBezTo>
                  <a:pt x="4526127" y="2102702"/>
                  <a:pt x="4467705" y="2161124"/>
                  <a:pt x="4395638" y="2161124"/>
                </a:cubicBezTo>
                <a:lnTo>
                  <a:pt x="130489" y="2161124"/>
                </a:lnTo>
                <a:cubicBezTo>
                  <a:pt x="58422" y="2161124"/>
                  <a:pt x="0" y="2102702"/>
                  <a:pt x="0" y="2030635"/>
                </a:cubicBezTo>
                <a:lnTo>
                  <a:pt x="0" y="130489"/>
                </a:lnTo>
                <a:cubicBezTo>
                  <a:pt x="0" y="58470"/>
                  <a:pt x="58470" y="0"/>
                  <a:pt x="13048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4466" dist="8155" dir="5400000">
              <a:srgbClr val="000000">
                <a:alpha val="10196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532714" y="4575058"/>
            <a:ext cx="391449" cy="391449"/>
          </a:xfrm>
          <a:custGeom>
            <a:avLst/>
            <a:gdLst/>
            <a:ahLst/>
            <a:cxnLst/>
            <a:rect l="l" t="t" r="r" b="b"/>
            <a:pathLst>
              <a:path w="391449" h="391449">
                <a:moveTo>
                  <a:pt x="97862" y="0"/>
                </a:moveTo>
                <a:lnTo>
                  <a:pt x="293587" y="0"/>
                </a:lnTo>
                <a:cubicBezTo>
                  <a:pt x="347598" y="0"/>
                  <a:pt x="391449" y="43851"/>
                  <a:pt x="391449" y="97862"/>
                </a:cubicBezTo>
                <a:lnTo>
                  <a:pt x="391449" y="293587"/>
                </a:lnTo>
                <a:cubicBezTo>
                  <a:pt x="391449" y="347634"/>
                  <a:pt x="347634" y="391449"/>
                  <a:pt x="293587" y="391449"/>
                </a:cubicBezTo>
                <a:lnTo>
                  <a:pt x="97862" y="391449"/>
                </a:lnTo>
                <a:cubicBezTo>
                  <a:pt x="43851" y="391449"/>
                  <a:pt x="0" y="347598"/>
                  <a:pt x="0" y="293587"/>
                </a:cubicBezTo>
                <a:lnTo>
                  <a:pt x="0" y="97862"/>
                </a:lnTo>
                <a:cubicBezTo>
                  <a:pt x="0" y="43814"/>
                  <a:pt x="43814" y="0"/>
                  <a:pt x="97862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55" name="Shape 53"/>
          <p:cNvSpPr/>
          <p:nvPr/>
        </p:nvSpPr>
        <p:spPr>
          <a:xfrm>
            <a:off x="7646887" y="4689231"/>
            <a:ext cx="163104" cy="163104"/>
          </a:xfrm>
          <a:custGeom>
            <a:avLst/>
            <a:gdLst/>
            <a:ahLst/>
            <a:cxnLst/>
            <a:rect l="l" t="t" r="r" b="b"/>
            <a:pathLst>
              <a:path w="163104" h="163104">
                <a:moveTo>
                  <a:pt x="63712" y="15291"/>
                </a:moveTo>
                <a:lnTo>
                  <a:pt x="99391" y="15291"/>
                </a:lnTo>
                <a:cubicBezTo>
                  <a:pt x="100793" y="15291"/>
                  <a:pt x="101940" y="16438"/>
                  <a:pt x="101940" y="17839"/>
                </a:cubicBezTo>
                <a:lnTo>
                  <a:pt x="101940" y="30582"/>
                </a:lnTo>
                <a:lnTo>
                  <a:pt x="61164" y="30582"/>
                </a:lnTo>
                <a:lnTo>
                  <a:pt x="61164" y="17839"/>
                </a:lnTo>
                <a:cubicBezTo>
                  <a:pt x="61164" y="16438"/>
                  <a:pt x="62311" y="15291"/>
                  <a:pt x="63712" y="15291"/>
                </a:cubicBezTo>
                <a:close/>
                <a:moveTo>
                  <a:pt x="45873" y="17839"/>
                </a:moveTo>
                <a:lnTo>
                  <a:pt x="45873" y="30582"/>
                </a:lnTo>
                <a:lnTo>
                  <a:pt x="20388" y="30582"/>
                </a:lnTo>
                <a:cubicBezTo>
                  <a:pt x="9143" y="30582"/>
                  <a:pt x="0" y="39725"/>
                  <a:pt x="0" y="50970"/>
                </a:cubicBezTo>
                <a:lnTo>
                  <a:pt x="0" y="81552"/>
                </a:lnTo>
                <a:lnTo>
                  <a:pt x="163104" y="81552"/>
                </a:lnTo>
                <a:lnTo>
                  <a:pt x="163104" y="50970"/>
                </a:lnTo>
                <a:cubicBezTo>
                  <a:pt x="163104" y="39725"/>
                  <a:pt x="153961" y="30582"/>
                  <a:pt x="142716" y="30582"/>
                </a:cubicBezTo>
                <a:lnTo>
                  <a:pt x="117231" y="30582"/>
                </a:lnTo>
                <a:lnTo>
                  <a:pt x="117231" y="17839"/>
                </a:lnTo>
                <a:cubicBezTo>
                  <a:pt x="117231" y="7996"/>
                  <a:pt x="109235" y="0"/>
                  <a:pt x="99391" y="0"/>
                </a:cubicBezTo>
                <a:lnTo>
                  <a:pt x="63712" y="0"/>
                </a:lnTo>
                <a:cubicBezTo>
                  <a:pt x="53869" y="0"/>
                  <a:pt x="45873" y="7996"/>
                  <a:pt x="45873" y="17839"/>
                </a:cubicBezTo>
                <a:close/>
                <a:moveTo>
                  <a:pt x="163104" y="96843"/>
                </a:moveTo>
                <a:lnTo>
                  <a:pt x="101940" y="96843"/>
                </a:lnTo>
                <a:lnTo>
                  <a:pt x="101940" y="101940"/>
                </a:lnTo>
                <a:cubicBezTo>
                  <a:pt x="101940" y="107578"/>
                  <a:pt x="97384" y="112134"/>
                  <a:pt x="91746" y="112134"/>
                </a:cubicBezTo>
                <a:lnTo>
                  <a:pt x="71358" y="112134"/>
                </a:lnTo>
                <a:cubicBezTo>
                  <a:pt x="65719" y="112134"/>
                  <a:pt x="61164" y="107578"/>
                  <a:pt x="61164" y="101940"/>
                </a:cubicBezTo>
                <a:lnTo>
                  <a:pt x="61164" y="96843"/>
                </a:lnTo>
                <a:lnTo>
                  <a:pt x="0" y="96843"/>
                </a:lnTo>
                <a:lnTo>
                  <a:pt x="0" y="132522"/>
                </a:lnTo>
                <a:cubicBezTo>
                  <a:pt x="0" y="143767"/>
                  <a:pt x="9143" y="152910"/>
                  <a:pt x="20388" y="152910"/>
                </a:cubicBezTo>
                <a:lnTo>
                  <a:pt x="142716" y="152910"/>
                </a:lnTo>
                <a:cubicBezTo>
                  <a:pt x="153961" y="152910"/>
                  <a:pt x="163104" y="143767"/>
                  <a:pt x="163104" y="132522"/>
                </a:cubicBezTo>
                <a:lnTo>
                  <a:pt x="163104" y="9684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8022025" y="4656610"/>
            <a:ext cx="1076484" cy="228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4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Casos de Uso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549024" y="5129611"/>
            <a:ext cx="130483" cy="130483"/>
          </a:xfrm>
          <a:custGeom>
            <a:avLst/>
            <a:gdLst/>
            <a:ahLst/>
            <a:cxnLst/>
            <a:rect l="l" t="t" r="r" b="b"/>
            <a:pathLst>
              <a:path w="130483" h="130483">
                <a:moveTo>
                  <a:pt x="65241" y="130483"/>
                </a:moveTo>
                <a:cubicBezTo>
                  <a:pt x="101249" y="130483"/>
                  <a:pt x="130483" y="101249"/>
                  <a:pt x="130483" y="65241"/>
                </a:cubicBezTo>
                <a:cubicBezTo>
                  <a:pt x="130483" y="29234"/>
                  <a:pt x="101249" y="0"/>
                  <a:pt x="65241" y="0"/>
                </a:cubicBezTo>
                <a:cubicBezTo>
                  <a:pt x="29234" y="0"/>
                  <a:pt x="0" y="29234"/>
                  <a:pt x="0" y="65241"/>
                </a:cubicBezTo>
                <a:cubicBezTo>
                  <a:pt x="0" y="101249"/>
                  <a:pt x="29234" y="130483"/>
                  <a:pt x="65241" y="130483"/>
                </a:cubicBezTo>
                <a:close/>
                <a:moveTo>
                  <a:pt x="86751" y="54206"/>
                </a:moveTo>
                <a:lnTo>
                  <a:pt x="66363" y="86827"/>
                </a:lnTo>
                <a:cubicBezTo>
                  <a:pt x="65292" y="88535"/>
                  <a:pt x="63458" y="89605"/>
                  <a:pt x="61444" y="89707"/>
                </a:cubicBezTo>
                <a:cubicBezTo>
                  <a:pt x="59431" y="89809"/>
                  <a:pt x="57494" y="88892"/>
                  <a:pt x="56296" y="87260"/>
                </a:cubicBezTo>
                <a:lnTo>
                  <a:pt x="44063" y="70950"/>
                </a:lnTo>
                <a:cubicBezTo>
                  <a:pt x="42025" y="68249"/>
                  <a:pt x="42585" y="64426"/>
                  <a:pt x="45287" y="62387"/>
                </a:cubicBezTo>
                <a:cubicBezTo>
                  <a:pt x="47988" y="60348"/>
                  <a:pt x="51811" y="60909"/>
                  <a:pt x="53850" y="63610"/>
                </a:cubicBezTo>
                <a:lnTo>
                  <a:pt x="60731" y="72785"/>
                </a:lnTo>
                <a:lnTo>
                  <a:pt x="76378" y="47733"/>
                </a:lnTo>
                <a:cubicBezTo>
                  <a:pt x="78162" y="44879"/>
                  <a:pt x="81934" y="43987"/>
                  <a:pt x="84814" y="45796"/>
                </a:cubicBezTo>
                <a:cubicBezTo>
                  <a:pt x="87694" y="47606"/>
                  <a:pt x="88560" y="51352"/>
                  <a:pt x="86751" y="54232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58" name="Text 56"/>
          <p:cNvSpPr/>
          <p:nvPr/>
        </p:nvSpPr>
        <p:spPr>
          <a:xfrm>
            <a:off x="7761059" y="5096990"/>
            <a:ext cx="1500554" cy="195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7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Generación de contenido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549024" y="5390577"/>
            <a:ext cx="130483" cy="130483"/>
          </a:xfrm>
          <a:custGeom>
            <a:avLst/>
            <a:gdLst/>
            <a:ahLst/>
            <a:cxnLst/>
            <a:rect l="l" t="t" r="r" b="b"/>
            <a:pathLst>
              <a:path w="130483" h="130483">
                <a:moveTo>
                  <a:pt x="65241" y="130483"/>
                </a:moveTo>
                <a:cubicBezTo>
                  <a:pt x="101249" y="130483"/>
                  <a:pt x="130483" y="101249"/>
                  <a:pt x="130483" y="65241"/>
                </a:cubicBezTo>
                <a:cubicBezTo>
                  <a:pt x="130483" y="29234"/>
                  <a:pt x="101249" y="0"/>
                  <a:pt x="65241" y="0"/>
                </a:cubicBezTo>
                <a:cubicBezTo>
                  <a:pt x="29234" y="0"/>
                  <a:pt x="0" y="29234"/>
                  <a:pt x="0" y="65241"/>
                </a:cubicBezTo>
                <a:cubicBezTo>
                  <a:pt x="0" y="101249"/>
                  <a:pt x="29234" y="130483"/>
                  <a:pt x="65241" y="130483"/>
                </a:cubicBezTo>
                <a:close/>
                <a:moveTo>
                  <a:pt x="86751" y="54206"/>
                </a:moveTo>
                <a:lnTo>
                  <a:pt x="66363" y="86827"/>
                </a:lnTo>
                <a:cubicBezTo>
                  <a:pt x="65292" y="88535"/>
                  <a:pt x="63458" y="89605"/>
                  <a:pt x="61444" y="89707"/>
                </a:cubicBezTo>
                <a:cubicBezTo>
                  <a:pt x="59431" y="89809"/>
                  <a:pt x="57494" y="88892"/>
                  <a:pt x="56296" y="87260"/>
                </a:cubicBezTo>
                <a:lnTo>
                  <a:pt x="44063" y="70950"/>
                </a:lnTo>
                <a:cubicBezTo>
                  <a:pt x="42025" y="68249"/>
                  <a:pt x="42585" y="64426"/>
                  <a:pt x="45287" y="62387"/>
                </a:cubicBezTo>
                <a:cubicBezTo>
                  <a:pt x="47988" y="60348"/>
                  <a:pt x="51811" y="60909"/>
                  <a:pt x="53850" y="63610"/>
                </a:cubicBezTo>
                <a:lnTo>
                  <a:pt x="60731" y="72785"/>
                </a:lnTo>
                <a:lnTo>
                  <a:pt x="76378" y="47733"/>
                </a:lnTo>
                <a:cubicBezTo>
                  <a:pt x="78162" y="44879"/>
                  <a:pt x="81934" y="43987"/>
                  <a:pt x="84814" y="45796"/>
                </a:cubicBezTo>
                <a:cubicBezTo>
                  <a:pt x="87694" y="47606"/>
                  <a:pt x="88560" y="51352"/>
                  <a:pt x="86751" y="54232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60" name="Text 58"/>
          <p:cNvSpPr/>
          <p:nvPr/>
        </p:nvSpPr>
        <p:spPr>
          <a:xfrm>
            <a:off x="7761059" y="5357956"/>
            <a:ext cx="1190657" cy="195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7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Asistentes virtuales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7549024" y="5651542"/>
            <a:ext cx="130483" cy="130483"/>
          </a:xfrm>
          <a:custGeom>
            <a:avLst/>
            <a:gdLst/>
            <a:ahLst/>
            <a:cxnLst/>
            <a:rect l="l" t="t" r="r" b="b"/>
            <a:pathLst>
              <a:path w="130483" h="130483">
                <a:moveTo>
                  <a:pt x="65241" y="130483"/>
                </a:moveTo>
                <a:cubicBezTo>
                  <a:pt x="101249" y="130483"/>
                  <a:pt x="130483" y="101249"/>
                  <a:pt x="130483" y="65241"/>
                </a:cubicBezTo>
                <a:cubicBezTo>
                  <a:pt x="130483" y="29234"/>
                  <a:pt x="101249" y="0"/>
                  <a:pt x="65241" y="0"/>
                </a:cubicBezTo>
                <a:cubicBezTo>
                  <a:pt x="29234" y="0"/>
                  <a:pt x="0" y="29234"/>
                  <a:pt x="0" y="65241"/>
                </a:cubicBezTo>
                <a:cubicBezTo>
                  <a:pt x="0" y="101249"/>
                  <a:pt x="29234" y="130483"/>
                  <a:pt x="65241" y="130483"/>
                </a:cubicBezTo>
                <a:close/>
                <a:moveTo>
                  <a:pt x="86751" y="54206"/>
                </a:moveTo>
                <a:lnTo>
                  <a:pt x="66363" y="86827"/>
                </a:lnTo>
                <a:cubicBezTo>
                  <a:pt x="65292" y="88535"/>
                  <a:pt x="63458" y="89605"/>
                  <a:pt x="61444" y="89707"/>
                </a:cubicBezTo>
                <a:cubicBezTo>
                  <a:pt x="59431" y="89809"/>
                  <a:pt x="57494" y="88892"/>
                  <a:pt x="56296" y="87260"/>
                </a:cubicBezTo>
                <a:lnTo>
                  <a:pt x="44063" y="70950"/>
                </a:lnTo>
                <a:cubicBezTo>
                  <a:pt x="42025" y="68249"/>
                  <a:pt x="42585" y="64426"/>
                  <a:pt x="45287" y="62387"/>
                </a:cubicBezTo>
                <a:cubicBezTo>
                  <a:pt x="47988" y="60348"/>
                  <a:pt x="51811" y="60909"/>
                  <a:pt x="53850" y="63610"/>
                </a:cubicBezTo>
                <a:lnTo>
                  <a:pt x="60731" y="72785"/>
                </a:lnTo>
                <a:lnTo>
                  <a:pt x="76378" y="47733"/>
                </a:lnTo>
                <a:cubicBezTo>
                  <a:pt x="78162" y="44879"/>
                  <a:pt x="81934" y="43987"/>
                  <a:pt x="84814" y="45796"/>
                </a:cubicBezTo>
                <a:cubicBezTo>
                  <a:pt x="87694" y="47606"/>
                  <a:pt x="88560" y="51352"/>
                  <a:pt x="86751" y="54232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62" name="Text 60"/>
          <p:cNvSpPr/>
          <p:nvPr/>
        </p:nvSpPr>
        <p:spPr>
          <a:xfrm>
            <a:off x="7761059" y="5618922"/>
            <a:ext cx="1427157" cy="195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7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Análisis de documentos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7549024" y="5912508"/>
            <a:ext cx="130483" cy="130483"/>
          </a:xfrm>
          <a:custGeom>
            <a:avLst/>
            <a:gdLst/>
            <a:ahLst/>
            <a:cxnLst/>
            <a:rect l="l" t="t" r="r" b="b"/>
            <a:pathLst>
              <a:path w="130483" h="130483">
                <a:moveTo>
                  <a:pt x="65241" y="130483"/>
                </a:moveTo>
                <a:cubicBezTo>
                  <a:pt x="101249" y="130483"/>
                  <a:pt x="130483" y="101249"/>
                  <a:pt x="130483" y="65241"/>
                </a:cubicBezTo>
                <a:cubicBezTo>
                  <a:pt x="130483" y="29234"/>
                  <a:pt x="101249" y="0"/>
                  <a:pt x="65241" y="0"/>
                </a:cubicBezTo>
                <a:cubicBezTo>
                  <a:pt x="29234" y="0"/>
                  <a:pt x="0" y="29234"/>
                  <a:pt x="0" y="65241"/>
                </a:cubicBezTo>
                <a:cubicBezTo>
                  <a:pt x="0" y="101249"/>
                  <a:pt x="29234" y="130483"/>
                  <a:pt x="65241" y="130483"/>
                </a:cubicBezTo>
                <a:close/>
                <a:moveTo>
                  <a:pt x="86751" y="54206"/>
                </a:moveTo>
                <a:lnTo>
                  <a:pt x="66363" y="86827"/>
                </a:lnTo>
                <a:cubicBezTo>
                  <a:pt x="65292" y="88535"/>
                  <a:pt x="63458" y="89605"/>
                  <a:pt x="61444" y="89707"/>
                </a:cubicBezTo>
                <a:cubicBezTo>
                  <a:pt x="59431" y="89809"/>
                  <a:pt x="57494" y="88892"/>
                  <a:pt x="56296" y="87260"/>
                </a:cubicBezTo>
                <a:lnTo>
                  <a:pt x="44063" y="70950"/>
                </a:lnTo>
                <a:cubicBezTo>
                  <a:pt x="42025" y="68249"/>
                  <a:pt x="42585" y="64426"/>
                  <a:pt x="45287" y="62387"/>
                </a:cubicBezTo>
                <a:cubicBezTo>
                  <a:pt x="47988" y="60348"/>
                  <a:pt x="51811" y="60909"/>
                  <a:pt x="53850" y="63610"/>
                </a:cubicBezTo>
                <a:lnTo>
                  <a:pt x="60731" y="72785"/>
                </a:lnTo>
                <a:lnTo>
                  <a:pt x="76378" y="47733"/>
                </a:lnTo>
                <a:cubicBezTo>
                  <a:pt x="78162" y="44879"/>
                  <a:pt x="81934" y="43987"/>
                  <a:pt x="84814" y="45796"/>
                </a:cubicBezTo>
                <a:cubicBezTo>
                  <a:pt x="87694" y="47606"/>
                  <a:pt x="88560" y="51352"/>
                  <a:pt x="86751" y="54232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64" name="Text 62"/>
          <p:cNvSpPr/>
          <p:nvPr/>
        </p:nvSpPr>
        <p:spPr>
          <a:xfrm>
            <a:off x="7761059" y="5879888"/>
            <a:ext cx="962312" cy="195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7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Automatización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7549024" y="6173474"/>
            <a:ext cx="130483" cy="130483"/>
          </a:xfrm>
          <a:custGeom>
            <a:avLst/>
            <a:gdLst/>
            <a:ahLst/>
            <a:cxnLst/>
            <a:rect l="l" t="t" r="r" b="b"/>
            <a:pathLst>
              <a:path w="130483" h="130483">
                <a:moveTo>
                  <a:pt x="65241" y="130483"/>
                </a:moveTo>
                <a:cubicBezTo>
                  <a:pt x="101249" y="130483"/>
                  <a:pt x="130483" y="101249"/>
                  <a:pt x="130483" y="65241"/>
                </a:cubicBezTo>
                <a:cubicBezTo>
                  <a:pt x="130483" y="29234"/>
                  <a:pt x="101249" y="0"/>
                  <a:pt x="65241" y="0"/>
                </a:cubicBezTo>
                <a:cubicBezTo>
                  <a:pt x="29234" y="0"/>
                  <a:pt x="0" y="29234"/>
                  <a:pt x="0" y="65241"/>
                </a:cubicBezTo>
                <a:cubicBezTo>
                  <a:pt x="0" y="101249"/>
                  <a:pt x="29234" y="130483"/>
                  <a:pt x="65241" y="130483"/>
                </a:cubicBezTo>
                <a:close/>
                <a:moveTo>
                  <a:pt x="86751" y="54206"/>
                </a:moveTo>
                <a:lnTo>
                  <a:pt x="66363" y="86827"/>
                </a:lnTo>
                <a:cubicBezTo>
                  <a:pt x="65292" y="88535"/>
                  <a:pt x="63458" y="89605"/>
                  <a:pt x="61444" y="89707"/>
                </a:cubicBezTo>
                <a:cubicBezTo>
                  <a:pt x="59431" y="89809"/>
                  <a:pt x="57494" y="88892"/>
                  <a:pt x="56296" y="87260"/>
                </a:cubicBezTo>
                <a:lnTo>
                  <a:pt x="44063" y="70950"/>
                </a:lnTo>
                <a:cubicBezTo>
                  <a:pt x="42025" y="68249"/>
                  <a:pt x="42585" y="64426"/>
                  <a:pt x="45287" y="62387"/>
                </a:cubicBezTo>
                <a:cubicBezTo>
                  <a:pt x="47988" y="60348"/>
                  <a:pt x="51811" y="60909"/>
                  <a:pt x="53850" y="63610"/>
                </a:cubicBezTo>
                <a:lnTo>
                  <a:pt x="60731" y="72785"/>
                </a:lnTo>
                <a:lnTo>
                  <a:pt x="76378" y="47733"/>
                </a:lnTo>
                <a:cubicBezTo>
                  <a:pt x="78162" y="44879"/>
                  <a:pt x="81934" y="43987"/>
                  <a:pt x="84814" y="45796"/>
                </a:cubicBezTo>
                <a:cubicBezTo>
                  <a:pt x="87694" y="47606"/>
                  <a:pt x="88560" y="51352"/>
                  <a:pt x="86751" y="54232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66" name="Text 64"/>
          <p:cNvSpPr/>
          <p:nvPr/>
        </p:nvSpPr>
        <p:spPr>
          <a:xfrm>
            <a:off x="7761059" y="6140854"/>
            <a:ext cx="970467" cy="195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7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Personalización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992" y="341992"/>
            <a:ext cx="931927" cy="205195"/>
          </a:xfrm>
          <a:custGeom>
            <a:avLst/>
            <a:gdLst/>
            <a:ahLst/>
            <a:cxnLst/>
            <a:rect l="l" t="t" r="r" b="b"/>
            <a:pathLst>
              <a:path w="931927" h="205195">
                <a:moveTo>
                  <a:pt x="102597" y="0"/>
                </a:moveTo>
                <a:lnTo>
                  <a:pt x="829330" y="0"/>
                </a:lnTo>
                <a:cubicBezTo>
                  <a:pt x="885993" y="0"/>
                  <a:pt x="931927" y="45934"/>
                  <a:pt x="931927" y="102597"/>
                </a:cubicBezTo>
                <a:lnTo>
                  <a:pt x="931927" y="102597"/>
                </a:lnTo>
                <a:cubicBezTo>
                  <a:pt x="931927" y="159260"/>
                  <a:pt x="885993" y="205195"/>
                  <a:pt x="829330" y="205195"/>
                </a:cubicBezTo>
                <a:lnTo>
                  <a:pt x="102597" y="205195"/>
                </a:lnTo>
                <a:cubicBezTo>
                  <a:pt x="45972" y="205195"/>
                  <a:pt x="0" y="159223"/>
                  <a:pt x="0" y="102597"/>
                </a:cubicBezTo>
                <a:lnTo>
                  <a:pt x="0" y="102597"/>
                </a:lnTo>
                <a:cubicBezTo>
                  <a:pt x="0" y="45972"/>
                  <a:pt x="45972" y="0"/>
                  <a:pt x="102597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3" name="Text 1"/>
          <p:cNvSpPr/>
          <p:nvPr/>
        </p:nvSpPr>
        <p:spPr>
          <a:xfrm>
            <a:off x="341992" y="341992"/>
            <a:ext cx="983226" cy="205195"/>
          </a:xfrm>
          <a:prstGeom prst="rect">
            <a:avLst/>
          </a:prstGeom>
          <a:noFill/>
          <a:ln/>
        </p:spPr>
        <p:txBody>
          <a:bodyPr wrap="square" lIns="102597" tIns="34199" rIns="102597" bIns="34199" rtlCol="0" anchor="ctr"/>
          <a:lstStyle/>
          <a:p>
            <a:pPr>
              <a:lnSpc>
                <a:spcPct val="110000"/>
              </a:lnSpc>
            </a:pPr>
            <a:r>
              <a:rPr lang="en-US" sz="808" b="1" spc="4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SEMANAS 4-5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7585" y="359091"/>
            <a:ext cx="726732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2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9 - 20 marzo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1992" y="649784"/>
            <a:ext cx="11713212" cy="41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31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Prompt Engineering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41992" y="1128572"/>
            <a:ext cx="11593515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6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 arte de comunicarse efectivamente con modelos de IA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6266" y="1577436"/>
            <a:ext cx="5642861" cy="2573487"/>
          </a:xfrm>
          <a:custGeom>
            <a:avLst/>
            <a:gdLst/>
            <a:ahLst/>
            <a:cxnLst/>
            <a:rect l="l" t="t" r="r" b="b"/>
            <a:pathLst>
              <a:path w="5642861" h="2573487">
                <a:moveTo>
                  <a:pt x="136807" y="0"/>
                </a:moveTo>
                <a:lnTo>
                  <a:pt x="5506055" y="0"/>
                </a:lnTo>
                <a:cubicBezTo>
                  <a:pt x="5581611" y="0"/>
                  <a:pt x="5642861" y="61250"/>
                  <a:pt x="5642861" y="136807"/>
                </a:cubicBezTo>
                <a:lnTo>
                  <a:pt x="5642861" y="2436680"/>
                </a:lnTo>
                <a:cubicBezTo>
                  <a:pt x="5642861" y="2512236"/>
                  <a:pt x="5581611" y="2573487"/>
                  <a:pt x="5506055" y="2573487"/>
                </a:cubicBezTo>
                <a:lnTo>
                  <a:pt x="136807" y="2573487"/>
                </a:lnTo>
                <a:cubicBezTo>
                  <a:pt x="61250" y="2573487"/>
                  <a:pt x="0" y="2512236"/>
                  <a:pt x="0" y="2436680"/>
                </a:cubicBezTo>
                <a:lnTo>
                  <a:pt x="0" y="136807"/>
                </a:lnTo>
                <a:cubicBezTo>
                  <a:pt x="0" y="61301"/>
                  <a:pt x="61301" y="0"/>
                  <a:pt x="136807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5649" dist="8550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55736" y="1786906"/>
            <a:ext cx="410390" cy="410390"/>
          </a:xfrm>
          <a:custGeom>
            <a:avLst/>
            <a:gdLst/>
            <a:ahLst/>
            <a:cxnLst/>
            <a:rect l="l" t="t" r="r" b="b"/>
            <a:pathLst>
              <a:path w="410390" h="410390">
                <a:moveTo>
                  <a:pt x="102597" y="0"/>
                </a:moveTo>
                <a:lnTo>
                  <a:pt x="307792" y="0"/>
                </a:lnTo>
                <a:cubicBezTo>
                  <a:pt x="364418" y="0"/>
                  <a:pt x="410390" y="45972"/>
                  <a:pt x="410390" y="102597"/>
                </a:cubicBezTo>
                <a:lnTo>
                  <a:pt x="410390" y="307792"/>
                </a:lnTo>
                <a:cubicBezTo>
                  <a:pt x="410390" y="364418"/>
                  <a:pt x="364418" y="410390"/>
                  <a:pt x="307792" y="410390"/>
                </a:cubicBezTo>
                <a:lnTo>
                  <a:pt x="102597" y="410390"/>
                </a:lnTo>
                <a:cubicBezTo>
                  <a:pt x="45972" y="410390"/>
                  <a:pt x="0" y="364418"/>
                  <a:pt x="0" y="307792"/>
                </a:cubicBezTo>
                <a:lnTo>
                  <a:pt x="0" y="102597"/>
                </a:lnTo>
                <a:cubicBezTo>
                  <a:pt x="0" y="45972"/>
                  <a:pt x="45972" y="0"/>
                  <a:pt x="102597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9" name="Shape 7"/>
          <p:cNvSpPr/>
          <p:nvPr/>
        </p:nvSpPr>
        <p:spPr>
          <a:xfrm>
            <a:off x="675433" y="1906603"/>
            <a:ext cx="170996" cy="170996"/>
          </a:xfrm>
          <a:custGeom>
            <a:avLst/>
            <a:gdLst/>
            <a:ahLst/>
            <a:cxnLst/>
            <a:rect l="l" t="t" r="r" b="b"/>
            <a:pathLst>
              <a:path w="170996" h="170996">
                <a:moveTo>
                  <a:pt x="85498" y="160309"/>
                </a:moveTo>
                <a:cubicBezTo>
                  <a:pt x="132722" y="160309"/>
                  <a:pt x="170996" y="124406"/>
                  <a:pt x="170996" y="80154"/>
                </a:cubicBezTo>
                <a:cubicBezTo>
                  <a:pt x="170996" y="35902"/>
                  <a:pt x="132722" y="0"/>
                  <a:pt x="85498" y="0"/>
                </a:cubicBezTo>
                <a:cubicBezTo>
                  <a:pt x="38274" y="0"/>
                  <a:pt x="0" y="35902"/>
                  <a:pt x="0" y="80154"/>
                </a:cubicBezTo>
                <a:cubicBezTo>
                  <a:pt x="0" y="98289"/>
                  <a:pt x="6412" y="114988"/>
                  <a:pt x="17233" y="128414"/>
                </a:cubicBezTo>
                <a:lnTo>
                  <a:pt x="935" y="159240"/>
                </a:lnTo>
                <a:cubicBezTo>
                  <a:pt x="-668" y="162246"/>
                  <a:pt x="-167" y="165919"/>
                  <a:pt x="2137" y="168424"/>
                </a:cubicBezTo>
                <a:cubicBezTo>
                  <a:pt x="4442" y="170929"/>
                  <a:pt x="8082" y="171697"/>
                  <a:pt x="11188" y="170361"/>
                </a:cubicBezTo>
                <a:lnTo>
                  <a:pt x="50731" y="153429"/>
                </a:lnTo>
                <a:cubicBezTo>
                  <a:pt x="61351" y="157837"/>
                  <a:pt x="73107" y="160309"/>
                  <a:pt x="85498" y="160309"/>
                </a:cubicBezTo>
                <a:close/>
                <a:moveTo>
                  <a:pt x="42749" y="69467"/>
                </a:moveTo>
                <a:cubicBezTo>
                  <a:pt x="48647" y="69467"/>
                  <a:pt x="53436" y="74256"/>
                  <a:pt x="53436" y="80154"/>
                </a:cubicBezTo>
                <a:cubicBezTo>
                  <a:pt x="53436" y="86053"/>
                  <a:pt x="48647" y="90842"/>
                  <a:pt x="42749" y="90842"/>
                </a:cubicBezTo>
                <a:cubicBezTo>
                  <a:pt x="36851" y="90842"/>
                  <a:pt x="32062" y="86053"/>
                  <a:pt x="32062" y="80154"/>
                </a:cubicBezTo>
                <a:cubicBezTo>
                  <a:pt x="32062" y="74256"/>
                  <a:pt x="36851" y="69467"/>
                  <a:pt x="42749" y="69467"/>
                </a:cubicBezTo>
                <a:close/>
                <a:moveTo>
                  <a:pt x="85498" y="69467"/>
                </a:moveTo>
                <a:cubicBezTo>
                  <a:pt x="91396" y="69467"/>
                  <a:pt x="96185" y="74256"/>
                  <a:pt x="96185" y="80154"/>
                </a:cubicBezTo>
                <a:cubicBezTo>
                  <a:pt x="96185" y="86053"/>
                  <a:pt x="91396" y="90842"/>
                  <a:pt x="85498" y="90842"/>
                </a:cubicBezTo>
                <a:cubicBezTo>
                  <a:pt x="79599" y="90842"/>
                  <a:pt x="74811" y="86053"/>
                  <a:pt x="74811" y="80154"/>
                </a:cubicBezTo>
                <a:cubicBezTo>
                  <a:pt x="74811" y="74256"/>
                  <a:pt x="79599" y="69467"/>
                  <a:pt x="85498" y="69467"/>
                </a:cubicBezTo>
                <a:close/>
                <a:moveTo>
                  <a:pt x="117560" y="80154"/>
                </a:moveTo>
                <a:cubicBezTo>
                  <a:pt x="117560" y="74256"/>
                  <a:pt x="122348" y="69467"/>
                  <a:pt x="128247" y="69467"/>
                </a:cubicBezTo>
                <a:cubicBezTo>
                  <a:pt x="134145" y="69467"/>
                  <a:pt x="138934" y="74256"/>
                  <a:pt x="138934" y="80154"/>
                </a:cubicBezTo>
                <a:cubicBezTo>
                  <a:pt x="138934" y="86053"/>
                  <a:pt x="134145" y="90842"/>
                  <a:pt x="128247" y="90842"/>
                </a:cubicBezTo>
                <a:cubicBezTo>
                  <a:pt x="122348" y="90842"/>
                  <a:pt x="117560" y="86053"/>
                  <a:pt x="117560" y="8015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68724" y="1855304"/>
            <a:ext cx="1898053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6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Conceptos Básicos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55736" y="2334093"/>
            <a:ext cx="5223921" cy="752381"/>
          </a:xfrm>
          <a:custGeom>
            <a:avLst/>
            <a:gdLst/>
            <a:ahLst/>
            <a:cxnLst/>
            <a:rect l="l" t="t" r="r" b="b"/>
            <a:pathLst>
              <a:path w="5223921" h="752381">
                <a:moveTo>
                  <a:pt x="102595" y="0"/>
                </a:moveTo>
                <a:lnTo>
                  <a:pt x="5121327" y="0"/>
                </a:lnTo>
                <a:cubicBezTo>
                  <a:pt x="5177988" y="0"/>
                  <a:pt x="5223921" y="45933"/>
                  <a:pt x="5223921" y="102595"/>
                </a:cubicBezTo>
                <a:lnTo>
                  <a:pt x="5223921" y="649787"/>
                </a:lnTo>
                <a:cubicBezTo>
                  <a:pt x="5223921" y="706410"/>
                  <a:pt x="5177950" y="752381"/>
                  <a:pt x="5121327" y="752381"/>
                </a:cubicBezTo>
                <a:lnTo>
                  <a:pt x="102595" y="752381"/>
                </a:lnTo>
                <a:cubicBezTo>
                  <a:pt x="45933" y="752381"/>
                  <a:pt x="0" y="706448"/>
                  <a:pt x="0" y="649787"/>
                </a:cubicBezTo>
                <a:lnTo>
                  <a:pt x="0" y="102595"/>
                </a:lnTo>
                <a:cubicBezTo>
                  <a:pt x="0" y="45971"/>
                  <a:pt x="45971" y="0"/>
                  <a:pt x="102595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692533" y="2470889"/>
            <a:ext cx="5018727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¿Qué es un Prompt?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2533" y="2744482"/>
            <a:ext cx="5018727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Instrucción o entrada que guía al modelo para generar una respuesta específica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5736" y="3189072"/>
            <a:ext cx="5223921" cy="752381"/>
          </a:xfrm>
          <a:custGeom>
            <a:avLst/>
            <a:gdLst/>
            <a:ahLst/>
            <a:cxnLst/>
            <a:rect l="l" t="t" r="r" b="b"/>
            <a:pathLst>
              <a:path w="5223921" h="752381">
                <a:moveTo>
                  <a:pt x="102595" y="0"/>
                </a:moveTo>
                <a:lnTo>
                  <a:pt x="5121327" y="0"/>
                </a:lnTo>
                <a:cubicBezTo>
                  <a:pt x="5177988" y="0"/>
                  <a:pt x="5223921" y="45933"/>
                  <a:pt x="5223921" y="102595"/>
                </a:cubicBezTo>
                <a:lnTo>
                  <a:pt x="5223921" y="649787"/>
                </a:lnTo>
                <a:cubicBezTo>
                  <a:pt x="5223921" y="706410"/>
                  <a:pt x="5177950" y="752381"/>
                  <a:pt x="5121327" y="752381"/>
                </a:cubicBezTo>
                <a:lnTo>
                  <a:pt x="102595" y="752381"/>
                </a:lnTo>
                <a:cubicBezTo>
                  <a:pt x="45933" y="752381"/>
                  <a:pt x="0" y="706448"/>
                  <a:pt x="0" y="649787"/>
                </a:cubicBezTo>
                <a:lnTo>
                  <a:pt x="0" y="102595"/>
                </a:lnTo>
                <a:cubicBezTo>
                  <a:pt x="0" y="45971"/>
                  <a:pt x="45971" y="0"/>
                  <a:pt x="102595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5" name="Text 13"/>
          <p:cNvSpPr/>
          <p:nvPr/>
        </p:nvSpPr>
        <p:spPr>
          <a:xfrm>
            <a:off x="692533" y="3325868"/>
            <a:ext cx="5018727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Prompts Efectivos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2533" y="3599461"/>
            <a:ext cx="5018727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Claridad, contexto, ejemplos, restricciones y formato de salida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46266" y="4330468"/>
            <a:ext cx="5642861" cy="2522188"/>
          </a:xfrm>
          <a:custGeom>
            <a:avLst/>
            <a:gdLst/>
            <a:ahLst/>
            <a:cxnLst/>
            <a:rect l="l" t="t" r="r" b="b"/>
            <a:pathLst>
              <a:path w="5642861" h="2522188">
                <a:moveTo>
                  <a:pt x="136803" y="0"/>
                </a:moveTo>
                <a:lnTo>
                  <a:pt x="5506058" y="0"/>
                </a:lnTo>
                <a:cubicBezTo>
                  <a:pt x="5581612" y="0"/>
                  <a:pt x="5642861" y="61249"/>
                  <a:pt x="5642861" y="136803"/>
                </a:cubicBezTo>
                <a:lnTo>
                  <a:pt x="5642861" y="2385384"/>
                </a:lnTo>
                <a:cubicBezTo>
                  <a:pt x="5642861" y="2460939"/>
                  <a:pt x="5581612" y="2522188"/>
                  <a:pt x="5506058" y="2522188"/>
                </a:cubicBezTo>
                <a:lnTo>
                  <a:pt x="136803" y="2522188"/>
                </a:lnTo>
                <a:cubicBezTo>
                  <a:pt x="61249" y="2522188"/>
                  <a:pt x="0" y="2460939"/>
                  <a:pt x="0" y="2385384"/>
                </a:cubicBezTo>
                <a:lnTo>
                  <a:pt x="0" y="136803"/>
                </a:lnTo>
                <a:cubicBezTo>
                  <a:pt x="0" y="61300"/>
                  <a:pt x="61300" y="0"/>
                  <a:pt x="13680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5649" dist="8550" dir="540000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5736" y="4539938"/>
            <a:ext cx="410390" cy="410390"/>
          </a:xfrm>
          <a:custGeom>
            <a:avLst/>
            <a:gdLst/>
            <a:ahLst/>
            <a:cxnLst/>
            <a:rect l="l" t="t" r="r" b="b"/>
            <a:pathLst>
              <a:path w="410390" h="410390">
                <a:moveTo>
                  <a:pt x="102597" y="0"/>
                </a:moveTo>
                <a:lnTo>
                  <a:pt x="307792" y="0"/>
                </a:lnTo>
                <a:cubicBezTo>
                  <a:pt x="364418" y="0"/>
                  <a:pt x="410390" y="45972"/>
                  <a:pt x="410390" y="102597"/>
                </a:cubicBezTo>
                <a:lnTo>
                  <a:pt x="410390" y="307792"/>
                </a:lnTo>
                <a:cubicBezTo>
                  <a:pt x="410390" y="364418"/>
                  <a:pt x="364418" y="410390"/>
                  <a:pt x="307792" y="410390"/>
                </a:cubicBezTo>
                <a:lnTo>
                  <a:pt x="102597" y="410390"/>
                </a:lnTo>
                <a:cubicBezTo>
                  <a:pt x="45972" y="410390"/>
                  <a:pt x="0" y="364418"/>
                  <a:pt x="0" y="307792"/>
                </a:cubicBezTo>
                <a:lnTo>
                  <a:pt x="0" y="102597"/>
                </a:lnTo>
                <a:cubicBezTo>
                  <a:pt x="0" y="45972"/>
                  <a:pt x="45972" y="0"/>
                  <a:pt x="102597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19" name="Shape 17"/>
          <p:cNvSpPr/>
          <p:nvPr/>
        </p:nvSpPr>
        <p:spPr>
          <a:xfrm>
            <a:off x="675433" y="4659635"/>
            <a:ext cx="170996" cy="170996"/>
          </a:xfrm>
          <a:custGeom>
            <a:avLst/>
            <a:gdLst/>
            <a:ahLst/>
            <a:cxnLst/>
            <a:rect l="l" t="t" r="r" b="b"/>
            <a:pathLst>
              <a:path w="170996" h="170996">
                <a:moveTo>
                  <a:pt x="77649" y="1737"/>
                </a:moveTo>
                <a:cubicBezTo>
                  <a:pt x="82626" y="-568"/>
                  <a:pt x="88370" y="-568"/>
                  <a:pt x="93346" y="1737"/>
                </a:cubicBezTo>
                <a:lnTo>
                  <a:pt x="166354" y="35468"/>
                </a:lnTo>
                <a:cubicBezTo>
                  <a:pt x="169192" y="36771"/>
                  <a:pt x="170996" y="39610"/>
                  <a:pt x="170996" y="42749"/>
                </a:cubicBezTo>
                <a:cubicBezTo>
                  <a:pt x="170996" y="45888"/>
                  <a:pt x="169192" y="48727"/>
                  <a:pt x="166354" y="50030"/>
                </a:cubicBezTo>
                <a:lnTo>
                  <a:pt x="93346" y="83761"/>
                </a:lnTo>
                <a:cubicBezTo>
                  <a:pt x="88370" y="86066"/>
                  <a:pt x="82626" y="86066"/>
                  <a:pt x="77649" y="83761"/>
                </a:cubicBezTo>
                <a:lnTo>
                  <a:pt x="4642" y="50030"/>
                </a:lnTo>
                <a:cubicBezTo>
                  <a:pt x="1803" y="48694"/>
                  <a:pt x="0" y="45855"/>
                  <a:pt x="0" y="42749"/>
                </a:cubicBezTo>
                <a:cubicBezTo>
                  <a:pt x="0" y="39643"/>
                  <a:pt x="1803" y="36771"/>
                  <a:pt x="4642" y="35468"/>
                </a:cubicBezTo>
                <a:lnTo>
                  <a:pt x="77649" y="1737"/>
                </a:lnTo>
                <a:close/>
                <a:moveTo>
                  <a:pt x="16064" y="72940"/>
                </a:moveTo>
                <a:lnTo>
                  <a:pt x="70937" y="98289"/>
                </a:lnTo>
                <a:cubicBezTo>
                  <a:pt x="80188" y="102564"/>
                  <a:pt x="90842" y="102564"/>
                  <a:pt x="100093" y="98289"/>
                </a:cubicBezTo>
                <a:lnTo>
                  <a:pt x="154965" y="72940"/>
                </a:lnTo>
                <a:lnTo>
                  <a:pt x="166354" y="78217"/>
                </a:lnTo>
                <a:cubicBezTo>
                  <a:pt x="169192" y="79520"/>
                  <a:pt x="170996" y="82359"/>
                  <a:pt x="170996" y="85498"/>
                </a:cubicBezTo>
                <a:cubicBezTo>
                  <a:pt x="170996" y="88637"/>
                  <a:pt x="169192" y="91476"/>
                  <a:pt x="166354" y="92779"/>
                </a:cubicBezTo>
                <a:lnTo>
                  <a:pt x="93346" y="126510"/>
                </a:lnTo>
                <a:cubicBezTo>
                  <a:pt x="88370" y="128815"/>
                  <a:pt x="82626" y="128815"/>
                  <a:pt x="77649" y="126510"/>
                </a:cubicBezTo>
                <a:lnTo>
                  <a:pt x="4642" y="92779"/>
                </a:lnTo>
                <a:cubicBezTo>
                  <a:pt x="1803" y="91443"/>
                  <a:pt x="0" y="88604"/>
                  <a:pt x="0" y="85498"/>
                </a:cubicBezTo>
                <a:cubicBezTo>
                  <a:pt x="0" y="82392"/>
                  <a:pt x="1803" y="79520"/>
                  <a:pt x="4642" y="78217"/>
                </a:cubicBezTo>
                <a:lnTo>
                  <a:pt x="16031" y="72940"/>
                </a:lnTo>
                <a:close/>
                <a:moveTo>
                  <a:pt x="4642" y="120966"/>
                </a:moveTo>
                <a:lnTo>
                  <a:pt x="16031" y="115689"/>
                </a:lnTo>
                <a:lnTo>
                  <a:pt x="70903" y="141038"/>
                </a:lnTo>
                <a:cubicBezTo>
                  <a:pt x="80154" y="145313"/>
                  <a:pt x="90808" y="145313"/>
                  <a:pt x="100059" y="141038"/>
                </a:cubicBezTo>
                <a:lnTo>
                  <a:pt x="154932" y="115689"/>
                </a:lnTo>
                <a:lnTo>
                  <a:pt x="166320" y="120966"/>
                </a:lnTo>
                <a:cubicBezTo>
                  <a:pt x="169159" y="122269"/>
                  <a:pt x="170962" y="125107"/>
                  <a:pt x="170962" y="128247"/>
                </a:cubicBezTo>
                <a:cubicBezTo>
                  <a:pt x="170962" y="131386"/>
                  <a:pt x="169159" y="134225"/>
                  <a:pt x="166320" y="135528"/>
                </a:cubicBezTo>
                <a:lnTo>
                  <a:pt x="93313" y="169259"/>
                </a:lnTo>
                <a:cubicBezTo>
                  <a:pt x="88337" y="171564"/>
                  <a:pt x="82592" y="171564"/>
                  <a:pt x="77616" y="169259"/>
                </a:cubicBezTo>
                <a:lnTo>
                  <a:pt x="4642" y="135528"/>
                </a:lnTo>
                <a:cubicBezTo>
                  <a:pt x="1803" y="134192"/>
                  <a:pt x="0" y="131353"/>
                  <a:pt x="0" y="128247"/>
                </a:cubicBezTo>
                <a:cubicBezTo>
                  <a:pt x="0" y="125141"/>
                  <a:pt x="1803" y="122269"/>
                  <a:pt x="4642" y="12096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068724" y="4608337"/>
            <a:ext cx="1727058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6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Tipos de Prompts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55736" y="5087125"/>
            <a:ext cx="2556387" cy="512987"/>
          </a:xfrm>
          <a:custGeom>
            <a:avLst/>
            <a:gdLst/>
            <a:ahLst/>
            <a:cxnLst/>
            <a:rect l="l" t="t" r="r" b="b"/>
            <a:pathLst>
              <a:path w="2556387" h="512987">
                <a:moveTo>
                  <a:pt x="102597" y="0"/>
                </a:moveTo>
                <a:lnTo>
                  <a:pt x="2453790" y="0"/>
                </a:lnTo>
                <a:cubicBezTo>
                  <a:pt x="2510453" y="0"/>
                  <a:pt x="2556387" y="45934"/>
                  <a:pt x="2556387" y="102597"/>
                </a:cubicBezTo>
                <a:lnTo>
                  <a:pt x="2556387" y="410390"/>
                </a:lnTo>
                <a:cubicBezTo>
                  <a:pt x="2556387" y="467053"/>
                  <a:pt x="2510453" y="512987"/>
                  <a:pt x="2453790" y="512987"/>
                </a:cubicBezTo>
                <a:lnTo>
                  <a:pt x="102597" y="512987"/>
                </a:lnTo>
                <a:cubicBezTo>
                  <a:pt x="45934" y="512987"/>
                  <a:pt x="0" y="467053"/>
                  <a:pt x="0" y="410390"/>
                </a:cubicBezTo>
                <a:lnTo>
                  <a:pt x="0" y="102597"/>
                </a:lnTo>
                <a:cubicBezTo>
                  <a:pt x="0" y="45972"/>
                  <a:pt x="45972" y="0"/>
                  <a:pt x="102597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34" y="5189722"/>
            <a:ext cx="2411041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2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Zero-shot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8334" y="5360718"/>
            <a:ext cx="2402491" cy="136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8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 ejemplos previos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218461" y="5087125"/>
            <a:ext cx="2556387" cy="512987"/>
          </a:xfrm>
          <a:custGeom>
            <a:avLst/>
            <a:gdLst/>
            <a:ahLst/>
            <a:cxnLst/>
            <a:rect l="l" t="t" r="r" b="b"/>
            <a:pathLst>
              <a:path w="2556387" h="512987">
                <a:moveTo>
                  <a:pt x="102597" y="0"/>
                </a:moveTo>
                <a:lnTo>
                  <a:pt x="2453790" y="0"/>
                </a:lnTo>
                <a:cubicBezTo>
                  <a:pt x="2510453" y="0"/>
                  <a:pt x="2556387" y="45934"/>
                  <a:pt x="2556387" y="102597"/>
                </a:cubicBezTo>
                <a:lnTo>
                  <a:pt x="2556387" y="410390"/>
                </a:lnTo>
                <a:cubicBezTo>
                  <a:pt x="2556387" y="467053"/>
                  <a:pt x="2510453" y="512987"/>
                  <a:pt x="2453790" y="512987"/>
                </a:cubicBezTo>
                <a:lnTo>
                  <a:pt x="102597" y="512987"/>
                </a:lnTo>
                <a:cubicBezTo>
                  <a:pt x="45934" y="512987"/>
                  <a:pt x="0" y="467053"/>
                  <a:pt x="0" y="410390"/>
                </a:cubicBezTo>
                <a:lnTo>
                  <a:pt x="0" y="102597"/>
                </a:lnTo>
                <a:cubicBezTo>
                  <a:pt x="0" y="45972"/>
                  <a:pt x="45972" y="0"/>
                  <a:pt x="102597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5" name="Text 23"/>
          <p:cNvSpPr/>
          <p:nvPr/>
        </p:nvSpPr>
        <p:spPr>
          <a:xfrm>
            <a:off x="3321059" y="5189722"/>
            <a:ext cx="2411041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2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Few-shot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321059" y="5360718"/>
            <a:ext cx="2402491" cy="136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8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 ejemplos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55736" y="5702710"/>
            <a:ext cx="2556387" cy="512987"/>
          </a:xfrm>
          <a:custGeom>
            <a:avLst/>
            <a:gdLst/>
            <a:ahLst/>
            <a:cxnLst/>
            <a:rect l="l" t="t" r="r" b="b"/>
            <a:pathLst>
              <a:path w="2556387" h="512987">
                <a:moveTo>
                  <a:pt x="102597" y="0"/>
                </a:moveTo>
                <a:lnTo>
                  <a:pt x="2453790" y="0"/>
                </a:lnTo>
                <a:cubicBezTo>
                  <a:pt x="2510453" y="0"/>
                  <a:pt x="2556387" y="45934"/>
                  <a:pt x="2556387" y="102597"/>
                </a:cubicBezTo>
                <a:lnTo>
                  <a:pt x="2556387" y="410390"/>
                </a:lnTo>
                <a:cubicBezTo>
                  <a:pt x="2556387" y="467053"/>
                  <a:pt x="2510453" y="512987"/>
                  <a:pt x="2453790" y="512987"/>
                </a:cubicBezTo>
                <a:lnTo>
                  <a:pt x="102597" y="512987"/>
                </a:lnTo>
                <a:cubicBezTo>
                  <a:pt x="45934" y="512987"/>
                  <a:pt x="0" y="467053"/>
                  <a:pt x="0" y="410390"/>
                </a:cubicBezTo>
                <a:lnTo>
                  <a:pt x="0" y="102597"/>
                </a:lnTo>
                <a:cubicBezTo>
                  <a:pt x="0" y="45972"/>
                  <a:pt x="45972" y="0"/>
                  <a:pt x="102597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34" y="5805307"/>
            <a:ext cx="2411041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2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8334" y="5976303"/>
            <a:ext cx="2402491" cy="136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8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Configuración base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218461" y="5702710"/>
            <a:ext cx="2556387" cy="512987"/>
          </a:xfrm>
          <a:custGeom>
            <a:avLst/>
            <a:gdLst/>
            <a:ahLst/>
            <a:cxnLst/>
            <a:rect l="l" t="t" r="r" b="b"/>
            <a:pathLst>
              <a:path w="2556387" h="512987">
                <a:moveTo>
                  <a:pt x="102597" y="0"/>
                </a:moveTo>
                <a:lnTo>
                  <a:pt x="2453790" y="0"/>
                </a:lnTo>
                <a:cubicBezTo>
                  <a:pt x="2510453" y="0"/>
                  <a:pt x="2556387" y="45934"/>
                  <a:pt x="2556387" y="102597"/>
                </a:cubicBezTo>
                <a:lnTo>
                  <a:pt x="2556387" y="410390"/>
                </a:lnTo>
                <a:cubicBezTo>
                  <a:pt x="2556387" y="467053"/>
                  <a:pt x="2510453" y="512987"/>
                  <a:pt x="2453790" y="512987"/>
                </a:cubicBezTo>
                <a:lnTo>
                  <a:pt x="102597" y="512987"/>
                </a:lnTo>
                <a:cubicBezTo>
                  <a:pt x="45934" y="512987"/>
                  <a:pt x="0" y="467053"/>
                  <a:pt x="0" y="410390"/>
                </a:cubicBezTo>
                <a:lnTo>
                  <a:pt x="0" y="102597"/>
                </a:lnTo>
                <a:cubicBezTo>
                  <a:pt x="0" y="45972"/>
                  <a:pt x="45972" y="0"/>
                  <a:pt x="102597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31" name="Text 29"/>
          <p:cNvSpPr/>
          <p:nvPr/>
        </p:nvSpPr>
        <p:spPr>
          <a:xfrm>
            <a:off x="3321059" y="5805307"/>
            <a:ext cx="2411041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2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Role-based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321059" y="5976303"/>
            <a:ext cx="2402491" cy="136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8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Asignación de rol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97529" y="1573161"/>
            <a:ext cx="5651411" cy="2838530"/>
          </a:xfrm>
          <a:custGeom>
            <a:avLst/>
            <a:gdLst/>
            <a:ahLst/>
            <a:cxnLst/>
            <a:rect l="l" t="t" r="r" b="b"/>
            <a:pathLst>
              <a:path w="5651411" h="2838530">
                <a:moveTo>
                  <a:pt x="136789" y="0"/>
                </a:moveTo>
                <a:lnTo>
                  <a:pt x="5514622" y="0"/>
                </a:lnTo>
                <a:cubicBezTo>
                  <a:pt x="5590169" y="0"/>
                  <a:pt x="5651411" y="61242"/>
                  <a:pt x="5651411" y="136789"/>
                </a:cubicBezTo>
                <a:lnTo>
                  <a:pt x="5651411" y="2701741"/>
                </a:lnTo>
                <a:cubicBezTo>
                  <a:pt x="5651411" y="2777288"/>
                  <a:pt x="5590169" y="2838530"/>
                  <a:pt x="5514622" y="2838530"/>
                </a:cubicBezTo>
                <a:lnTo>
                  <a:pt x="136789" y="2838530"/>
                </a:lnTo>
                <a:cubicBezTo>
                  <a:pt x="61242" y="2838530"/>
                  <a:pt x="0" y="2777288"/>
                  <a:pt x="0" y="2701741"/>
                </a:cubicBezTo>
                <a:lnTo>
                  <a:pt x="0" y="136789"/>
                </a:lnTo>
                <a:cubicBezTo>
                  <a:pt x="0" y="61242"/>
                  <a:pt x="61242" y="0"/>
                  <a:pt x="136789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/>
              </a:gs>
              <a:gs pos="100000">
                <a:srgbClr val="0071E3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34" name="Shape 32"/>
          <p:cNvSpPr/>
          <p:nvPr/>
        </p:nvSpPr>
        <p:spPr>
          <a:xfrm>
            <a:off x="6428373" y="1795456"/>
            <a:ext cx="205195" cy="205195"/>
          </a:xfrm>
          <a:custGeom>
            <a:avLst/>
            <a:gdLst/>
            <a:ahLst/>
            <a:cxnLst/>
            <a:rect l="l" t="t" r="r" b="b"/>
            <a:pathLst>
              <a:path w="205195" h="205195">
                <a:moveTo>
                  <a:pt x="48093" y="22443"/>
                </a:moveTo>
                <a:cubicBezTo>
                  <a:pt x="48093" y="10059"/>
                  <a:pt x="58152" y="0"/>
                  <a:pt x="70536" y="0"/>
                </a:cubicBezTo>
                <a:lnTo>
                  <a:pt x="80154" y="0"/>
                </a:lnTo>
                <a:cubicBezTo>
                  <a:pt x="87248" y="0"/>
                  <a:pt x="92979" y="5731"/>
                  <a:pt x="92979" y="12825"/>
                </a:cubicBezTo>
                <a:lnTo>
                  <a:pt x="92979" y="192370"/>
                </a:lnTo>
                <a:cubicBezTo>
                  <a:pt x="92979" y="199464"/>
                  <a:pt x="87248" y="205195"/>
                  <a:pt x="80154" y="205195"/>
                </a:cubicBezTo>
                <a:lnTo>
                  <a:pt x="67330" y="205195"/>
                </a:lnTo>
                <a:cubicBezTo>
                  <a:pt x="55387" y="205195"/>
                  <a:pt x="45327" y="197019"/>
                  <a:pt x="42482" y="185958"/>
                </a:cubicBezTo>
                <a:cubicBezTo>
                  <a:pt x="42201" y="185958"/>
                  <a:pt x="41961" y="185958"/>
                  <a:pt x="41680" y="185958"/>
                </a:cubicBezTo>
                <a:cubicBezTo>
                  <a:pt x="23966" y="185958"/>
                  <a:pt x="9619" y="171610"/>
                  <a:pt x="9619" y="153896"/>
                </a:cubicBezTo>
                <a:cubicBezTo>
                  <a:pt x="9619" y="146682"/>
                  <a:pt x="12023" y="140030"/>
                  <a:pt x="16031" y="134659"/>
                </a:cubicBezTo>
                <a:cubicBezTo>
                  <a:pt x="8256" y="128808"/>
                  <a:pt x="3206" y="119510"/>
                  <a:pt x="3206" y="109010"/>
                </a:cubicBezTo>
                <a:cubicBezTo>
                  <a:pt x="3206" y="96626"/>
                  <a:pt x="10260" y="85845"/>
                  <a:pt x="20519" y="80515"/>
                </a:cubicBezTo>
                <a:cubicBezTo>
                  <a:pt x="17674" y="75706"/>
                  <a:pt x="16031" y="70095"/>
                  <a:pt x="16031" y="64123"/>
                </a:cubicBezTo>
                <a:cubicBezTo>
                  <a:pt x="16031" y="46409"/>
                  <a:pt x="30378" y="32062"/>
                  <a:pt x="48093" y="32062"/>
                </a:cubicBezTo>
                <a:lnTo>
                  <a:pt x="48093" y="22443"/>
                </a:lnTo>
                <a:close/>
                <a:moveTo>
                  <a:pt x="157102" y="22443"/>
                </a:moveTo>
                <a:lnTo>
                  <a:pt x="157102" y="32062"/>
                </a:lnTo>
                <a:cubicBezTo>
                  <a:pt x="174816" y="32062"/>
                  <a:pt x="189164" y="46409"/>
                  <a:pt x="189164" y="64123"/>
                </a:cubicBezTo>
                <a:cubicBezTo>
                  <a:pt x="189164" y="70135"/>
                  <a:pt x="187521" y="75746"/>
                  <a:pt x="184675" y="80515"/>
                </a:cubicBezTo>
                <a:cubicBezTo>
                  <a:pt x="194975" y="85845"/>
                  <a:pt x="201989" y="96586"/>
                  <a:pt x="201989" y="109010"/>
                </a:cubicBezTo>
                <a:cubicBezTo>
                  <a:pt x="201989" y="119510"/>
                  <a:pt x="196939" y="128808"/>
                  <a:pt x="189164" y="134659"/>
                </a:cubicBezTo>
                <a:cubicBezTo>
                  <a:pt x="193172" y="140030"/>
                  <a:pt x="195576" y="146682"/>
                  <a:pt x="195576" y="153896"/>
                </a:cubicBezTo>
                <a:cubicBezTo>
                  <a:pt x="195576" y="171610"/>
                  <a:pt x="181229" y="185958"/>
                  <a:pt x="163515" y="185958"/>
                </a:cubicBezTo>
                <a:cubicBezTo>
                  <a:pt x="163234" y="185958"/>
                  <a:pt x="162994" y="185958"/>
                  <a:pt x="162713" y="185958"/>
                </a:cubicBezTo>
                <a:cubicBezTo>
                  <a:pt x="159868" y="197019"/>
                  <a:pt x="149808" y="205195"/>
                  <a:pt x="137865" y="205195"/>
                </a:cubicBezTo>
                <a:lnTo>
                  <a:pt x="125041" y="205195"/>
                </a:lnTo>
                <a:cubicBezTo>
                  <a:pt x="117947" y="205195"/>
                  <a:pt x="112216" y="199464"/>
                  <a:pt x="112216" y="192370"/>
                </a:cubicBezTo>
                <a:lnTo>
                  <a:pt x="112216" y="12825"/>
                </a:lnTo>
                <a:cubicBezTo>
                  <a:pt x="112216" y="5731"/>
                  <a:pt x="117947" y="0"/>
                  <a:pt x="125041" y="0"/>
                </a:cubicBezTo>
                <a:lnTo>
                  <a:pt x="134659" y="0"/>
                </a:lnTo>
                <a:cubicBezTo>
                  <a:pt x="147043" y="0"/>
                  <a:pt x="157102" y="10059"/>
                  <a:pt x="157102" y="2244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6761815" y="1778356"/>
            <a:ext cx="1658659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6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Técnicas Avanzadas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02724" y="2154547"/>
            <a:ext cx="5241021" cy="615585"/>
          </a:xfrm>
          <a:custGeom>
            <a:avLst/>
            <a:gdLst/>
            <a:ahLst/>
            <a:cxnLst/>
            <a:rect l="l" t="t" r="r" b="b"/>
            <a:pathLst>
              <a:path w="5241021" h="615585">
                <a:moveTo>
                  <a:pt x="102600" y="0"/>
                </a:moveTo>
                <a:lnTo>
                  <a:pt x="5138422" y="0"/>
                </a:lnTo>
                <a:cubicBezTo>
                  <a:pt x="5195086" y="0"/>
                  <a:pt x="5241021" y="45935"/>
                  <a:pt x="5241021" y="102600"/>
                </a:cubicBezTo>
                <a:lnTo>
                  <a:pt x="5241021" y="512985"/>
                </a:lnTo>
                <a:cubicBezTo>
                  <a:pt x="5241021" y="569649"/>
                  <a:pt x="5195086" y="615585"/>
                  <a:pt x="5138422" y="615585"/>
                </a:cubicBezTo>
                <a:lnTo>
                  <a:pt x="102600" y="615585"/>
                </a:lnTo>
                <a:cubicBezTo>
                  <a:pt x="45935" y="615585"/>
                  <a:pt x="0" y="569649"/>
                  <a:pt x="0" y="512985"/>
                </a:cubicBezTo>
                <a:lnTo>
                  <a:pt x="0" y="102600"/>
                </a:lnTo>
                <a:cubicBezTo>
                  <a:pt x="0" y="45973"/>
                  <a:pt x="45973" y="0"/>
                  <a:pt x="1026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505321" y="2257144"/>
            <a:ext cx="5104224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Chain-of-Thought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05321" y="2496539"/>
            <a:ext cx="5095675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2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Razonamiento paso a paso para problemas complejos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02724" y="2872729"/>
            <a:ext cx="5241021" cy="615585"/>
          </a:xfrm>
          <a:custGeom>
            <a:avLst/>
            <a:gdLst/>
            <a:ahLst/>
            <a:cxnLst/>
            <a:rect l="l" t="t" r="r" b="b"/>
            <a:pathLst>
              <a:path w="5241021" h="615585">
                <a:moveTo>
                  <a:pt x="102600" y="0"/>
                </a:moveTo>
                <a:lnTo>
                  <a:pt x="5138422" y="0"/>
                </a:lnTo>
                <a:cubicBezTo>
                  <a:pt x="5195086" y="0"/>
                  <a:pt x="5241021" y="45935"/>
                  <a:pt x="5241021" y="102600"/>
                </a:cubicBezTo>
                <a:lnTo>
                  <a:pt x="5241021" y="512985"/>
                </a:lnTo>
                <a:cubicBezTo>
                  <a:pt x="5241021" y="569649"/>
                  <a:pt x="5195086" y="615585"/>
                  <a:pt x="5138422" y="615585"/>
                </a:cubicBezTo>
                <a:lnTo>
                  <a:pt x="102600" y="615585"/>
                </a:lnTo>
                <a:cubicBezTo>
                  <a:pt x="45935" y="615585"/>
                  <a:pt x="0" y="569649"/>
                  <a:pt x="0" y="512985"/>
                </a:cubicBezTo>
                <a:lnTo>
                  <a:pt x="0" y="102600"/>
                </a:lnTo>
                <a:cubicBezTo>
                  <a:pt x="0" y="45973"/>
                  <a:pt x="45973" y="0"/>
                  <a:pt x="1026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505321" y="2975327"/>
            <a:ext cx="5104224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Prompts Estructurados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05321" y="3214721"/>
            <a:ext cx="5095675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2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Formato consistente con secciones definidas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02724" y="3590912"/>
            <a:ext cx="5241021" cy="615585"/>
          </a:xfrm>
          <a:custGeom>
            <a:avLst/>
            <a:gdLst/>
            <a:ahLst/>
            <a:cxnLst/>
            <a:rect l="l" t="t" r="r" b="b"/>
            <a:pathLst>
              <a:path w="5241021" h="615585">
                <a:moveTo>
                  <a:pt x="102600" y="0"/>
                </a:moveTo>
                <a:lnTo>
                  <a:pt x="5138422" y="0"/>
                </a:lnTo>
                <a:cubicBezTo>
                  <a:pt x="5195086" y="0"/>
                  <a:pt x="5241021" y="45935"/>
                  <a:pt x="5241021" y="102600"/>
                </a:cubicBezTo>
                <a:lnTo>
                  <a:pt x="5241021" y="512985"/>
                </a:lnTo>
                <a:cubicBezTo>
                  <a:pt x="5241021" y="569649"/>
                  <a:pt x="5195086" y="615585"/>
                  <a:pt x="5138422" y="615585"/>
                </a:cubicBezTo>
                <a:lnTo>
                  <a:pt x="102600" y="615585"/>
                </a:lnTo>
                <a:cubicBezTo>
                  <a:pt x="45935" y="615585"/>
                  <a:pt x="0" y="569649"/>
                  <a:pt x="0" y="512985"/>
                </a:cubicBezTo>
                <a:lnTo>
                  <a:pt x="0" y="102600"/>
                </a:lnTo>
                <a:cubicBezTo>
                  <a:pt x="0" y="45973"/>
                  <a:pt x="45973" y="0"/>
                  <a:pt x="1026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505321" y="3693509"/>
            <a:ext cx="5104224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Iteración y Refinamiento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505321" y="3932903"/>
            <a:ext cx="5095675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2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Mejora continua basada en feedback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201804" y="4586962"/>
            <a:ext cx="5642861" cy="2265694"/>
          </a:xfrm>
          <a:custGeom>
            <a:avLst/>
            <a:gdLst/>
            <a:ahLst/>
            <a:cxnLst/>
            <a:rect l="l" t="t" r="r" b="b"/>
            <a:pathLst>
              <a:path w="5642861" h="2265694">
                <a:moveTo>
                  <a:pt x="136803" y="0"/>
                </a:moveTo>
                <a:lnTo>
                  <a:pt x="5506059" y="0"/>
                </a:lnTo>
                <a:cubicBezTo>
                  <a:pt x="5581613" y="0"/>
                  <a:pt x="5642861" y="61249"/>
                  <a:pt x="5642861" y="136803"/>
                </a:cubicBezTo>
                <a:lnTo>
                  <a:pt x="5642861" y="2128892"/>
                </a:lnTo>
                <a:cubicBezTo>
                  <a:pt x="5642861" y="2204446"/>
                  <a:pt x="5581613" y="2265694"/>
                  <a:pt x="5506059" y="2265694"/>
                </a:cubicBezTo>
                <a:lnTo>
                  <a:pt x="136803" y="2265694"/>
                </a:lnTo>
                <a:cubicBezTo>
                  <a:pt x="61249" y="2265694"/>
                  <a:pt x="0" y="2204446"/>
                  <a:pt x="0" y="2128892"/>
                </a:cubicBezTo>
                <a:lnTo>
                  <a:pt x="0" y="136803"/>
                </a:lnTo>
                <a:cubicBezTo>
                  <a:pt x="0" y="61299"/>
                  <a:pt x="61299" y="0"/>
                  <a:pt x="13680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5649" dist="8550" dir="5400000">
              <a:srgbClr val="000000">
                <a:alpha val="10196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411273" y="4796432"/>
            <a:ext cx="410390" cy="410390"/>
          </a:xfrm>
          <a:custGeom>
            <a:avLst/>
            <a:gdLst/>
            <a:ahLst/>
            <a:cxnLst/>
            <a:rect l="l" t="t" r="r" b="b"/>
            <a:pathLst>
              <a:path w="410390" h="410390">
                <a:moveTo>
                  <a:pt x="102597" y="0"/>
                </a:moveTo>
                <a:lnTo>
                  <a:pt x="307792" y="0"/>
                </a:lnTo>
                <a:cubicBezTo>
                  <a:pt x="364418" y="0"/>
                  <a:pt x="410390" y="45972"/>
                  <a:pt x="410390" y="102597"/>
                </a:cubicBezTo>
                <a:lnTo>
                  <a:pt x="410390" y="307792"/>
                </a:lnTo>
                <a:cubicBezTo>
                  <a:pt x="410390" y="364418"/>
                  <a:pt x="364418" y="410390"/>
                  <a:pt x="307792" y="410390"/>
                </a:cubicBezTo>
                <a:lnTo>
                  <a:pt x="102597" y="410390"/>
                </a:lnTo>
                <a:cubicBezTo>
                  <a:pt x="45972" y="410390"/>
                  <a:pt x="0" y="364418"/>
                  <a:pt x="0" y="307792"/>
                </a:cubicBezTo>
                <a:lnTo>
                  <a:pt x="0" y="102597"/>
                </a:lnTo>
                <a:cubicBezTo>
                  <a:pt x="0" y="45972"/>
                  <a:pt x="45972" y="0"/>
                  <a:pt x="102597" y="0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47" name="Shape 45"/>
          <p:cNvSpPr/>
          <p:nvPr/>
        </p:nvSpPr>
        <p:spPr>
          <a:xfrm>
            <a:off x="6552345" y="4916129"/>
            <a:ext cx="128247" cy="170996"/>
          </a:xfrm>
          <a:custGeom>
            <a:avLst/>
            <a:gdLst/>
            <a:ahLst/>
            <a:cxnLst/>
            <a:rect l="l" t="t" r="r" b="b"/>
            <a:pathLst>
              <a:path w="128247" h="170996">
                <a:moveTo>
                  <a:pt x="21374" y="0"/>
                </a:moveTo>
                <a:cubicBezTo>
                  <a:pt x="9585" y="0"/>
                  <a:pt x="0" y="9585"/>
                  <a:pt x="0" y="21374"/>
                </a:cubicBezTo>
                <a:lnTo>
                  <a:pt x="0" y="149621"/>
                </a:lnTo>
                <a:cubicBezTo>
                  <a:pt x="0" y="161411"/>
                  <a:pt x="9585" y="170996"/>
                  <a:pt x="21374" y="170996"/>
                </a:cubicBezTo>
                <a:lnTo>
                  <a:pt x="106872" y="170996"/>
                </a:lnTo>
                <a:cubicBezTo>
                  <a:pt x="118662" y="170996"/>
                  <a:pt x="128247" y="161411"/>
                  <a:pt x="128247" y="149621"/>
                </a:cubicBezTo>
                <a:lnTo>
                  <a:pt x="128247" y="21374"/>
                </a:lnTo>
                <a:cubicBezTo>
                  <a:pt x="128247" y="9585"/>
                  <a:pt x="118662" y="0"/>
                  <a:pt x="106872" y="0"/>
                </a:cubicBezTo>
                <a:lnTo>
                  <a:pt x="21374" y="0"/>
                </a:lnTo>
                <a:close/>
                <a:moveTo>
                  <a:pt x="58780" y="117560"/>
                </a:moveTo>
                <a:lnTo>
                  <a:pt x="69467" y="117560"/>
                </a:lnTo>
                <a:cubicBezTo>
                  <a:pt x="75378" y="117560"/>
                  <a:pt x="80154" y="122335"/>
                  <a:pt x="80154" y="128247"/>
                </a:cubicBezTo>
                <a:lnTo>
                  <a:pt x="80154" y="154965"/>
                </a:lnTo>
                <a:lnTo>
                  <a:pt x="48093" y="154965"/>
                </a:lnTo>
                <a:lnTo>
                  <a:pt x="48093" y="128247"/>
                </a:lnTo>
                <a:cubicBezTo>
                  <a:pt x="48093" y="122335"/>
                  <a:pt x="52868" y="117560"/>
                  <a:pt x="58780" y="117560"/>
                </a:cubicBezTo>
                <a:close/>
                <a:moveTo>
                  <a:pt x="32062" y="37405"/>
                </a:moveTo>
                <a:cubicBezTo>
                  <a:pt x="32062" y="34466"/>
                  <a:pt x="34466" y="32062"/>
                  <a:pt x="37405" y="32062"/>
                </a:cubicBezTo>
                <a:lnTo>
                  <a:pt x="48093" y="32062"/>
                </a:lnTo>
                <a:cubicBezTo>
                  <a:pt x="51032" y="32062"/>
                  <a:pt x="53436" y="34466"/>
                  <a:pt x="53436" y="37405"/>
                </a:cubicBezTo>
                <a:lnTo>
                  <a:pt x="53436" y="48093"/>
                </a:lnTo>
                <a:cubicBezTo>
                  <a:pt x="53436" y="51032"/>
                  <a:pt x="51032" y="53436"/>
                  <a:pt x="48093" y="53436"/>
                </a:cubicBezTo>
                <a:lnTo>
                  <a:pt x="37405" y="53436"/>
                </a:lnTo>
                <a:cubicBezTo>
                  <a:pt x="34466" y="53436"/>
                  <a:pt x="32062" y="51032"/>
                  <a:pt x="32062" y="48093"/>
                </a:cubicBezTo>
                <a:lnTo>
                  <a:pt x="32062" y="37405"/>
                </a:lnTo>
                <a:close/>
                <a:moveTo>
                  <a:pt x="80154" y="32062"/>
                </a:moveTo>
                <a:lnTo>
                  <a:pt x="90842" y="32062"/>
                </a:lnTo>
                <a:cubicBezTo>
                  <a:pt x="93781" y="32062"/>
                  <a:pt x="96185" y="34466"/>
                  <a:pt x="96185" y="37405"/>
                </a:cubicBezTo>
                <a:lnTo>
                  <a:pt x="96185" y="48093"/>
                </a:lnTo>
                <a:cubicBezTo>
                  <a:pt x="96185" y="51032"/>
                  <a:pt x="93781" y="53436"/>
                  <a:pt x="90842" y="53436"/>
                </a:cubicBezTo>
                <a:lnTo>
                  <a:pt x="80154" y="53436"/>
                </a:lnTo>
                <a:cubicBezTo>
                  <a:pt x="77215" y="53436"/>
                  <a:pt x="74811" y="51032"/>
                  <a:pt x="74811" y="48093"/>
                </a:cubicBezTo>
                <a:lnTo>
                  <a:pt x="74811" y="37405"/>
                </a:lnTo>
                <a:cubicBezTo>
                  <a:pt x="74811" y="34466"/>
                  <a:pt x="77215" y="32062"/>
                  <a:pt x="80154" y="32062"/>
                </a:cubicBezTo>
                <a:close/>
                <a:moveTo>
                  <a:pt x="32062" y="80154"/>
                </a:moveTo>
                <a:cubicBezTo>
                  <a:pt x="32062" y="77215"/>
                  <a:pt x="34466" y="74811"/>
                  <a:pt x="37405" y="74811"/>
                </a:cubicBezTo>
                <a:lnTo>
                  <a:pt x="48093" y="74811"/>
                </a:lnTo>
                <a:cubicBezTo>
                  <a:pt x="51032" y="74811"/>
                  <a:pt x="53436" y="77215"/>
                  <a:pt x="53436" y="80154"/>
                </a:cubicBezTo>
                <a:lnTo>
                  <a:pt x="53436" y="90842"/>
                </a:lnTo>
                <a:cubicBezTo>
                  <a:pt x="53436" y="93781"/>
                  <a:pt x="51032" y="96185"/>
                  <a:pt x="48093" y="96185"/>
                </a:cubicBezTo>
                <a:lnTo>
                  <a:pt x="37405" y="96185"/>
                </a:lnTo>
                <a:cubicBezTo>
                  <a:pt x="34466" y="96185"/>
                  <a:pt x="32062" y="93781"/>
                  <a:pt x="32062" y="90842"/>
                </a:cubicBezTo>
                <a:lnTo>
                  <a:pt x="32062" y="80154"/>
                </a:lnTo>
                <a:close/>
                <a:moveTo>
                  <a:pt x="80154" y="74811"/>
                </a:moveTo>
                <a:lnTo>
                  <a:pt x="90842" y="74811"/>
                </a:lnTo>
                <a:cubicBezTo>
                  <a:pt x="93781" y="74811"/>
                  <a:pt x="96185" y="77215"/>
                  <a:pt x="96185" y="80154"/>
                </a:cubicBezTo>
                <a:lnTo>
                  <a:pt x="96185" y="90842"/>
                </a:lnTo>
                <a:cubicBezTo>
                  <a:pt x="96185" y="93781"/>
                  <a:pt x="93781" y="96185"/>
                  <a:pt x="90842" y="96185"/>
                </a:cubicBezTo>
                <a:lnTo>
                  <a:pt x="80154" y="96185"/>
                </a:lnTo>
                <a:cubicBezTo>
                  <a:pt x="77215" y="96185"/>
                  <a:pt x="74811" y="93781"/>
                  <a:pt x="74811" y="90842"/>
                </a:cubicBezTo>
                <a:lnTo>
                  <a:pt x="74811" y="80154"/>
                </a:lnTo>
                <a:cubicBezTo>
                  <a:pt x="74811" y="77215"/>
                  <a:pt x="77215" y="74811"/>
                  <a:pt x="80154" y="7481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6924261" y="4881930"/>
            <a:ext cx="2222945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6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Aplicaciones Empresariales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28373" y="5377818"/>
            <a:ext cx="136797" cy="136797"/>
          </a:xfrm>
          <a:custGeom>
            <a:avLst/>
            <a:gdLst/>
            <a:ahLst/>
            <a:cxnLst/>
            <a:rect l="l" t="t" r="r" b="b"/>
            <a:pathLst>
              <a:path w="136797" h="136797">
                <a:moveTo>
                  <a:pt x="123224" y="5050"/>
                </a:moveTo>
                <a:cubicBezTo>
                  <a:pt x="126296" y="6412"/>
                  <a:pt x="128247" y="9458"/>
                  <a:pt x="128247" y="12825"/>
                </a:cubicBezTo>
                <a:lnTo>
                  <a:pt x="128247" y="123972"/>
                </a:lnTo>
                <a:cubicBezTo>
                  <a:pt x="128247" y="127338"/>
                  <a:pt x="126296" y="130384"/>
                  <a:pt x="123224" y="131747"/>
                </a:cubicBezTo>
                <a:cubicBezTo>
                  <a:pt x="120151" y="133110"/>
                  <a:pt x="116598" y="132602"/>
                  <a:pt x="114060" y="130384"/>
                </a:cubicBezTo>
                <a:lnTo>
                  <a:pt x="101609" y="119510"/>
                </a:lnTo>
                <a:cubicBezTo>
                  <a:pt x="89960" y="109330"/>
                  <a:pt x="75238" y="103399"/>
                  <a:pt x="59822" y="102678"/>
                </a:cubicBezTo>
                <a:lnTo>
                  <a:pt x="59822" y="128247"/>
                </a:lnTo>
                <a:cubicBezTo>
                  <a:pt x="59822" y="132976"/>
                  <a:pt x="56001" y="136797"/>
                  <a:pt x="51272" y="136797"/>
                </a:cubicBezTo>
                <a:lnTo>
                  <a:pt x="42722" y="136797"/>
                </a:lnTo>
                <a:cubicBezTo>
                  <a:pt x="37993" y="136797"/>
                  <a:pt x="34172" y="132976"/>
                  <a:pt x="34172" y="128247"/>
                </a:cubicBezTo>
                <a:lnTo>
                  <a:pt x="34172" y="102597"/>
                </a:lnTo>
                <a:cubicBezTo>
                  <a:pt x="15309" y="102597"/>
                  <a:pt x="0" y="87288"/>
                  <a:pt x="0" y="68398"/>
                </a:cubicBezTo>
                <a:cubicBezTo>
                  <a:pt x="0" y="49509"/>
                  <a:pt x="15309" y="34199"/>
                  <a:pt x="34199" y="34199"/>
                </a:cubicBezTo>
                <a:lnTo>
                  <a:pt x="56776" y="34199"/>
                </a:lnTo>
                <a:cubicBezTo>
                  <a:pt x="73288" y="34146"/>
                  <a:pt x="89212" y="28134"/>
                  <a:pt x="101636" y="17287"/>
                </a:cubicBezTo>
                <a:lnTo>
                  <a:pt x="114086" y="6412"/>
                </a:lnTo>
                <a:cubicBezTo>
                  <a:pt x="116598" y="4195"/>
                  <a:pt x="120205" y="3687"/>
                  <a:pt x="123251" y="5050"/>
                </a:cubicBezTo>
                <a:close/>
                <a:moveTo>
                  <a:pt x="59849" y="85498"/>
                </a:moveTo>
                <a:lnTo>
                  <a:pt x="59849" y="85551"/>
                </a:lnTo>
                <a:cubicBezTo>
                  <a:pt x="78631" y="86273"/>
                  <a:pt x="96666" y="93166"/>
                  <a:pt x="111147" y="105162"/>
                </a:cubicBezTo>
                <a:lnTo>
                  <a:pt x="111147" y="31608"/>
                </a:lnTo>
                <a:cubicBezTo>
                  <a:pt x="96666" y="43604"/>
                  <a:pt x="78631" y="50497"/>
                  <a:pt x="59849" y="51219"/>
                </a:cubicBezTo>
                <a:lnTo>
                  <a:pt x="59849" y="85498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0" name="Text 48"/>
          <p:cNvSpPr/>
          <p:nvPr/>
        </p:nvSpPr>
        <p:spPr>
          <a:xfrm>
            <a:off x="6650668" y="5343619"/>
            <a:ext cx="1718508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Marketing: campañas, copy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411273" y="5651411"/>
            <a:ext cx="170996" cy="136797"/>
          </a:xfrm>
          <a:custGeom>
            <a:avLst/>
            <a:gdLst/>
            <a:ahLst/>
            <a:cxnLst/>
            <a:rect l="l" t="t" r="r" b="b"/>
            <a:pathLst>
              <a:path w="170996" h="136797">
                <a:moveTo>
                  <a:pt x="85498" y="4275"/>
                </a:moveTo>
                <a:cubicBezTo>
                  <a:pt x="100834" y="4275"/>
                  <a:pt x="113285" y="16726"/>
                  <a:pt x="113285" y="32062"/>
                </a:cubicBezTo>
                <a:cubicBezTo>
                  <a:pt x="113285" y="47398"/>
                  <a:pt x="100834" y="59849"/>
                  <a:pt x="85498" y="59849"/>
                </a:cubicBezTo>
                <a:cubicBezTo>
                  <a:pt x="70162" y="59849"/>
                  <a:pt x="57711" y="47398"/>
                  <a:pt x="57711" y="32062"/>
                </a:cubicBezTo>
                <a:cubicBezTo>
                  <a:pt x="57711" y="16726"/>
                  <a:pt x="70162" y="4275"/>
                  <a:pt x="85498" y="4275"/>
                </a:cubicBezTo>
                <a:close/>
                <a:moveTo>
                  <a:pt x="25649" y="23512"/>
                </a:moveTo>
                <a:cubicBezTo>
                  <a:pt x="36267" y="23512"/>
                  <a:pt x="44886" y="32132"/>
                  <a:pt x="44886" y="42749"/>
                </a:cubicBezTo>
                <a:cubicBezTo>
                  <a:pt x="44886" y="53366"/>
                  <a:pt x="36267" y="61986"/>
                  <a:pt x="25649" y="61986"/>
                </a:cubicBezTo>
                <a:cubicBezTo>
                  <a:pt x="15032" y="61986"/>
                  <a:pt x="6412" y="53366"/>
                  <a:pt x="6412" y="42749"/>
                </a:cubicBezTo>
                <a:cubicBezTo>
                  <a:pt x="6412" y="32132"/>
                  <a:pt x="15032" y="23512"/>
                  <a:pt x="25649" y="23512"/>
                </a:cubicBezTo>
                <a:close/>
                <a:moveTo>
                  <a:pt x="0" y="111147"/>
                </a:moveTo>
                <a:cubicBezTo>
                  <a:pt x="0" y="92258"/>
                  <a:pt x="15309" y="76948"/>
                  <a:pt x="34199" y="76948"/>
                </a:cubicBezTo>
                <a:cubicBezTo>
                  <a:pt x="37619" y="76948"/>
                  <a:pt x="40932" y="77456"/>
                  <a:pt x="44058" y="78391"/>
                </a:cubicBezTo>
                <a:cubicBezTo>
                  <a:pt x="35268" y="88223"/>
                  <a:pt x="29924" y="101208"/>
                  <a:pt x="29924" y="115422"/>
                </a:cubicBezTo>
                <a:lnTo>
                  <a:pt x="29924" y="119697"/>
                </a:lnTo>
                <a:cubicBezTo>
                  <a:pt x="29924" y="122743"/>
                  <a:pt x="30565" y="125628"/>
                  <a:pt x="31714" y="128247"/>
                </a:cubicBezTo>
                <a:lnTo>
                  <a:pt x="8550" y="128247"/>
                </a:lnTo>
                <a:cubicBezTo>
                  <a:pt x="3821" y="128247"/>
                  <a:pt x="0" y="124426"/>
                  <a:pt x="0" y="119697"/>
                </a:cubicBezTo>
                <a:lnTo>
                  <a:pt x="0" y="111147"/>
                </a:lnTo>
                <a:close/>
                <a:moveTo>
                  <a:pt x="139281" y="128247"/>
                </a:moveTo>
                <a:cubicBezTo>
                  <a:pt x="140430" y="125628"/>
                  <a:pt x="141072" y="122743"/>
                  <a:pt x="141072" y="119697"/>
                </a:cubicBezTo>
                <a:lnTo>
                  <a:pt x="141072" y="115422"/>
                </a:lnTo>
                <a:cubicBezTo>
                  <a:pt x="141072" y="101208"/>
                  <a:pt x="135728" y="88223"/>
                  <a:pt x="126938" y="78391"/>
                </a:cubicBezTo>
                <a:cubicBezTo>
                  <a:pt x="130064" y="77456"/>
                  <a:pt x="133377" y="76948"/>
                  <a:pt x="136797" y="76948"/>
                </a:cubicBezTo>
                <a:cubicBezTo>
                  <a:pt x="155686" y="76948"/>
                  <a:pt x="170996" y="92258"/>
                  <a:pt x="170996" y="111147"/>
                </a:cubicBezTo>
                <a:lnTo>
                  <a:pt x="170996" y="119697"/>
                </a:lnTo>
                <a:cubicBezTo>
                  <a:pt x="170996" y="124426"/>
                  <a:pt x="167175" y="128247"/>
                  <a:pt x="162446" y="128247"/>
                </a:cubicBezTo>
                <a:lnTo>
                  <a:pt x="139281" y="128247"/>
                </a:lnTo>
                <a:close/>
                <a:moveTo>
                  <a:pt x="126109" y="42749"/>
                </a:moveTo>
                <a:cubicBezTo>
                  <a:pt x="126109" y="32132"/>
                  <a:pt x="134729" y="23512"/>
                  <a:pt x="145346" y="23512"/>
                </a:cubicBezTo>
                <a:cubicBezTo>
                  <a:pt x="155964" y="23512"/>
                  <a:pt x="164583" y="32132"/>
                  <a:pt x="164583" y="42749"/>
                </a:cubicBezTo>
                <a:cubicBezTo>
                  <a:pt x="164583" y="53366"/>
                  <a:pt x="155964" y="61986"/>
                  <a:pt x="145346" y="61986"/>
                </a:cubicBezTo>
                <a:cubicBezTo>
                  <a:pt x="134729" y="61986"/>
                  <a:pt x="126109" y="53366"/>
                  <a:pt x="126109" y="42749"/>
                </a:cubicBezTo>
                <a:close/>
                <a:moveTo>
                  <a:pt x="42749" y="115422"/>
                </a:moveTo>
                <a:cubicBezTo>
                  <a:pt x="42749" y="91803"/>
                  <a:pt x="61879" y="72673"/>
                  <a:pt x="85498" y="72673"/>
                </a:cubicBezTo>
                <a:cubicBezTo>
                  <a:pt x="109117" y="72673"/>
                  <a:pt x="128247" y="91803"/>
                  <a:pt x="128247" y="115422"/>
                </a:cubicBezTo>
                <a:lnTo>
                  <a:pt x="128247" y="119697"/>
                </a:lnTo>
                <a:cubicBezTo>
                  <a:pt x="128247" y="124426"/>
                  <a:pt x="124426" y="128247"/>
                  <a:pt x="119697" y="128247"/>
                </a:cubicBezTo>
                <a:lnTo>
                  <a:pt x="51299" y="128247"/>
                </a:lnTo>
                <a:cubicBezTo>
                  <a:pt x="46570" y="128247"/>
                  <a:pt x="42749" y="124426"/>
                  <a:pt x="42749" y="119697"/>
                </a:cubicBezTo>
                <a:lnTo>
                  <a:pt x="42749" y="115422"/>
                </a:ln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52" name="Text 50"/>
          <p:cNvSpPr/>
          <p:nvPr/>
        </p:nvSpPr>
        <p:spPr>
          <a:xfrm>
            <a:off x="6650668" y="5617212"/>
            <a:ext cx="1333767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RRHH: reclutamiento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419823" y="5925004"/>
            <a:ext cx="153896" cy="136797"/>
          </a:xfrm>
          <a:custGeom>
            <a:avLst/>
            <a:gdLst/>
            <a:ahLst/>
            <a:cxnLst/>
            <a:rect l="l" t="t" r="r" b="b"/>
            <a:pathLst>
              <a:path w="153896" h="136797">
                <a:moveTo>
                  <a:pt x="71845" y="22764"/>
                </a:moveTo>
                <a:lnTo>
                  <a:pt x="40692" y="57390"/>
                </a:lnTo>
                <a:cubicBezTo>
                  <a:pt x="39463" y="58753"/>
                  <a:pt x="39516" y="60864"/>
                  <a:pt x="40825" y="62173"/>
                </a:cubicBezTo>
                <a:cubicBezTo>
                  <a:pt x="48974" y="70322"/>
                  <a:pt x="62200" y="70322"/>
                  <a:pt x="70349" y="62173"/>
                </a:cubicBezTo>
                <a:lnTo>
                  <a:pt x="78845" y="53677"/>
                </a:lnTo>
                <a:cubicBezTo>
                  <a:pt x="79967" y="52554"/>
                  <a:pt x="81383" y="51940"/>
                  <a:pt x="82826" y="51833"/>
                </a:cubicBezTo>
                <a:cubicBezTo>
                  <a:pt x="84643" y="51673"/>
                  <a:pt x="86513" y="52287"/>
                  <a:pt x="87903" y="53677"/>
                </a:cubicBezTo>
                <a:lnTo>
                  <a:pt x="135087" y="100460"/>
                </a:lnTo>
                <a:lnTo>
                  <a:pt x="153896" y="85498"/>
                </a:lnTo>
                <a:lnTo>
                  <a:pt x="153896" y="8550"/>
                </a:lnTo>
                <a:lnTo>
                  <a:pt x="123972" y="25649"/>
                </a:lnTo>
                <a:lnTo>
                  <a:pt x="117613" y="21401"/>
                </a:lnTo>
                <a:cubicBezTo>
                  <a:pt x="113392" y="18596"/>
                  <a:pt x="108449" y="17100"/>
                  <a:pt x="103372" y="17100"/>
                </a:cubicBezTo>
                <a:lnTo>
                  <a:pt x="84563" y="17100"/>
                </a:lnTo>
                <a:cubicBezTo>
                  <a:pt x="84269" y="17100"/>
                  <a:pt x="83948" y="17100"/>
                  <a:pt x="83654" y="17126"/>
                </a:cubicBezTo>
                <a:cubicBezTo>
                  <a:pt x="79139" y="17367"/>
                  <a:pt x="74891" y="19397"/>
                  <a:pt x="71845" y="22764"/>
                </a:cubicBezTo>
                <a:close/>
                <a:moveTo>
                  <a:pt x="31153" y="48814"/>
                </a:moveTo>
                <a:lnTo>
                  <a:pt x="59688" y="17100"/>
                </a:lnTo>
                <a:lnTo>
                  <a:pt x="49108" y="17100"/>
                </a:lnTo>
                <a:cubicBezTo>
                  <a:pt x="42295" y="17100"/>
                  <a:pt x="35776" y="19798"/>
                  <a:pt x="30966" y="24607"/>
                </a:cubicBezTo>
                <a:lnTo>
                  <a:pt x="29924" y="25649"/>
                </a:lnTo>
                <a:lnTo>
                  <a:pt x="0" y="8550"/>
                </a:lnTo>
                <a:lnTo>
                  <a:pt x="0" y="85498"/>
                </a:lnTo>
                <a:lnTo>
                  <a:pt x="41787" y="120312"/>
                </a:lnTo>
                <a:cubicBezTo>
                  <a:pt x="47932" y="125441"/>
                  <a:pt x="55681" y="128247"/>
                  <a:pt x="63669" y="128247"/>
                </a:cubicBezTo>
                <a:lnTo>
                  <a:pt x="67864" y="128247"/>
                </a:lnTo>
                <a:lnTo>
                  <a:pt x="65994" y="126377"/>
                </a:lnTo>
                <a:cubicBezTo>
                  <a:pt x="63482" y="123865"/>
                  <a:pt x="63482" y="119804"/>
                  <a:pt x="65994" y="117319"/>
                </a:cubicBezTo>
                <a:cubicBezTo>
                  <a:pt x="68505" y="114834"/>
                  <a:pt x="72566" y="114808"/>
                  <a:pt x="75051" y="117319"/>
                </a:cubicBezTo>
                <a:lnTo>
                  <a:pt x="86006" y="128274"/>
                </a:lnTo>
                <a:lnTo>
                  <a:pt x="88410" y="128274"/>
                </a:lnTo>
                <a:cubicBezTo>
                  <a:pt x="93513" y="128274"/>
                  <a:pt x="98510" y="127125"/>
                  <a:pt x="103052" y="124987"/>
                </a:cubicBezTo>
                <a:lnTo>
                  <a:pt x="95918" y="117827"/>
                </a:lnTo>
                <a:cubicBezTo>
                  <a:pt x="93406" y="115315"/>
                  <a:pt x="93406" y="111254"/>
                  <a:pt x="95918" y="108769"/>
                </a:cubicBezTo>
                <a:cubicBezTo>
                  <a:pt x="98429" y="106285"/>
                  <a:pt x="102491" y="106258"/>
                  <a:pt x="104975" y="108769"/>
                </a:cubicBezTo>
                <a:lnTo>
                  <a:pt x="113525" y="117319"/>
                </a:lnTo>
                <a:lnTo>
                  <a:pt x="118201" y="112643"/>
                </a:lnTo>
                <a:cubicBezTo>
                  <a:pt x="120579" y="110266"/>
                  <a:pt x="121273" y="106819"/>
                  <a:pt x="120231" y="103800"/>
                </a:cubicBezTo>
                <a:lnTo>
                  <a:pt x="83387" y="67249"/>
                </a:lnTo>
                <a:lnTo>
                  <a:pt x="79406" y="71230"/>
                </a:lnTo>
                <a:cubicBezTo>
                  <a:pt x="66234" y="84402"/>
                  <a:pt x="44913" y="84402"/>
                  <a:pt x="31741" y="71230"/>
                </a:cubicBezTo>
                <a:cubicBezTo>
                  <a:pt x="25596" y="65085"/>
                  <a:pt x="25355" y="55226"/>
                  <a:pt x="31153" y="48787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54" name="Text 52"/>
          <p:cNvSpPr/>
          <p:nvPr/>
        </p:nvSpPr>
        <p:spPr>
          <a:xfrm>
            <a:off x="6650668" y="5890805"/>
            <a:ext cx="1231170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Ventas: propuestas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445473" y="6198597"/>
            <a:ext cx="102597" cy="136797"/>
          </a:xfrm>
          <a:custGeom>
            <a:avLst/>
            <a:gdLst/>
            <a:ahLst/>
            <a:cxnLst/>
            <a:rect l="l" t="t" r="r" b="b"/>
            <a:pathLst>
              <a:path w="102597" h="136797">
                <a:moveTo>
                  <a:pt x="17100" y="0"/>
                </a:moveTo>
                <a:cubicBezTo>
                  <a:pt x="7668" y="0"/>
                  <a:pt x="0" y="7668"/>
                  <a:pt x="0" y="17100"/>
                </a:cubicBezTo>
                <a:lnTo>
                  <a:pt x="0" y="119697"/>
                </a:lnTo>
                <a:cubicBezTo>
                  <a:pt x="0" y="129129"/>
                  <a:pt x="7668" y="136797"/>
                  <a:pt x="17100" y="136797"/>
                </a:cubicBezTo>
                <a:lnTo>
                  <a:pt x="85498" y="136797"/>
                </a:lnTo>
                <a:cubicBezTo>
                  <a:pt x="94929" y="136797"/>
                  <a:pt x="102597" y="129129"/>
                  <a:pt x="102597" y="119697"/>
                </a:cubicBezTo>
                <a:lnTo>
                  <a:pt x="102597" y="45554"/>
                </a:lnTo>
                <a:cubicBezTo>
                  <a:pt x="102597" y="41012"/>
                  <a:pt x="100807" y="36657"/>
                  <a:pt x="97601" y="33451"/>
                </a:cubicBezTo>
                <a:lnTo>
                  <a:pt x="69120" y="4996"/>
                </a:lnTo>
                <a:cubicBezTo>
                  <a:pt x="65914" y="1790"/>
                  <a:pt x="61585" y="0"/>
                  <a:pt x="57043" y="0"/>
                </a:cubicBezTo>
                <a:lnTo>
                  <a:pt x="17100" y="0"/>
                </a:lnTo>
                <a:close/>
                <a:moveTo>
                  <a:pt x="86967" y="47024"/>
                </a:moveTo>
                <a:lnTo>
                  <a:pt x="61986" y="47024"/>
                </a:lnTo>
                <a:cubicBezTo>
                  <a:pt x="58432" y="47024"/>
                  <a:pt x="55574" y="44165"/>
                  <a:pt x="55574" y="40612"/>
                </a:cubicBezTo>
                <a:lnTo>
                  <a:pt x="55574" y="15630"/>
                </a:lnTo>
                <a:lnTo>
                  <a:pt x="86967" y="47024"/>
                </a:lnTo>
                <a:close/>
                <a:moveTo>
                  <a:pt x="17100" y="102597"/>
                </a:moveTo>
                <a:lnTo>
                  <a:pt x="17100" y="85498"/>
                </a:lnTo>
                <a:cubicBezTo>
                  <a:pt x="17100" y="80769"/>
                  <a:pt x="20920" y="76948"/>
                  <a:pt x="25649" y="76948"/>
                </a:cubicBezTo>
                <a:lnTo>
                  <a:pt x="76948" y="76948"/>
                </a:lnTo>
                <a:cubicBezTo>
                  <a:pt x="81677" y="76948"/>
                  <a:pt x="85498" y="80769"/>
                  <a:pt x="85498" y="85498"/>
                </a:cubicBezTo>
                <a:lnTo>
                  <a:pt x="85498" y="102597"/>
                </a:lnTo>
                <a:cubicBezTo>
                  <a:pt x="85498" y="107327"/>
                  <a:pt x="81677" y="111147"/>
                  <a:pt x="76948" y="111147"/>
                </a:cubicBezTo>
                <a:lnTo>
                  <a:pt x="25649" y="111147"/>
                </a:lnTo>
                <a:cubicBezTo>
                  <a:pt x="20920" y="111147"/>
                  <a:pt x="17100" y="107327"/>
                  <a:pt x="17100" y="102597"/>
                </a:cubicBezTo>
                <a:close/>
                <a:moveTo>
                  <a:pt x="23512" y="17100"/>
                </a:moveTo>
                <a:lnTo>
                  <a:pt x="36337" y="17100"/>
                </a:lnTo>
                <a:cubicBezTo>
                  <a:pt x="39890" y="17100"/>
                  <a:pt x="42749" y="19958"/>
                  <a:pt x="42749" y="23512"/>
                </a:cubicBezTo>
                <a:cubicBezTo>
                  <a:pt x="42749" y="27065"/>
                  <a:pt x="39890" y="29924"/>
                  <a:pt x="36337" y="29924"/>
                </a:cubicBezTo>
                <a:lnTo>
                  <a:pt x="23512" y="29924"/>
                </a:lnTo>
                <a:cubicBezTo>
                  <a:pt x="19958" y="29924"/>
                  <a:pt x="17100" y="27065"/>
                  <a:pt x="17100" y="23512"/>
                </a:cubicBezTo>
                <a:cubicBezTo>
                  <a:pt x="17100" y="19958"/>
                  <a:pt x="19958" y="17100"/>
                  <a:pt x="23512" y="17100"/>
                </a:cubicBezTo>
                <a:close/>
                <a:moveTo>
                  <a:pt x="23512" y="42749"/>
                </a:moveTo>
                <a:lnTo>
                  <a:pt x="36337" y="42749"/>
                </a:lnTo>
                <a:cubicBezTo>
                  <a:pt x="39890" y="42749"/>
                  <a:pt x="42749" y="45608"/>
                  <a:pt x="42749" y="49161"/>
                </a:cubicBezTo>
                <a:cubicBezTo>
                  <a:pt x="42749" y="52715"/>
                  <a:pt x="39890" y="55574"/>
                  <a:pt x="36337" y="55574"/>
                </a:cubicBezTo>
                <a:lnTo>
                  <a:pt x="23512" y="55574"/>
                </a:lnTo>
                <a:cubicBezTo>
                  <a:pt x="19958" y="55574"/>
                  <a:pt x="17100" y="52715"/>
                  <a:pt x="17100" y="49161"/>
                </a:cubicBezTo>
                <a:cubicBezTo>
                  <a:pt x="17100" y="45608"/>
                  <a:pt x="19958" y="42749"/>
                  <a:pt x="23512" y="42749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6" name="Text 54"/>
          <p:cNvSpPr/>
          <p:nvPr/>
        </p:nvSpPr>
        <p:spPr>
          <a:xfrm>
            <a:off x="6650668" y="6164398"/>
            <a:ext cx="1487663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Informes y documentos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428373" y="6472191"/>
            <a:ext cx="136797" cy="136797"/>
          </a:xfrm>
          <a:custGeom>
            <a:avLst/>
            <a:gdLst/>
            <a:ahLst/>
            <a:cxnLst/>
            <a:rect l="l" t="t" r="r" b="b"/>
            <a:pathLst>
              <a:path w="136797" h="136797">
                <a:moveTo>
                  <a:pt x="111147" y="55574"/>
                </a:moveTo>
                <a:cubicBezTo>
                  <a:pt x="111147" y="67837"/>
                  <a:pt x="107166" y="79166"/>
                  <a:pt x="100460" y="88357"/>
                </a:cubicBezTo>
                <a:lnTo>
                  <a:pt x="134285" y="122209"/>
                </a:lnTo>
                <a:cubicBezTo>
                  <a:pt x="137625" y="125548"/>
                  <a:pt x="137625" y="130972"/>
                  <a:pt x="134285" y="134312"/>
                </a:cubicBezTo>
                <a:cubicBezTo>
                  <a:pt x="130945" y="137652"/>
                  <a:pt x="125522" y="137652"/>
                  <a:pt x="122182" y="134312"/>
                </a:cubicBezTo>
                <a:lnTo>
                  <a:pt x="88357" y="100460"/>
                </a:lnTo>
                <a:cubicBezTo>
                  <a:pt x="79166" y="107166"/>
                  <a:pt x="67837" y="111147"/>
                  <a:pt x="55574" y="111147"/>
                </a:cubicBezTo>
                <a:cubicBezTo>
                  <a:pt x="24875" y="111147"/>
                  <a:pt x="0" y="86273"/>
                  <a:pt x="0" y="55574"/>
                </a:cubicBezTo>
                <a:cubicBezTo>
                  <a:pt x="0" y="24875"/>
                  <a:pt x="24875" y="0"/>
                  <a:pt x="55574" y="0"/>
                </a:cubicBezTo>
                <a:cubicBezTo>
                  <a:pt x="86273" y="0"/>
                  <a:pt x="111147" y="24875"/>
                  <a:pt x="111147" y="55574"/>
                </a:cubicBezTo>
                <a:close/>
                <a:moveTo>
                  <a:pt x="55574" y="94048"/>
                </a:moveTo>
                <a:cubicBezTo>
                  <a:pt x="76808" y="94048"/>
                  <a:pt x="94048" y="76808"/>
                  <a:pt x="94048" y="55574"/>
                </a:cubicBezTo>
                <a:cubicBezTo>
                  <a:pt x="94048" y="34339"/>
                  <a:pt x="76808" y="17100"/>
                  <a:pt x="55574" y="17100"/>
                </a:cubicBezTo>
                <a:cubicBezTo>
                  <a:pt x="34339" y="17100"/>
                  <a:pt x="17100" y="34339"/>
                  <a:pt x="17100" y="55574"/>
                </a:cubicBezTo>
                <a:cubicBezTo>
                  <a:pt x="17100" y="76808"/>
                  <a:pt x="34339" y="94048"/>
                  <a:pt x="55574" y="94048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58" name="Text 56"/>
          <p:cNvSpPr/>
          <p:nvPr/>
        </p:nvSpPr>
        <p:spPr>
          <a:xfrm>
            <a:off x="6650668" y="6437992"/>
            <a:ext cx="1496213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Análisis de documentos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028700" cy="228600"/>
          </a:xfrm>
          <a:custGeom>
            <a:avLst/>
            <a:gdLst/>
            <a:ahLst/>
            <a:cxnLst/>
            <a:rect l="l" t="t" r="r" b="b"/>
            <a:pathLst>
              <a:path w="1028700" h="228600">
                <a:moveTo>
                  <a:pt x="114300" y="0"/>
                </a:moveTo>
                <a:lnTo>
                  <a:pt x="914400" y="0"/>
                </a:lnTo>
                <a:cubicBezTo>
                  <a:pt x="977484" y="0"/>
                  <a:pt x="1028700" y="51216"/>
                  <a:pt x="1028700" y="114300"/>
                </a:cubicBezTo>
                <a:lnTo>
                  <a:pt x="1028700" y="114300"/>
                </a:lnTo>
                <a:cubicBezTo>
                  <a:pt x="1028700" y="177384"/>
                  <a:pt x="977484" y="228600"/>
                  <a:pt x="9144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381000"/>
            <a:ext cx="1085850" cy="2286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spc="45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SEMANAS 6-7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28465" y="400050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 marzo - 3 abril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7239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Productividad Empresarial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2573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Aplicaciones prácticas de IA para aumentar la eficiencia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5763" y="1757363"/>
            <a:ext cx="3676650" cy="3571875"/>
          </a:xfrm>
          <a:custGeom>
            <a:avLst/>
            <a:gdLst/>
            <a:ahLst/>
            <a:cxnLst/>
            <a:rect l="l" t="t" r="r" b="b"/>
            <a:pathLst>
              <a:path w="3676650" h="3571875">
                <a:moveTo>
                  <a:pt x="152412" y="0"/>
                </a:moveTo>
                <a:lnTo>
                  <a:pt x="3524238" y="0"/>
                </a:lnTo>
                <a:cubicBezTo>
                  <a:pt x="3608413" y="0"/>
                  <a:pt x="3676650" y="68237"/>
                  <a:pt x="3676650" y="152412"/>
                </a:cubicBezTo>
                <a:lnTo>
                  <a:pt x="3676650" y="3419463"/>
                </a:lnTo>
                <a:cubicBezTo>
                  <a:pt x="3676650" y="3503638"/>
                  <a:pt x="3608413" y="3571875"/>
                  <a:pt x="3524238" y="3571875"/>
                </a:cubicBezTo>
                <a:lnTo>
                  <a:pt x="152412" y="3571875"/>
                </a:lnTo>
                <a:cubicBezTo>
                  <a:pt x="68237" y="3571875"/>
                  <a:pt x="0" y="3503638"/>
                  <a:pt x="0" y="3419463"/>
                </a:cubicBezTo>
                <a:lnTo>
                  <a:pt x="0" y="152412"/>
                </a:lnTo>
                <a:cubicBezTo>
                  <a:pt x="0" y="68237"/>
                  <a:pt x="68237" y="0"/>
                  <a:pt x="15241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81025" y="1952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9" name="Shape 7"/>
          <p:cNvSpPr/>
          <p:nvPr/>
        </p:nvSpPr>
        <p:spPr>
          <a:xfrm>
            <a:off x="738188" y="20859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50378" y="102245"/>
                </a:moveTo>
                <a:cubicBezTo>
                  <a:pt x="49299" y="97445"/>
                  <a:pt x="44537" y="94394"/>
                  <a:pt x="39737" y="95473"/>
                </a:cubicBezTo>
                <a:cubicBezTo>
                  <a:pt x="34937" y="96552"/>
                  <a:pt x="31886" y="101315"/>
                  <a:pt x="32965" y="106114"/>
                </a:cubicBezTo>
                <a:lnTo>
                  <a:pt x="44872" y="159693"/>
                </a:lnTo>
                <a:cubicBezTo>
                  <a:pt x="45727" y="163599"/>
                  <a:pt x="49113" y="166464"/>
                  <a:pt x="53132" y="166688"/>
                </a:cubicBezTo>
                <a:cubicBezTo>
                  <a:pt x="57150" y="166911"/>
                  <a:pt x="60796" y="164418"/>
                  <a:pt x="62061" y="160586"/>
                </a:cubicBezTo>
                <a:lnTo>
                  <a:pt x="71438" y="132420"/>
                </a:lnTo>
                <a:lnTo>
                  <a:pt x="80814" y="160586"/>
                </a:lnTo>
                <a:cubicBezTo>
                  <a:pt x="82079" y="164381"/>
                  <a:pt x="85725" y="166874"/>
                  <a:pt x="89743" y="166688"/>
                </a:cubicBezTo>
                <a:cubicBezTo>
                  <a:pt x="93762" y="166501"/>
                  <a:pt x="97148" y="163637"/>
                  <a:pt x="98003" y="159693"/>
                </a:cubicBezTo>
                <a:lnTo>
                  <a:pt x="109910" y="106114"/>
                </a:lnTo>
                <a:cubicBezTo>
                  <a:pt x="110989" y="101315"/>
                  <a:pt x="107938" y="96515"/>
                  <a:pt x="103138" y="95473"/>
                </a:cubicBezTo>
                <a:cubicBezTo>
                  <a:pt x="98338" y="94431"/>
                  <a:pt x="93538" y="97445"/>
                  <a:pt x="92497" y="102245"/>
                </a:cubicBezTo>
                <a:lnTo>
                  <a:pt x="87585" y="124346"/>
                </a:lnTo>
                <a:lnTo>
                  <a:pt x="79921" y="101352"/>
                </a:lnTo>
                <a:cubicBezTo>
                  <a:pt x="78693" y="97706"/>
                  <a:pt x="75307" y="95250"/>
                  <a:pt x="71438" y="95250"/>
                </a:cubicBezTo>
                <a:cubicBezTo>
                  <a:pt x="67568" y="95250"/>
                  <a:pt x="64182" y="97706"/>
                  <a:pt x="62954" y="101352"/>
                </a:cubicBezTo>
                <a:lnTo>
                  <a:pt x="55290" y="124346"/>
                </a:lnTo>
                <a:lnTo>
                  <a:pt x="50378" y="10224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152525" y="2047875"/>
            <a:ext cx="1495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Documentación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1025" y="2562225"/>
            <a:ext cx="3286125" cy="609600"/>
          </a:xfrm>
          <a:custGeom>
            <a:avLst/>
            <a:gdLst/>
            <a:ahLst/>
            <a:cxnLst/>
            <a:rect l="l" t="t" r="r" b="b"/>
            <a:pathLst>
              <a:path w="3286125" h="609600">
                <a:moveTo>
                  <a:pt x="114300" y="0"/>
                </a:moveTo>
                <a:lnTo>
                  <a:pt x="3171825" y="0"/>
                </a:lnTo>
                <a:cubicBezTo>
                  <a:pt x="3234909" y="0"/>
                  <a:pt x="3286125" y="51216"/>
                  <a:pt x="3286125" y="114300"/>
                </a:cubicBezTo>
                <a:lnTo>
                  <a:pt x="3286125" y="495300"/>
                </a:lnTo>
                <a:cubicBezTo>
                  <a:pt x="3286125" y="558384"/>
                  <a:pt x="3234909" y="609600"/>
                  <a:pt x="3171825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695325" y="267652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Corporativa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5325" y="2905125"/>
            <a:ext cx="3114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Contratos, políticas, manuales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1025" y="3286125"/>
            <a:ext cx="3286125" cy="609600"/>
          </a:xfrm>
          <a:custGeom>
            <a:avLst/>
            <a:gdLst/>
            <a:ahLst/>
            <a:cxnLst/>
            <a:rect l="l" t="t" r="r" b="b"/>
            <a:pathLst>
              <a:path w="3286125" h="609600">
                <a:moveTo>
                  <a:pt x="114300" y="0"/>
                </a:moveTo>
                <a:lnTo>
                  <a:pt x="3171825" y="0"/>
                </a:lnTo>
                <a:cubicBezTo>
                  <a:pt x="3234909" y="0"/>
                  <a:pt x="3286125" y="51216"/>
                  <a:pt x="3286125" y="114300"/>
                </a:cubicBezTo>
                <a:lnTo>
                  <a:pt x="3286125" y="495300"/>
                </a:lnTo>
                <a:cubicBezTo>
                  <a:pt x="3286125" y="558384"/>
                  <a:pt x="3234909" y="609600"/>
                  <a:pt x="3171825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5" name="Text 13"/>
          <p:cNvSpPr/>
          <p:nvPr/>
        </p:nvSpPr>
        <p:spPr>
          <a:xfrm>
            <a:off x="695325" y="340042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Presentaciones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5325" y="3629025"/>
            <a:ext cx="3114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Slides, pitch decks, informes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1025" y="4010025"/>
            <a:ext cx="3286125" cy="609600"/>
          </a:xfrm>
          <a:custGeom>
            <a:avLst/>
            <a:gdLst/>
            <a:ahLst/>
            <a:cxnLst/>
            <a:rect l="l" t="t" r="r" b="b"/>
            <a:pathLst>
              <a:path w="3286125" h="609600">
                <a:moveTo>
                  <a:pt x="114300" y="0"/>
                </a:moveTo>
                <a:lnTo>
                  <a:pt x="3171825" y="0"/>
                </a:lnTo>
                <a:cubicBezTo>
                  <a:pt x="3234909" y="0"/>
                  <a:pt x="3286125" y="51216"/>
                  <a:pt x="3286125" y="114300"/>
                </a:cubicBezTo>
                <a:lnTo>
                  <a:pt x="3286125" y="495300"/>
                </a:lnTo>
                <a:cubicBezTo>
                  <a:pt x="3286125" y="558384"/>
                  <a:pt x="3234909" y="609600"/>
                  <a:pt x="3171825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8" name="Text 16"/>
          <p:cNvSpPr/>
          <p:nvPr/>
        </p:nvSpPr>
        <p:spPr>
          <a:xfrm>
            <a:off x="695325" y="412432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Excel con IA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5325" y="4352925"/>
            <a:ext cx="3114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Fórmulas, análisis, visualización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59163" y="1757363"/>
            <a:ext cx="3676650" cy="3571875"/>
          </a:xfrm>
          <a:custGeom>
            <a:avLst/>
            <a:gdLst/>
            <a:ahLst/>
            <a:cxnLst/>
            <a:rect l="l" t="t" r="r" b="b"/>
            <a:pathLst>
              <a:path w="3676650" h="3571875">
                <a:moveTo>
                  <a:pt x="152412" y="0"/>
                </a:moveTo>
                <a:lnTo>
                  <a:pt x="3524238" y="0"/>
                </a:lnTo>
                <a:cubicBezTo>
                  <a:pt x="3608413" y="0"/>
                  <a:pt x="3676650" y="68237"/>
                  <a:pt x="3676650" y="152412"/>
                </a:cubicBezTo>
                <a:lnTo>
                  <a:pt x="3676650" y="3419463"/>
                </a:lnTo>
                <a:cubicBezTo>
                  <a:pt x="3676650" y="3503638"/>
                  <a:pt x="3608413" y="3571875"/>
                  <a:pt x="3524238" y="3571875"/>
                </a:cubicBezTo>
                <a:lnTo>
                  <a:pt x="152412" y="3571875"/>
                </a:lnTo>
                <a:cubicBezTo>
                  <a:pt x="68237" y="3571875"/>
                  <a:pt x="0" y="3503638"/>
                  <a:pt x="0" y="3419463"/>
                </a:cubicBezTo>
                <a:lnTo>
                  <a:pt x="0" y="152412"/>
                </a:lnTo>
                <a:cubicBezTo>
                  <a:pt x="0" y="68237"/>
                  <a:pt x="68237" y="0"/>
                  <a:pt x="15241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54426" y="1952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22" name="Shape 20"/>
          <p:cNvSpPr/>
          <p:nvPr/>
        </p:nvSpPr>
        <p:spPr>
          <a:xfrm>
            <a:off x="4563963" y="20859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5025926" y="2047875"/>
            <a:ext cx="146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Automatización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54426" y="2562225"/>
            <a:ext cx="3286125" cy="609600"/>
          </a:xfrm>
          <a:custGeom>
            <a:avLst/>
            <a:gdLst/>
            <a:ahLst/>
            <a:cxnLst/>
            <a:rect l="l" t="t" r="r" b="b"/>
            <a:pathLst>
              <a:path w="3286125" h="609600">
                <a:moveTo>
                  <a:pt x="114300" y="0"/>
                </a:moveTo>
                <a:lnTo>
                  <a:pt x="3171825" y="0"/>
                </a:lnTo>
                <a:cubicBezTo>
                  <a:pt x="3234909" y="0"/>
                  <a:pt x="3286125" y="51216"/>
                  <a:pt x="3286125" y="114300"/>
                </a:cubicBezTo>
                <a:lnTo>
                  <a:pt x="3286125" y="495300"/>
                </a:lnTo>
                <a:cubicBezTo>
                  <a:pt x="3286125" y="558384"/>
                  <a:pt x="3234909" y="609600"/>
                  <a:pt x="3171825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5" name="Text 23"/>
          <p:cNvSpPr/>
          <p:nvPr/>
        </p:nvSpPr>
        <p:spPr>
          <a:xfrm>
            <a:off x="4568726" y="267652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Administrativa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68726" y="2905125"/>
            <a:ext cx="3114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Tareas repetitivas, flujos de trabajo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54426" y="3286125"/>
            <a:ext cx="3286125" cy="609600"/>
          </a:xfrm>
          <a:custGeom>
            <a:avLst/>
            <a:gdLst/>
            <a:ahLst/>
            <a:cxnLst/>
            <a:rect l="l" t="t" r="r" b="b"/>
            <a:pathLst>
              <a:path w="3286125" h="609600">
                <a:moveTo>
                  <a:pt x="114300" y="0"/>
                </a:moveTo>
                <a:lnTo>
                  <a:pt x="3171825" y="0"/>
                </a:lnTo>
                <a:cubicBezTo>
                  <a:pt x="3234909" y="0"/>
                  <a:pt x="3286125" y="51216"/>
                  <a:pt x="3286125" y="114300"/>
                </a:cubicBezTo>
                <a:lnTo>
                  <a:pt x="3286125" y="495300"/>
                </a:lnTo>
                <a:cubicBezTo>
                  <a:pt x="3286125" y="558384"/>
                  <a:pt x="3234909" y="609600"/>
                  <a:pt x="3171825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8" name="Text 26"/>
          <p:cNvSpPr/>
          <p:nvPr/>
        </p:nvSpPr>
        <p:spPr>
          <a:xfrm>
            <a:off x="4568726" y="340042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Traducción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68726" y="3629025"/>
            <a:ext cx="3114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Profesional multilingüe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54426" y="4010025"/>
            <a:ext cx="3286125" cy="609600"/>
          </a:xfrm>
          <a:custGeom>
            <a:avLst/>
            <a:gdLst/>
            <a:ahLst/>
            <a:cxnLst/>
            <a:rect l="l" t="t" r="r" b="b"/>
            <a:pathLst>
              <a:path w="3286125" h="609600">
                <a:moveTo>
                  <a:pt x="114300" y="0"/>
                </a:moveTo>
                <a:lnTo>
                  <a:pt x="3171825" y="0"/>
                </a:lnTo>
                <a:cubicBezTo>
                  <a:pt x="3234909" y="0"/>
                  <a:pt x="3286125" y="51216"/>
                  <a:pt x="3286125" y="114300"/>
                </a:cubicBezTo>
                <a:lnTo>
                  <a:pt x="3286125" y="495300"/>
                </a:lnTo>
                <a:cubicBezTo>
                  <a:pt x="3286125" y="558384"/>
                  <a:pt x="3234909" y="609600"/>
                  <a:pt x="3171825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31" name="Text 29"/>
          <p:cNvSpPr/>
          <p:nvPr/>
        </p:nvSpPr>
        <p:spPr>
          <a:xfrm>
            <a:off x="4568726" y="412432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Comunicación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68726" y="4352925"/>
            <a:ext cx="3114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Emails, mensajes, notificaciones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132713" y="1757363"/>
            <a:ext cx="3676650" cy="3571875"/>
          </a:xfrm>
          <a:custGeom>
            <a:avLst/>
            <a:gdLst/>
            <a:ahLst/>
            <a:cxnLst/>
            <a:rect l="l" t="t" r="r" b="b"/>
            <a:pathLst>
              <a:path w="3676650" h="3571875">
                <a:moveTo>
                  <a:pt x="152412" y="0"/>
                </a:moveTo>
                <a:lnTo>
                  <a:pt x="3524238" y="0"/>
                </a:lnTo>
                <a:cubicBezTo>
                  <a:pt x="3608413" y="0"/>
                  <a:pt x="3676650" y="68237"/>
                  <a:pt x="3676650" y="152412"/>
                </a:cubicBezTo>
                <a:lnTo>
                  <a:pt x="3676650" y="3419463"/>
                </a:lnTo>
                <a:cubicBezTo>
                  <a:pt x="3676650" y="3503638"/>
                  <a:pt x="3608413" y="3571875"/>
                  <a:pt x="3524238" y="3571875"/>
                </a:cubicBezTo>
                <a:lnTo>
                  <a:pt x="152412" y="3571875"/>
                </a:lnTo>
                <a:cubicBezTo>
                  <a:pt x="68237" y="3571875"/>
                  <a:pt x="0" y="3503638"/>
                  <a:pt x="0" y="3419463"/>
                </a:cubicBezTo>
                <a:lnTo>
                  <a:pt x="0" y="152412"/>
                </a:lnTo>
                <a:cubicBezTo>
                  <a:pt x="0" y="68237"/>
                  <a:pt x="68237" y="0"/>
                  <a:pt x="15241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327975" y="1952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35" name="Shape 33"/>
          <p:cNvSpPr/>
          <p:nvPr/>
        </p:nvSpPr>
        <p:spPr>
          <a:xfrm>
            <a:off x="8461325" y="20859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8968" y="10083"/>
                </a:moveTo>
                <a:cubicBezTo>
                  <a:pt x="144549" y="3683"/>
                  <a:pt x="152623" y="0"/>
                  <a:pt x="161144" y="0"/>
                </a:cubicBezTo>
                <a:cubicBezTo>
                  <a:pt x="177366" y="0"/>
                  <a:pt x="190537" y="13171"/>
                  <a:pt x="190537" y="29394"/>
                </a:cubicBezTo>
                <a:cubicBezTo>
                  <a:pt x="190537" y="37877"/>
                  <a:pt x="186854" y="45988"/>
                  <a:pt x="180454" y="51569"/>
                </a:cubicBezTo>
                <a:lnTo>
                  <a:pt x="105556" y="116756"/>
                </a:lnTo>
                <a:lnTo>
                  <a:pt x="101575" y="112737"/>
                </a:lnTo>
                <a:lnTo>
                  <a:pt x="77763" y="88925"/>
                </a:lnTo>
                <a:lnTo>
                  <a:pt x="73744" y="84944"/>
                </a:lnTo>
                <a:lnTo>
                  <a:pt x="138968" y="10083"/>
                </a:lnTo>
                <a:close/>
                <a:moveTo>
                  <a:pt x="59941" y="96366"/>
                </a:moveTo>
                <a:cubicBezTo>
                  <a:pt x="60275" y="96738"/>
                  <a:pt x="69949" y="106412"/>
                  <a:pt x="88925" y="125388"/>
                </a:cubicBezTo>
                <a:lnTo>
                  <a:pt x="94097" y="130559"/>
                </a:lnTo>
                <a:lnTo>
                  <a:pt x="87734" y="158167"/>
                </a:lnTo>
                <a:cubicBezTo>
                  <a:pt x="86283" y="164529"/>
                  <a:pt x="81446" y="169590"/>
                  <a:pt x="75158" y="171338"/>
                </a:cubicBezTo>
                <a:lnTo>
                  <a:pt x="11981" y="189012"/>
                </a:lnTo>
                <a:lnTo>
                  <a:pt x="46323" y="154670"/>
                </a:lnTo>
                <a:cubicBezTo>
                  <a:pt x="46769" y="154707"/>
                  <a:pt x="47179" y="154744"/>
                  <a:pt x="47625" y="154744"/>
                </a:cubicBezTo>
                <a:cubicBezTo>
                  <a:pt x="54211" y="154744"/>
                  <a:pt x="59531" y="149423"/>
                  <a:pt x="59531" y="142838"/>
                </a:cubicBezTo>
                <a:cubicBezTo>
                  <a:pt x="59531" y="136252"/>
                  <a:pt x="54211" y="130932"/>
                  <a:pt x="47625" y="130932"/>
                </a:cubicBezTo>
                <a:cubicBezTo>
                  <a:pt x="41039" y="130932"/>
                  <a:pt x="35719" y="136252"/>
                  <a:pt x="35719" y="142838"/>
                </a:cubicBezTo>
                <a:cubicBezTo>
                  <a:pt x="35719" y="143284"/>
                  <a:pt x="35756" y="143731"/>
                  <a:pt x="35793" y="144140"/>
                </a:cubicBezTo>
                <a:lnTo>
                  <a:pt x="1451" y="178519"/>
                </a:lnTo>
                <a:lnTo>
                  <a:pt x="19162" y="115342"/>
                </a:lnTo>
                <a:cubicBezTo>
                  <a:pt x="20910" y="109054"/>
                  <a:pt x="25971" y="104217"/>
                  <a:pt x="32333" y="102766"/>
                </a:cubicBezTo>
                <a:lnTo>
                  <a:pt x="59941" y="9636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8899475" y="2047875"/>
            <a:ext cx="100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Contenido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327975" y="2562225"/>
            <a:ext cx="3286125" cy="609600"/>
          </a:xfrm>
          <a:custGeom>
            <a:avLst/>
            <a:gdLst/>
            <a:ahLst/>
            <a:cxnLst/>
            <a:rect l="l" t="t" r="r" b="b"/>
            <a:pathLst>
              <a:path w="3286125" h="609600">
                <a:moveTo>
                  <a:pt x="114300" y="0"/>
                </a:moveTo>
                <a:lnTo>
                  <a:pt x="3171825" y="0"/>
                </a:lnTo>
                <a:cubicBezTo>
                  <a:pt x="3234909" y="0"/>
                  <a:pt x="3286125" y="51216"/>
                  <a:pt x="3286125" y="114300"/>
                </a:cubicBezTo>
                <a:lnTo>
                  <a:pt x="3286125" y="495300"/>
                </a:lnTo>
                <a:cubicBezTo>
                  <a:pt x="3286125" y="558384"/>
                  <a:pt x="3234909" y="609600"/>
                  <a:pt x="3171825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38" name="Text 36"/>
          <p:cNvSpPr/>
          <p:nvPr/>
        </p:nvSpPr>
        <p:spPr>
          <a:xfrm>
            <a:off x="8442275" y="267652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Generación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442275" y="2905125"/>
            <a:ext cx="3114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Blog, redes sociales, newsletters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327975" y="3286125"/>
            <a:ext cx="3286125" cy="609600"/>
          </a:xfrm>
          <a:custGeom>
            <a:avLst/>
            <a:gdLst/>
            <a:ahLst/>
            <a:cxnLst/>
            <a:rect l="l" t="t" r="r" b="b"/>
            <a:pathLst>
              <a:path w="3286125" h="609600">
                <a:moveTo>
                  <a:pt x="114300" y="0"/>
                </a:moveTo>
                <a:lnTo>
                  <a:pt x="3171825" y="0"/>
                </a:lnTo>
                <a:cubicBezTo>
                  <a:pt x="3234909" y="0"/>
                  <a:pt x="3286125" y="51216"/>
                  <a:pt x="3286125" y="114300"/>
                </a:cubicBezTo>
                <a:lnTo>
                  <a:pt x="3286125" y="495300"/>
                </a:lnTo>
                <a:cubicBezTo>
                  <a:pt x="3286125" y="558384"/>
                  <a:pt x="3234909" y="609600"/>
                  <a:pt x="3171825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41" name="Text 39"/>
          <p:cNvSpPr/>
          <p:nvPr/>
        </p:nvSpPr>
        <p:spPr>
          <a:xfrm>
            <a:off x="8442275" y="340042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Optimización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442275" y="3629025"/>
            <a:ext cx="3114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SEO, engagement, conversión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327975" y="4010025"/>
            <a:ext cx="3286125" cy="609600"/>
          </a:xfrm>
          <a:custGeom>
            <a:avLst/>
            <a:gdLst/>
            <a:ahLst/>
            <a:cxnLst/>
            <a:rect l="l" t="t" r="r" b="b"/>
            <a:pathLst>
              <a:path w="3286125" h="609600">
                <a:moveTo>
                  <a:pt x="114300" y="0"/>
                </a:moveTo>
                <a:lnTo>
                  <a:pt x="3171825" y="0"/>
                </a:lnTo>
                <a:cubicBezTo>
                  <a:pt x="3234909" y="0"/>
                  <a:pt x="3286125" y="51216"/>
                  <a:pt x="3286125" y="114300"/>
                </a:cubicBezTo>
                <a:lnTo>
                  <a:pt x="3286125" y="495300"/>
                </a:lnTo>
                <a:cubicBezTo>
                  <a:pt x="3286125" y="558384"/>
                  <a:pt x="3234909" y="609600"/>
                  <a:pt x="3171825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44" name="Text 42"/>
          <p:cNvSpPr/>
          <p:nvPr/>
        </p:nvSpPr>
        <p:spPr>
          <a:xfrm>
            <a:off x="8442275" y="412432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Personalización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442275" y="4352925"/>
            <a:ext cx="3114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Segmentación dinámica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81000" y="5562600"/>
            <a:ext cx="11430000" cy="914400"/>
          </a:xfrm>
          <a:custGeom>
            <a:avLst/>
            <a:gdLst/>
            <a:ahLst/>
            <a:cxnLst/>
            <a:rect l="l" t="t" r="r" b="b"/>
            <a:pathLst>
              <a:path w="11430000" h="914400">
                <a:moveTo>
                  <a:pt x="152403" y="0"/>
                </a:moveTo>
                <a:lnTo>
                  <a:pt x="11277597" y="0"/>
                </a:lnTo>
                <a:cubicBezTo>
                  <a:pt x="11361767" y="0"/>
                  <a:pt x="11430000" y="68233"/>
                  <a:pt x="11430000" y="152403"/>
                </a:cubicBezTo>
                <a:lnTo>
                  <a:pt x="11430000" y="761997"/>
                </a:lnTo>
                <a:cubicBezTo>
                  <a:pt x="11430000" y="846167"/>
                  <a:pt x="11361767" y="914400"/>
                  <a:pt x="11277597" y="914400"/>
                </a:cubicBezTo>
                <a:lnTo>
                  <a:pt x="152403" y="914400"/>
                </a:lnTo>
                <a:cubicBezTo>
                  <a:pt x="68290" y="914400"/>
                  <a:pt x="0" y="846110"/>
                  <a:pt x="0" y="7619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>
                  <a:alpha val="10000"/>
                </a:srgbClr>
              </a:gs>
              <a:gs pos="50000">
                <a:srgbClr val="34C759">
                  <a:alpha val="10000"/>
                </a:srgbClr>
              </a:gs>
              <a:gs pos="100000">
                <a:srgbClr val="86868B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47" name="Shape 45"/>
          <p:cNvSpPr/>
          <p:nvPr/>
        </p:nvSpPr>
        <p:spPr>
          <a:xfrm>
            <a:off x="571500" y="57531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8" name="Shape 46"/>
          <p:cNvSpPr/>
          <p:nvPr/>
        </p:nvSpPr>
        <p:spPr>
          <a:xfrm>
            <a:off x="709613" y="59055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00057" y="43354"/>
                </a:moveTo>
                <a:lnTo>
                  <a:pt x="100057" y="65499"/>
                </a:lnTo>
                <a:lnTo>
                  <a:pt x="100280" y="65723"/>
                </a:lnTo>
                <a:cubicBezTo>
                  <a:pt x="103183" y="28932"/>
                  <a:pt x="133945" y="0"/>
                  <a:pt x="171495" y="0"/>
                </a:cubicBezTo>
                <a:cubicBezTo>
                  <a:pt x="180469" y="0"/>
                  <a:pt x="189086" y="1652"/>
                  <a:pt x="196989" y="4688"/>
                </a:cubicBezTo>
                <a:cubicBezTo>
                  <a:pt x="201454" y="6385"/>
                  <a:pt x="202257" y="12055"/>
                  <a:pt x="198909" y="15448"/>
                </a:cubicBezTo>
                <a:lnTo>
                  <a:pt x="159306" y="55052"/>
                </a:lnTo>
                <a:cubicBezTo>
                  <a:pt x="157966" y="56391"/>
                  <a:pt x="157207" y="58222"/>
                  <a:pt x="157207" y="60097"/>
                </a:cubicBezTo>
                <a:lnTo>
                  <a:pt x="157207" y="78581"/>
                </a:lnTo>
                <a:cubicBezTo>
                  <a:pt x="157207" y="82510"/>
                  <a:pt x="160422" y="85725"/>
                  <a:pt x="164351" y="85725"/>
                </a:cubicBezTo>
                <a:lnTo>
                  <a:pt x="182835" y="85725"/>
                </a:lnTo>
                <a:cubicBezTo>
                  <a:pt x="184711" y="85725"/>
                  <a:pt x="186541" y="84966"/>
                  <a:pt x="187881" y="83627"/>
                </a:cubicBezTo>
                <a:lnTo>
                  <a:pt x="227484" y="44023"/>
                </a:lnTo>
                <a:cubicBezTo>
                  <a:pt x="230877" y="40630"/>
                  <a:pt x="236547" y="41478"/>
                  <a:pt x="238244" y="45943"/>
                </a:cubicBezTo>
                <a:cubicBezTo>
                  <a:pt x="241280" y="53846"/>
                  <a:pt x="242932" y="62463"/>
                  <a:pt x="242932" y="71438"/>
                </a:cubicBezTo>
                <a:cubicBezTo>
                  <a:pt x="242932" y="98494"/>
                  <a:pt x="227886" y="122069"/>
                  <a:pt x="205651" y="134169"/>
                </a:cubicBezTo>
                <a:lnTo>
                  <a:pt x="242039" y="170557"/>
                </a:lnTo>
                <a:cubicBezTo>
                  <a:pt x="250388" y="178906"/>
                  <a:pt x="250388" y="192479"/>
                  <a:pt x="242039" y="200873"/>
                </a:cubicBezTo>
                <a:lnTo>
                  <a:pt x="215205" y="227707"/>
                </a:lnTo>
                <a:cubicBezTo>
                  <a:pt x="206856" y="236056"/>
                  <a:pt x="193283" y="236056"/>
                  <a:pt x="184889" y="227707"/>
                </a:cubicBezTo>
                <a:lnTo>
                  <a:pt x="128632" y="171450"/>
                </a:lnTo>
                <a:cubicBezTo>
                  <a:pt x="116398" y="159216"/>
                  <a:pt x="113630" y="141134"/>
                  <a:pt x="120372" y="126221"/>
                </a:cubicBezTo>
                <a:lnTo>
                  <a:pt x="79876" y="85725"/>
                </a:lnTo>
                <a:lnTo>
                  <a:pt x="57730" y="85725"/>
                </a:lnTo>
                <a:cubicBezTo>
                  <a:pt x="52953" y="85725"/>
                  <a:pt x="48488" y="83359"/>
                  <a:pt x="45854" y="79385"/>
                </a:cubicBezTo>
                <a:lnTo>
                  <a:pt x="10448" y="26298"/>
                </a:lnTo>
                <a:cubicBezTo>
                  <a:pt x="8573" y="23485"/>
                  <a:pt x="8930" y="19690"/>
                  <a:pt x="11341" y="17279"/>
                </a:cubicBezTo>
                <a:lnTo>
                  <a:pt x="31611" y="-2991"/>
                </a:lnTo>
                <a:cubicBezTo>
                  <a:pt x="34022" y="-5402"/>
                  <a:pt x="37773" y="-5760"/>
                  <a:pt x="40630" y="-3884"/>
                </a:cubicBezTo>
                <a:lnTo>
                  <a:pt x="93717" y="31477"/>
                </a:lnTo>
                <a:cubicBezTo>
                  <a:pt x="97691" y="34111"/>
                  <a:pt x="100057" y="38576"/>
                  <a:pt x="100057" y="43354"/>
                </a:cubicBezTo>
                <a:close/>
                <a:moveTo>
                  <a:pt x="96262" y="132427"/>
                </a:moveTo>
                <a:cubicBezTo>
                  <a:pt x="93449" y="148947"/>
                  <a:pt x="97334" y="166405"/>
                  <a:pt x="108049" y="180380"/>
                </a:cubicBezTo>
                <a:lnTo>
                  <a:pt x="65633" y="222751"/>
                </a:lnTo>
                <a:cubicBezTo>
                  <a:pt x="53087" y="235297"/>
                  <a:pt x="32727" y="235297"/>
                  <a:pt x="20181" y="222751"/>
                </a:cubicBezTo>
                <a:cubicBezTo>
                  <a:pt x="7635" y="210205"/>
                  <a:pt x="7635" y="189845"/>
                  <a:pt x="20181" y="177299"/>
                </a:cubicBezTo>
                <a:lnTo>
                  <a:pt x="80635" y="116845"/>
                </a:lnTo>
                <a:lnTo>
                  <a:pt x="96262" y="13247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1257300" y="5791200"/>
            <a:ext cx="3829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Semana 7 - Taller Práctico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257300" y="5981700"/>
            <a:ext cx="3857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Integración de herramientas con casos reales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745266" y="5753100"/>
            <a:ext cx="847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783366" y="6096000"/>
            <a:ext cx="771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Práctico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0750897" y="5791200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>
              <a:alpha val="30196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10917585" y="5753100"/>
            <a:ext cx="7715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4C7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0955685" y="6096000"/>
            <a:ext cx="695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Intermedia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4255" y="324255"/>
            <a:ext cx="891702" cy="194553"/>
          </a:xfrm>
          <a:custGeom>
            <a:avLst/>
            <a:gdLst/>
            <a:ahLst/>
            <a:cxnLst/>
            <a:rect l="l" t="t" r="r" b="b"/>
            <a:pathLst>
              <a:path w="891702" h="194553">
                <a:moveTo>
                  <a:pt x="97277" y="0"/>
                </a:moveTo>
                <a:lnTo>
                  <a:pt x="794426" y="0"/>
                </a:lnTo>
                <a:cubicBezTo>
                  <a:pt x="848150" y="0"/>
                  <a:pt x="891702" y="43552"/>
                  <a:pt x="891702" y="97277"/>
                </a:cubicBezTo>
                <a:lnTo>
                  <a:pt x="891702" y="97277"/>
                </a:lnTo>
                <a:cubicBezTo>
                  <a:pt x="891702" y="151001"/>
                  <a:pt x="848150" y="194553"/>
                  <a:pt x="794426" y="194553"/>
                </a:cubicBezTo>
                <a:lnTo>
                  <a:pt x="97277" y="194553"/>
                </a:lnTo>
                <a:cubicBezTo>
                  <a:pt x="43588" y="194553"/>
                  <a:pt x="0" y="150965"/>
                  <a:pt x="0" y="97277"/>
                </a:cubicBezTo>
                <a:lnTo>
                  <a:pt x="0" y="97277"/>
                </a:lnTo>
                <a:cubicBezTo>
                  <a:pt x="0" y="43588"/>
                  <a:pt x="43588" y="0"/>
                  <a:pt x="97277" y="0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3" name="Text 1"/>
          <p:cNvSpPr/>
          <p:nvPr/>
        </p:nvSpPr>
        <p:spPr>
          <a:xfrm>
            <a:off x="324255" y="324255"/>
            <a:ext cx="940340" cy="194553"/>
          </a:xfrm>
          <a:prstGeom prst="rect">
            <a:avLst/>
          </a:prstGeom>
          <a:noFill/>
          <a:ln/>
        </p:spPr>
        <p:txBody>
          <a:bodyPr wrap="square" lIns="97277" tIns="32426" rIns="97277" bIns="32426" rtlCol="0" anchor="ctr"/>
          <a:lstStyle/>
          <a:p>
            <a:pPr>
              <a:lnSpc>
                <a:spcPct val="110000"/>
              </a:lnSpc>
            </a:pPr>
            <a:r>
              <a:rPr lang="en-US" sz="766" b="1" spc="38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SEMANAS 8-9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0701" y="340468"/>
            <a:ext cx="559340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6 - 17 abril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4255" y="616085"/>
            <a:ext cx="11738043" cy="38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64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Automatización No-Code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4255" y="1070043"/>
            <a:ext cx="11624553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Implementar flujos de trabajo inteligentes sin programación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8309" y="1495628"/>
            <a:ext cx="7555149" cy="1596957"/>
          </a:xfrm>
          <a:custGeom>
            <a:avLst/>
            <a:gdLst/>
            <a:ahLst/>
            <a:cxnLst/>
            <a:rect l="l" t="t" r="r" b="b"/>
            <a:pathLst>
              <a:path w="7555149" h="1596957">
                <a:moveTo>
                  <a:pt x="129705" y="0"/>
                </a:moveTo>
                <a:lnTo>
                  <a:pt x="7425444" y="0"/>
                </a:lnTo>
                <a:cubicBezTo>
                  <a:pt x="7497078" y="0"/>
                  <a:pt x="7555149" y="58071"/>
                  <a:pt x="7555149" y="129705"/>
                </a:cubicBezTo>
                <a:lnTo>
                  <a:pt x="7555149" y="1467253"/>
                </a:lnTo>
                <a:cubicBezTo>
                  <a:pt x="7555149" y="1538887"/>
                  <a:pt x="7497078" y="1596957"/>
                  <a:pt x="7425444" y="1596957"/>
                </a:cubicBezTo>
                <a:lnTo>
                  <a:pt x="129705" y="1596957"/>
                </a:lnTo>
                <a:cubicBezTo>
                  <a:pt x="58071" y="1596957"/>
                  <a:pt x="0" y="1538887"/>
                  <a:pt x="0" y="1467253"/>
                </a:cubicBezTo>
                <a:lnTo>
                  <a:pt x="0" y="129705"/>
                </a:lnTo>
                <a:cubicBezTo>
                  <a:pt x="0" y="58119"/>
                  <a:pt x="58119" y="0"/>
                  <a:pt x="129705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4319" dist="8106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26915" y="1694234"/>
            <a:ext cx="389106" cy="389106"/>
          </a:xfrm>
          <a:custGeom>
            <a:avLst/>
            <a:gdLst/>
            <a:ahLst/>
            <a:cxnLst/>
            <a:rect l="l" t="t" r="r" b="b"/>
            <a:pathLst>
              <a:path w="389106" h="389106">
                <a:moveTo>
                  <a:pt x="97277" y="0"/>
                </a:moveTo>
                <a:lnTo>
                  <a:pt x="291830" y="0"/>
                </a:lnTo>
                <a:cubicBezTo>
                  <a:pt x="345554" y="0"/>
                  <a:pt x="389106" y="43552"/>
                  <a:pt x="389106" y="97277"/>
                </a:cubicBezTo>
                <a:lnTo>
                  <a:pt x="389106" y="291830"/>
                </a:lnTo>
                <a:cubicBezTo>
                  <a:pt x="389106" y="345554"/>
                  <a:pt x="345554" y="389106"/>
                  <a:pt x="291830" y="389106"/>
                </a:cubicBezTo>
                <a:lnTo>
                  <a:pt x="97277" y="389106"/>
                </a:lnTo>
                <a:cubicBezTo>
                  <a:pt x="43552" y="389106"/>
                  <a:pt x="0" y="345554"/>
                  <a:pt x="0" y="291830"/>
                </a:cubicBezTo>
                <a:lnTo>
                  <a:pt x="0" y="97277"/>
                </a:lnTo>
                <a:cubicBezTo>
                  <a:pt x="0" y="43588"/>
                  <a:pt x="43588" y="0"/>
                  <a:pt x="97277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9" name="Shape 7"/>
          <p:cNvSpPr/>
          <p:nvPr/>
        </p:nvSpPr>
        <p:spPr>
          <a:xfrm>
            <a:off x="640404" y="1807723"/>
            <a:ext cx="162128" cy="162128"/>
          </a:xfrm>
          <a:custGeom>
            <a:avLst/>
            <a:gdLst/>
            <a:ahLst/>
            <a:cxnLst/>
            <a:rect l="l" t="t" r="r" b="b"/>
            <a:pathLst>
              <a:path w="162128" h="162128">
                <a:moveTo>
                  <a:pt x="0" y="25332"/>
                </a:moveTo>
                <a:cubicBezTo>
                  <a:pt x="0" y="16941"/>
                  <a:pt x="6808" y="10133"/>
                  <a:pt x="15199" y="10133"/>
                </a:cubicBezTo>
                <a:lnTo>
                  <a:pt x="45598" y="10133"/>
                </a:lnTo>
                <a:cubicBezTo>
                  <a:pt x="53990" y="10133"/>
                  <a:pt x="60798" y="16941"/>
                  <a:pt x="60798" y="25332"/>
                </a:cubicBezTo>
                <a:lnTo>
                  <a:pt x="60798" y="30399"/>
                </a:lnTo>
                <a:lnTo>
                  <a:pt x="101330" y="30399"/>
                </a:lnTo>
                <a:lnTo>
                  <a:pt x="101330" y="25332"/>
                </a:lnTo>
                <a:cubicBezTo>
                  <a:pt x="101330" y="16941"/>
                  <a:pt x="108138" y="10133"/>
                  <a:pt x="116529" y="10133"/>
                </a:cubicBezTo>
                <a:lnTo>
                  <a:pt x="146928" y="10133"/>
                </a:lnTo>
                <a:cubicBezTo>
                  <a:pt x="155320" y="10133"/>
                  <a:pt x="162128" y="16941"/>
                  <a:pt x="162128" y="25332"/>
                </a:cubicBezTo>
                <a:lnTo>
                  <a:pt x="162128" y="55731"/>
                </a:lnTo>
                <a:cubicBezTo>
                  <a:pt x="162128" y="64123"/>
                  <a:pt x="155320" y="70931"/>
                  <a:pt x="146928" y="70931"/>
                </a:cubicBezTo>
                <a:lnTo>
                  <a:pt x="116529" y="70931"/>
                </a:lnTo>
                <a:cubicBezTo>
                  <a:pt x="108138" y="70931"/>
                  <a:pt x="101330" y="64123"/>
                  <a:pt x="101330" y="55731"/>
                </a:cubicBezTo>
                <a:lnTo>
                  <a:pt x="101330" y="50665"/>
                </a:lnTo>
                <a:lnTo>
                  <a:pt x="60798" y="50665"/>
                </a:lnTo>
                <a:lnTo>
                  <a:pt x="60798" y="55731"/>
                </a:lnTo>
                <a:cubicBezTo>
                  <a:pt x="60798" y="58043"/>
                  <a:pt x="60260" y="60260"/>
                  <a:pt x="59341" y="62223"/>
                </a:cubicBezTo>
                <a:lnTo>
                  <a:pt x="81064" y="91197"/>
                </a:lnTo>
                <a:lnTo>
                  <a:pt x="106396" y="91197"/>
                </a:lnTo>
                <a:cubicBezTo>
                  <a:pt x="114788" y="91197"/>
                  <a:pt x="121596" y="98005"/>
                  <a:pt x="121596" y="106396"/>
                </a:cubicBezTo>
                <a:lnTo>
                  <a:pt x="121596" y="136795"/>
                </a:lnTo>
                <a:cubicBezTo>
                  <a:pt x="121596" y="145187"/>
                  <a:pt x="114788" y="151995"/>
                  <a:pt x="106396" y="151995"/>
                </a:cubicBezTo>
                <a:lnTo>
                  <a:pt x="75997" y="151995"/>
                </a:lnTo>
                <a:cubicBezTo>
                  <a:pt x="67606" y="151995"/>
                  <a:pt x="60798" y="145187"/>
                  <a:pt x="60798" y="136795"/>
                </a:cubicBezTo>
                <a:lnTo>
                  <a:pt x="60798" y="106396"/>
                </a:lnTo>
                <a:cubicBezTo>
                  <a:pt x="60798" y="104085"/>
                  <a:pt x="61336" y="101868"/>
                  <a:pt x="62254" y="99905"/>
                </a:cubicBezTo>
                <a:lnTo>
                  <a:pt x="40532" y="70931"/>
                </a:lnTo>
                <a:lnTo>
                  <a:pt x="15199" y="70931"/>
                </a:lnTo>
                <a:cubicBezTo>
                  <a:pt x="6808" y="70931"/>
                  <a:pt x="0" y="64123"/>
                  <a:pt x="0" y="55731"/>
                </a:cubicBezTo>
                <a:lnTo>
                  <a:pt x="0" y="2533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13298" y="1759085"/>
            <a:ext cx="2140085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32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Workflows Inteligentes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26915" y="2213043"/>
            <a:ext cx="3518170" cy="680936"/>
          </a:xfrm>
          <a:custGeom>
            <a:avLst/>
            <a:gdLst/>
            <a:ahLst/>
            <a:cxnLst/>
            <a:rect l="l" t="t" r="r" b="b"/>
            <a:pathLst>
              <a:path w="3518170" h="680936">
                <a:moveTo>
                  <a:pt x="97279" y="0"/>
                </a:moveTo>
                <a:lnTo>
                  <a:pt x="3420892" y="0"/>
                </a:lnTo>
                <a:cubicBezTo>
                  <a:pt x="3474617" y="0"/>
                  <a:pt x="3518170" y="43553"/>
                  <a:pt x="3518170" y="97279"/>
                </a:cubicBezTo>
                <a:lnTo>
                  <a:pt x="3518170" y="583658"/>
                </a:lnTo>
                <a:cubicBezTo>
                  <a:pt x="3518170" y="637383"/>
                  <a:pt x="3474617" y="680936"/>
                  <a:pt x="3420892" y="680936"/>
                </a:cubicBezTo>
                <a:lnTo>
                  <a:pt x="97279" y="680936"/>
                </a:lnTo>
                <a:cubicBezTo>
                  <a:pt x="43553" y="680936"/>
                  <a:pt x="0" y="637383"/>
                  <a:pt x="0" y="583658"/>
                </a:cubicBezTo>
                <a:lnTo>
                  <a:pt x="0" y="97279"/>
                </a:lnTo>
                <a:cubicBezTo>
                  <a:pt x="0" y="43589"/>
                  <a:pt x="43589" y="0"/>
                  <a:pt x="97279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2" name="Shape 10"/>
          <p:cNvSpPr/>
          <p:nvPr/>
        </p:nvSpPr>
        <p:spPr>
          <a:xfrm>
            <a:off x="672830" y="2375170"/>
            <a:ext cx="129702" cy="129702"/>
          </a:xfrm>
          <a:custGeom>
            <a:avLst/>
            <a:gdLst/>
            <a:ahLst/>
            <a:cxnLst/>
            <a:rect l="l" t="t" r="r" b="b"/>
            <a:pathLst>
              <a:path w="129702" h="129702">
                <a:moveTo>
                  <a:pt x="48638" y="16213"/>
                </a:moveTo>
                <a:cubicBezTo>
                  <a:pt x="48638" y="11729"/>
                  <a:pt x="52261" y="8106"/>
                  <a:pt x="56745" y="8106"/>
                </a:cubicBezTo>
                <a:lnTo>
                  <a:pt x="72957" y="8106"/>
                </a:lnTo>
                <a:cubicBezTo>
                  <a:pt x="77441" y="8106"/>
                  <a:pt x="81064" y="11729"/>
                  <a:pt x="81064" y="16213"/>
                </a:cubicBezTo>
                <a:lnTo>
                  <a:pt x="81064" y="32426"/>
                </a:lnTo>
                <a:cubicBezTo>
                  <a:pt x="81064" y="36909"/>
                  <a:pt x="77441" y="40532"/>
                  <a:pt x="72957" y="40532"/>
                </a:cubicBezTo>
                <a:lnTo>
                  <a:pt x="70931" y="40532"/>
                </a:lnTo>
                <a:lnTo>
                  <a:pt x="70931" y="56745"/>
                </a:lnTo>
                <a:lnTo>
                  <a:pt x="101330" y="56745"/>
                </a:lnTo>
                <a:cubicBezTo>
                  <a:pt x="111412" y="56745"/>
                  <a:pt x="119569" y="64902"/>
                  <a:pt x="119569" y="74984"/>
                </a:cubicBezTo>
                <a:lnTo>
                  <a:pt x="119569" y="89170"/>
                </a:lnTo>
                <a:lnTo>
                  <a:pt x="121596" y="89170"/>
                </a:lnTo>
                <a:cubicBezTo>
                  <a:pt x="126080" y="89170"/>
                  <a:pt x="129702" y="92793"/>
                  <a:pt x="129702" y="97277"/>
                </a:cubicBezTo>
                <a:lnTo>
                  <a:pt x="129702" y="113489"/>
                </a:lnTo>
                <a:cubicBezTo>
                  <a:pt x="129702" y="117973"/>
                  <a:pt x="126080" y="121596"/>
                  <a:pt x="121596" y="121596"/>
                </a:cubicBezTo>
                <a:lnTo>
                  <a:pt x="105383" y="121596"/>
                </a:lnTo>
                <a:cubicBezTo>
                  <a:pt x="100899" y="121596"/>
                  <a:pt x="97277" y="117973"/>
                  <a:pt x="97277" y="113489"/>
                </a:cubicBezTo>
                <a:lnTo>
                  <a:pt x="97277" y="97277"/>
                </a:lnTo>
                <a:cubicBezTo>
                  <a:pt x="97277" y="92793"/>
                  <a:pt x="100899" y="89170"/>
                  <a:pt x="105383" y="89170"/>
                </a:cubicBezTo>
                <a:lnTo>
                  <a:pt x="107410" y="89170"/>
                </a:lnTo>
                <a:lnTo>
                  <a:pt x="107410" y="74984"/>
                </a:lnTo>
                <a:cubicBezTo>
                  <a:pt x="107410" y="71615"/>
                  <a:pt x="104699" y="68904"/>
                  <a:pt x="101330" y="68904"/>
                </a:cubicBezTo>
                <a:lnTo>
                  <a:pt x="70931" y="68904"/>
                </a:lnTo>
                <a:lnTo>
                  <a:pt x="70931" y="89170"/>
                </a:lnTo>
                <a:lnTo>
                  <a:pt x="72957" y="89170"/>
                </a:lnTo>
                <a:cubicBezTo>
                  <a:pt x="77441" y="89170"/>
                  <a:pt x="81064" y="92793"/>
                  <a:pt x="81064" y="97277"/>
                </a:cubicBezTo>
                <a:lnTo>
                  <a:pt x="81064" y="113489"/>
                </a:lnTo>
                <a:cubicBezTo>
                  <a:pt x="81064" y="117973"/>
                  <a:pt x="77441" y="121596"/>
                  <a:pt x="72957" y="121596"/>
                </a:cubicBezTo>
                <a:lnTo>
                  <a:pt x="56745" y="121596"/>
                </a:lnTo>
                <a:cubicBezTo>
                  <a:pt x="52261" y="121596"/>
                  <a:pt x="48638" y="117973"/>
                  <a:pt x="48638" y="113489"/>
                </a:cubicBezTo>
                <a:lnTo>
                  <a:pt x="48638" y="97277"/>
                </a:lnTo>
                <a:cubicBezTo>
                  <a:pt x="48638" y="92793"/>
                  <a:pt x="52261" y="89170"/>
                  <a:pt x="56745" y="89170"/>
                </a:cubicBezTo>
                <a:lnTo>
                  <a:pt x="58771" y="89170"/>
                </a:lnTo>
                <a:lnTo>
                  <a:pt x="58771" y="68904"/>
                </a:lnTo>
                <a:lnTo>
                  <a:pt x="28372" y="68904"/>
                </a:lnTo>
                <a:cubicBezTo>
                  <a:pt x="25003" y="68904"/>
                  <a:pt x="22293" y="71615"/>
                  <a:pt x="22293" y="74984"/>
                </a:cubicBezTo>
                <a:lnTo>
                  <a:pt x="22293" y="89170"/>
                </a:lnTo>
                <a:lnTo>
                  <a:pt x="24319" y="89170"/>
                </a:lnTo>
                <a:cubicBezTo>
                  <a:pt x="28803" y="89170"/>
                  <a:pt x="32426" y="92793"/>
                  <a:pt x="32426" y="97277"/>
                </a:cubicBezTo>
                <a:lnTo>
                  <a:pt x="32426" y="113489"/>
                </a:lnTo>
                <a:cubicBezTo>
                  <a:pt x="32426" y="117973"/>
                  <a:pt x="28803" y="121596"/>
                  <a:pt x="24319" y="121596"/>
                </a:cubicBezTo>
                <a:lnTo>
                  <a:pt x="8106" y="121596"/>
                </a:lnTo>
                <a:cubicBezTo>
                  <a:pt x="3623" y="121596"/>
                  <a:pt x="0" y="117973"/>
                  <a:pt x="0" y="113489"/>
                </a:cubicBezTo>
                <a:lnTo>
                  <a:pt x="0" y="97277"/>
                </a:lnTo>
                <a:cubicBezTo>
                  <a:pt x="0" y="92793"/>
                  <a:pt x="3623" y="89170"/>
                  <a:pt x="8106" y="89170"/>
                </a:cubicBezTo>
                <a:lnTo>
                  <a:pt x="10133" y="89170"/>
                </a:lnTo>
                <a:lnTo>
                  <a:pt x="10133" y="74984"/>
                </a:lnTo>
                <a:cubicBezTo>
                  <a:pt x="10133" y="64902"/>
                  <a:pt x="18290" y="56745"/>
                  <a:pt x="28372" y="56745"/>
                </a:cubicBezTo>
                <a:lnTo>
                  <a:pt x="58771" y="56745"/>
                </a:lnTo>
                <a:lnTo>
                  <a:pt x="58771" y="40532"/>
                </a:lnTo>
                <a:lnTo>
                  <a:pt x="56745" y="40532"/>
                </a:lnTo>
                <a:cubicBezTo>
                  <a:pt x="52261" y="40532"/>
                  <a:pt x="48638" y="36909"/>
                  <a:pt x="48638" y="32426"/>
                </a:cubicBezTo>
                <a:lnTo>
                  <a:pt x="48638" y="16213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3" name="Text 11"/>
          <p:cNvSpPr/>
          <p:nvPr/>
        </p:nvSpPr>
        <p:spPr>
          <a:xfrm>
            <a:off x="883596" y="2342745"/>
            <a:ext cx="599872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Procesos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6617" y="2602149"/>
            <a:ext cx="3315511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Automatización de flujos empresariales complejos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172001" y="2213043"/>
            <a:ext cx="3518170" cy="680936"/>
          </a:xfrm>
          <a:custGeom>
            <a:avLst/>
            <a:gdLst/>
            <a:ahLst/>
            <a:cxnLst/>
            <a:rect l="l" t="t" r="r" b="b"/>
            <a:pathLst>
              <a:path w="3518170" h="680936">
                <a:moveTo>
                  <a:pt x="97279" y="0"/>
                </a:moveTo>
                <a:lnTo>
                  <a:pt x="3420892" y="0"/>
                </a:lnTo>
                <a:cubicBezTo>
                  <a:pt x="3474617" y="0"/>
                  <a:pt x="3518170" y="43553"/>
                  <a:pt x="3518170" y="97279"/>
                </a:cubicBezTo>
                <a:lnTo>
                  <a:pt x="3518170" y="583658"/>
                </a:lnTo>
                <a:cubicBezTo>
                  <a:pt x="3518170" y="637383"/>
                  <a:pt x="3474617" y="680936"/>
                  <a:pt x="3420892" y="680936"/>
                </a:cubicBezTo>
                <a:lnTo>
                  <a:pt x="97279" y="680936"/>
                </a:lnTo>
                <a:cubicBezTo>
                  <a:pt x="43553" y="680936"/>
                  <a:pt x="0" y="637383"/>
                  <a:pt x="0" y="583658"/>
                </a:cubicBezTo>
                <a:lnTo>
                  <a:pt x="0" y="97279"/>
                </a:lnTo>
                <a:cubicBezTo>
                  <a:pt x="0" y="43589"/>
                  <a:pt x="43589" y="0"/>
                  <a:pt x="97279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6" name="Shape 14"/>
          <p:cNvSpPr/>
          <p:nvPr/>
        </p:nvSpPr>
        <p:spPr>
          <a:xfrm>
            <a:off x="4326022" y="2375170"/>
            <a:ext cx="113489" cy="129702"/>
          </a:xfrm>
          <a:custGeom>
            <a:avLst/>
            <a:gdLst/>
            <a:ahLst/>
            <a:cxnLst/>
            <a:rect l="l" t="t" r="r" b="b"/>
            <a:pathLst>
              <a:path w="113489" h="129702">
                <a:moveTo>
                  <a:pt x="32426" y="-8106"/>
                </a:moveTo>
                <a:cubicBezTo>
                  <a:pt x="36909" y="-8106"/>
                  <a:pt x="40532" y="-4484"/>
                  <a:pt x="40532" y="0"/>
                </a:cubicBezTo>
                <a:lnTo>
                  <a:pt x="40532" y="24319"/>
                </a:lnTo>
                <a:lnTo>
                  <a:pt x="72957" y="24319"/>
                </a:lnTo>
                <a:lnTo>
                  <a:pt x="72957" y="0"/>
                </a:lnTo>
                <a:cubicBezTo>
                  <a:pt x="72957" y="-4484"/>
                  <a:pt x="76580" y="-8106"/>
                  <a:pt x="81064" y="-8106"/>
                </a:cubicBezTo>
                <a:cubicBezTo>
                  <a:pt x="85548" y="-8106"/>
                  <a:pt x="89170" y="-4484"/>
                  <a:pt x="89170" y="0"/>
                </a:cubicBezTo>
                <a:lnTo>
                  <a:pt x="89170" y="24319"/>
                </a:lnTo>
                <a:lnTo>
                  <a:pt x="105383" y="24319"/>
                </a:lnTo>
                <a:cubicBezTo>
                  <a:pt x="109867" y="24319"/>
                  <a:pt x="113489" y="27942"/>
                  <a:pt x="113489" y="32426"/>
                </a:cubicBezTo>
                <a:cubicBezTo>
                  <a:pt x="113489" y="36909"/>
                  <a:pt x="109867" y="40532"/>
                  <a:pt x="105383" y="40532"/>
                </a:cubicBezTo>
                <a:lnTo>
                  <a:pt x="105383" y="56745"/>
                </a:lnTo>
                <a:cubicBezTo>
                  <a:pt x="105383" y="80836"/>
                  <a:pt x="87853" y="100848"/>
                  <a:pt x="64851" y="104699"/>
                </a:cubicBezTo>
                <a:lnTo>
                  <a:pt x="64851" y="121596"/>
                </a:lnTo>
                <a:cubicBezTo>
                  <a:pt x="64851" y="126080"/>
                  <a:pt x="61229" y="129702"/>
                  <a:pt x="56745" y="129702"/>
                </a:cubicBezTo>
                <a:cubicBezTo>
                  <a:pt x="52261" y="129702"/>
                  <a:pt x="48638" y="126080"/>
                  <a:pt x="48638" y="121596"/>
                </a:cubicBezTo>
                <a:lnTo>
                  <a:pt x="48638" y="104699"/>
                </a:lnTo>
                <a:cubicBezTo>
                  <a:pt x="25636" y="100848"/>
                  <a:pt x="8106" y="80836"/>
                  <a:pt x="8106" y="56745"/>
                </a:cubicBezTo>
                <a:lnTo>
                  <a:pt x="8106" y="40532"/>
                </a:lnTo>
                <a:cubicBezTo>
                  <a:pt x="3623" y="40532"/>
                  <a:pt x="0" y="36909"/>
                  <a:pt x="0" y="32426"/>
                </a:cubicBezTo>
                <a:cubicBezTo>
                  <a:pt x="0" y="27942"/>
                  <a:pt x="3623" y="24319"/>
                  <a:pt x="8106" y="24319"/>
                </a:cubicBezTo>
                <a:lnTo>
                  <a:pt x="24319" y="24319"/>
                </a:lnTo>
                <a:lnTo>
                  <a:pt x="24319" y="0"/>
                </a:lnTo>
                <a:cubicBezTo>
                  <a:pt x="24319" y="-4484"/>
                  <a:pt x="27942" y="-8106"/>
                  <a:pt x="32426" y="-8106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17" name="Text 15"/>
          <p:cNvSpPr/>
          <p:nvPr/>
        </p:nvSpPr>
        <p:spPr>
          <a:xfrm>
            <a:off x="4528682" y="2342745"/>
            <a:ext cx="843064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Integraciones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01703" y="2602149"/>
            <a:ext cx="3315511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Conexión entre herramientas sin código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8309" y="3262819"/>
            <a:ext cx="7555149" cy="2975043"/>
          </a:xfrm>
          <a:custGeom>
            <a:avLst/>
            <a:gdLst/>
            <a:ahLst/>
            <a:cxnLst/>
            <a:rect l="l" t="t" r="r" b="b"/>
            <a:pathLst>
              <a:path w="7555149" h="2975043">
                <a:moveTo>
                  <a:pt x="129712" y="0"/>
                </a:moveTo>
                <a:lnTo>
                  <a:pt x="7425437" y="0"/>
                </a:lnTo>
                <a:cubicBezTo>
                  <a:pt x="7497075" y="0"/>
                  <a:pt x="7555149" y="58074"/>
                  <a:pt x="7555149" y="129712"/>
                </a:cubicBezTo>
                <a:lnTo>
                  <a:pt x="7555149" y="2845331"/>
                </a:lnTo>
                <a:cubicBezTo>
                  <a:pt x="7555149" y="2916969"/>
                  <a:pt x="7497075" y="2975043"/>
                  <a:pt x="7425437" y="2975043"/>
                </a:cubicBezTo>
                <a:lnTo>
                  <a:pt x="129712" y="2975043"/>
                </a:lnTo>
                <a:cubicBezTo>
                  <a:pt x="58074" y="2975043"/>
                  <a:pt x="0" y="2916969"/>
                  <a:pt x="0" y="2845331"/>
                </a:cubicBezTo>
                <a:lnTo>
                  <a:pt x="0" y="129712"/>
                </a:lnTo>
                <a:cubicBezTo>
                  <a:pt x="0" y="58074"/>
                  <a:pt x="58074" y="0"/>
                  <a:pt x="12971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4319" dist="8106" dir="540000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26915" y="3461426"/>
            <a:ext cx="389106" cy="389106"/>
          </a:xfrm>
          <a:custGeom>
            <a:avLst/>
            <a:gdLst/>
            <a:ahLst/>
            <a:cxnLst/>
            <a:rect l="l" t="t" r="r" b="b"/>
            <a:pathLst>
              <a:path w="389106" h="389106">
                <a:moveTo>
                  <a:pt x="97277" y="0"/>
                </a:moveTo>
                <a:lnTo>
                  <a:pt x="291830" y="0"/>
                </a:lnTo>
                <a:cubicBezTo>
                  <a:pt x="345554" y="0"/>
                  <a:pt x="389106" y="43552"/>
                  <a:pt x="389106" y="97277"/>
                </a:cubicBezTo>
                <a:lnTo>
                  <a:pt x="389106" y="291830"/>
                </a:lnTo>
                <a:cubicBezTo>
                  <a:pt x="389106" y="345554"/>
                  <a:pt x="345554" y="389106"/>
                  <a:pt x="291830" y="389106"/>
                </a:cubicBezTo>
                <a:lnTo>
                  <a:pt x="97277" y="389106"/>
                </a:lnTo>
                <a:cubicBezTo>
                  <a:pt x="43552" y="389106"/>
                  <a:pt x="0" y="345554"/>
                  <a:pt x="0" y="291830"/>
                </a:cubicBezTo>
                <a:lnTo>
                  <a:pt x="0" y="97277"/>
                </a:lnTo>
                <a:cubicBezTo>
                  <a:pt x="0" y="43588"/>
                  <a:pt x="43588" y="0"/>
                  <a:pt x="97277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404" y="3574915"/>
            <a:ext cx="162128" cy="162128"/>
          </a:xfrm>
          <a:custGeom>
            <a:avLst/>
            <a:gdLst/>
            <a:ahLst/>
            <a:cxnLst/>
            <a:rect l="l" t="t" r="r" b="b"/>
            <a:pathLst>
              <a:path w="162128" h="162128">
                <a:moveTo>
                  <a:pt x="15199" y="20266"/>
                </a:moveTo>
                <a:cubicBezTo>
                  <a:pt x="6808" y="20266"/>
                  <a:pt x="0" y="27074"/>
                  <a:pt x="0" y="35465"/>
                </a:cubicBezTo>
                <a:cubicBezTo>
                  <a:pt x="0" y="40247"/>
                  <a:pt x="2248" y="44743"/>
                  <a:pt x="6080" y="47625"/>
                </a:cubicBezTo>
                <a:lnTo>
                  <a:pt x="71944" y="97023"/>
                </a:lnTo>
                <a:cubicBezTo>
                  <a:pt x="77359" y="101076"/>
                  <a:pt x="84769" y="101076"/>
                  <a:pt x="90184" y="97023"/>
                </a:cubicBezTo>
                <a:lnTo>
                  <a:pt x="156048" y="47625"/>
                </a:lnTo>
                <a:cubicBezTo>
                  <a:pt x="159879" y="44743"/>
                  <a:pt x="162128" y="40247"/>
                  <a:pt x="162128" y="35465"/>
                </a:cubicBezTo>
                <a:cubicBezTo>
                  <a:pt x="162128" y="27074"/>
                  <a:pt x="155320" y="20266"/>
                  <a:pt x="146928" y="20266"/>
                </a:cubicBezTo>
                <a:lnTo>
                  <a:pt x="15199" y="20266"/>
                </a:lnTo>
                <a:close/>
                <a:moveTo>
                  <a:pt x="0" y="62064"/>
                </a:moveTo>
                <a:lnTo>
                  <a:pt x="0" y="121596"/>
                </a:lnTo>
                <a:cubicBezTo>
                  <a:pt x="0" y="132774"/>
                  <a:pt x="9088" y="141862"/>
                  <a:pt x="20266" y="141862"/>
                </a:cubicBezTo>
                <a:lnTo>
                  <a:pt x="141862" y="141862"/>
                </a:lnTo>
                <a:cubicBezTo>
                  <a:pt x="153040" y="141862"/>
                  <a:pt x="162128" y="132774"/>
                  <a:pt x="162128" y="121596"/>
                </a:cubicBezTo>
                <a:lnTo>
                  <a:pt x="162128" y="62064"/>
                </a:lnTo>
                <a:lnTo>
                  <a:pt x="99303" y="109183"/>
                </a:lnTo>
                <a:cubicBezTo>
                  <a:pt x="88505" y="117289"/>
                  <a:pt x="73622" y="117289"/>
                  <a:pt x="62824" y="109183"/>
                </a:cubicBezTo>
                <a:lnTo>
                  <a:pt x="0" y="6206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013298" y="3526277"/>
            <a:ext cx="3299298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32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Automatización de Comunicaciones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26915" y="3980234"/>
            <a:ext cx="259404" cy="259404"/>
          </a:xfrm>
          <a:custGeom>
            <a:avLst/>
            <a:gdLst/>
            <a:ahLst/>
            <a:cxnLst/>
            <a:rect l="l" t="t" r="r" b="b"/>
            <a:pathLst>
              <a:path w="259404" h="259404">
                <a:moveTo>
                  <a:pt x="64851" y="0"/>
                </a:moveTo>
                <a:lnTo>
                  <a:pt x="194553" y="0"/>
                </a:lnTo>
                <a:cubicBezTo>
                  <a:pt x="230369" y="0"/>
                  <a:pt x="259404" y="29035"/>
                  <a:pt x="259404" y="64851"/>
                </a:cubicBezTo>
                <a:lnTo>
                  <a:pt x="259404" y="194553"/>
                </a:lnTo>
                <a:cubicBezTo>
                  <a:pt x="259404" y="230369"/>
                  <a:pt x="230369" y="259404"/>
                  <a:pt x="194553" y="259404"/>
                </a:cubicBezTo>
                <a:lnTo>
                  <a:pt x="64851" y="259404"/>
                </a:lnTo>
                <a:cubicBezTo>
                  <a:pt x="29035" y="259404"/>
                  <a:pt x="0" y="230369"/>
                  <a:pt x="0" y="194553"/>
                </a:cubicBezTo>
                <a:lnTo>
                  <a:pt x="0" y="64851"/>
                </a:lnTo>
                <a:cubicBezTo>
                  <a:pt x="0" y="29035"/>
                  <a:pt x="29035" y="0"/>
                  <a:pt x="64851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91766" y="4045085"/>
            <a:ext cx="129702" cy="129702"/>
          </a:xfrm>
          <a:custGeom>
            <a:avLst/>
            <a:gdLst/>
            <a:ahLst/>
            <a:cxnLst/>
            <a:rect l="l" t="t" r="r" b="b"/>
            <a:pathLst>
              <a:path w="129702" h="129702">
                <a:moveTo>
                  <a:pt x="64851" y="16213"/>
                </a:moveTo>
                <a:cubicBezTo>
                  <a:pt x="37999" y="16213"/>
                  <a:pt x="16213" y="37999"/>
                  <a:pt x="16213" y="64851"/>
                </a:cubicBezTo>
                <a:cubicBezTo>
                  <a:pt x="16213" y="91703"/>
                  <a:pt x="37999" y="113489"/>
                  <a:pt x="64851" y="113489"/>
                </a:cubicBezTo>
                <a:cubicBezTo>
                  <a:pt x="69335" y="113489"/>
                  <a:pt x="72957" y="117112"/>
                  <a:pt x="72957" y="121596"/>
                </a:cubicBezTo>
                <a:cubicBezTo>
                  <a:pt x="72957" y="126080"/>
                  <a:pt x="69335" y="129702"/>
                  <a:pt x="64851" y="129702"/>
                </a:cubicBezTo>
                <a:cubicBezTo>
                  <a:pt x="29031" y="129702"/>
                  <a:pt x="0" y="100671"/>
                  <a:pt x="0" y="64851"/>
                </a:cubicBezTo>
                <a:cubicBezTo>
                  <a:pt x="0" y="29031"/>
                  <a:pt x="29031" y="0"/>
                  <a:pt x="64851" y="0"/>
                </a:cubicBezTo>
                <a:cubicBezTo>
                  <a:pt x="100671" y="0"/>
                  <a:pt x="129702" y="29031"/>
                  <a:pt x="129702" y="64851"/>
                </a:cubicBezTo>
                <a:lnTo>
                  <a:pt x="129702" y="72957"/>
                </a:lnTo>
                <a:cubicBezTo>
                  <a:pt x="129702" y="86384"/>
                  <a:pt x="118809" y="97277"/>
                  <a:pt x="105383" y="97277"/>
                </a:cubicBezTo>
                <a:cubicBezTo>
                  <a:pt x="97961" y="97277"/>
                  <a:pt x="91298" y="93933"/>
                  <a:pt x="86840" y="88689"/>
                </a:cubicBezTo>
                <a:cubicBezTo>
                  <a:pt x="81064" y="94009"/>
                  <a:pt x="73337" y="97277"/>
                  <a:pt x="64851" y="97277"/>
                </a:cubicBezTo>
                <a:cubicBezTo>
                  <a:pt x="46941" y="97277"/>
                  <a:pt x="32426" y="82761"/>
                  <a:pt x="32426" y="64851"/>
                </a:cubicBezTo>
                <a:cubicBezTo>
                  <a:pt x="32426" y="46941"/>
                  <a:pt x="46941" y="32426"/>
                  <a:pt x="64851" y="32426"/>
                </a:cubicBezTo>
                <a:cubicBezTo>
                  <a:pt x="71919" y="32426"/>
                  <a:pt x="78455" y="34680"/>
                  <a:pt x="83774" y="38531"/>
                </a:cubicBezTo>
                <a:cubicBezTo>
                  <a:pt x="85218" y="37264"/>
                  <a:pt x="87093" y="36479"/>
                  <a:pt x="89170" y="36479"/>
                </a:cubicBezTo>
                <a:cubicBezTo>
                  <a:pt x="93654" y="36479"/>
                  <a:pt x="97277" y="40101"/>
                  <a:pt x="97277" y="44585"/>
                </a:cubicBezTo>
                <a:lnTo>
                  <a:pt x="97277" y="72957"/>
                </a:lnTo>
                <a:cubicBezTo>
                  <a:pt x="97277" y="77441"/>
                  <a:pt x="100899" y="81064"/>
                  <a:pt x="105383" y="81064"/>
                </a:cubicBezTo>
                <a:cubicBezTo>
                  <a:pt x="109867" y="81064"/>
                  <a:pt x="113489" y="77441"/>
                  <a:pt x="113489" y="72957"/>
                </a:cubicBezTo>
                <a:lnTo>
                  <a:pt x="113489" y="64851"/>
                </a:lnTo>
                <a:cubicBezTo>
                  <a:pt x="113489" y="37999"/>
                  <a:pt x="91703" y="16213"/>
                  <a:pt x="64851" y="16213"/>
                </a:cubicBezTo>
                <a:close/>
                <a:moveTo>
                  <a:pt x="81064" y="64851"/>
                </a:moveTo>
                <a:cubicBezTo>
                  <a:pt x="81064" y="55903"/>
                  <a:pt x="73799" y="48638"/>
                  <a:pt x="64851" y="48638"/>
                </a:cubicBezTo>
                <a:cubicBezTo>
                  <a:pt x="55903" y="48638"/>
                  <a:pt x="48638" y="55903"/>
                  <a:pt x="48638" y="64851"/>
                </a:cubicBezTo>
                <a:cubicBezTo>
                  <a:pt x="48638" y="73799"/>
                  <a:pt x="55903" y="81064"/>
                  <a:pt x="64851" y="81064"/>
                </a:cubicBezTo>
                <a:cubicBezTo>
                  <a:pt x="73799" y="81064"/>
                  <a:pt x="81064" y="73799"/>
                  <a:pt x="81064" y="64851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5" name="Text 23"/>
          <p:cNvSpPr/>
          <p:nvPr/>
        </p:nvSpPr>
        <p:spPr>
          <a:xfrm>
            <a:off x="883596" y="3980234"/>
            <a:ext cx="2772383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Emails Automáticos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83596" y="4174787"/>
            <a:ext cx="2764277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Respuestas, seguimientos, newsletters personalizadas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26915" y="4434191"/>
            <a:ext cx="259404" cy="259404"/>
          </a:xfrm>
          <a:custGeom>
            <a:avLst/>
            <a:gdLst/>
            <a:ahLst/>
            <a:cxnLst/>
            <a:rect l="l" t="t" r="r" b="b"/>
            <a:pathLst>
              <a:path w="259404" h="259404">
                <a:moveTo>
                  <a:pt x="64851" y="0"/>
                </a:moveTo>
                <a:lnTo>
                  <a:pt x="194553" y="0"/>
                </a:lnTo>
                <a:cubicBezTo>
                  <a:pt x="230369" y="0"/>
                  <a:pt x="259404" y="29035"/>
                  <a:pt x="259404" y="64851"/>
                </a:cubicBezTo>
                <a:lnTo>
                  <a:pt x="259404" y="194553"/>
                </a:lnTo>
                <a:cubicBezTo>
                  <a:pt x="259404" y="230369"/>
                  <a:pt x="230369" y="259404"/>
                  <a:pt x="194553" y="259404"/>
                </a:cubicBezTo>
                <a:lnTo>
                  <a:pt x="64851" y="259404"/>
                </a:lnTo>
                <a:cubicBezTo>
                  <a:pt x="29035" y="259404"/>
                  <a:pt x="0" y="230369"/>
                  <a:pt x="0" y="194553"/>
                </a:cubicBezTo>
                <a:lnTo>
                  <a:pt x="0" y="64851"/>
                </a:lnTo>
                <a:cubicBezTo>
                  <a:pt x="0" y="29035"/>
                  <a:pt x="29035" y="0"/>
                  <a:pt x="64851" y="0"/>
                </a:cubicBezTo>
                <a:close/>
              </a:path>
            </a:pathLst>
          </a:custGeom>
          <a:solidFill>
            <a:srgbClr val="34C759">
              <a:alpha val="1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91766" y="4499043"/>
            <a:ext cx="129702" cy="129702"/>
          </a:xfrm>
          <a:custGeom>
            <a:avLst/>
            <a:gdLst/>
            <a:ahLst/>
            <a:cxnLst/>
            <a:rect l="l" t="t" r="r" b="b"/>
            <a:pathLst>
              <a:path w="129702" h="129702">
                <a:moveTo>
                  <a:pt x="97277" y="48638"/>
                </a:moveTo>
                <a:cubicBezTo>
                  <a:pt x="110703" y="48638"/>
                  <a:pt x="121596" y="37745"/>
                  <a:pt x="121596" y="24319"/>
                </a:cubicBezTo>
                <a:cubicBezTo>
                  <a:pt x="121596" y="10893"/>
                  <a:pt x="110703" y="0"/>
                  <a:pt x="97277" y="0"/>
                </a:cubicBezTo>
                <a:cubicBezTo>
                  <a:pt x="83850" y="0"/>
                  <a:pt x="72957" y="10893"/>
                  <a:pt x="72957" y="24319"/>
                </a:cubicBezTo>
                <a:cubicBezTo>
                  <a:pt x="72957" y="25687"/>
                  <a:pt x="73084" y="27055"/>
                  <a:pt x="73287" y="28372"/>
                </a:cubicBezTo>
                <a:lnTo>
                  <a:pt x="40431" y="46637"/>
                </a:lnTo>
                <a:cubicBezTo>
                  <a:pt x="36149" y="42837"/>
                  <a:pt x="30500" y="40532"/>
                  <a:pt x="24319" y="40532"/>
                </a:cubicBezTo>
                <a:cubicBezTo>
                  <a:pt x="10893" y="40532"/>
                  <a:pt x="0" y="51425"/>
                  <a:pt x="0" y="64851"/>
                </a:cubicBezTo>
                <a:cubicBezTo>
                  <a:pt x="0" y="78277"/>
                  <a:pt x="10893" y="89170"/>
                  <a:pt x="24319" y="89170"/>
                </a:cubicBezTo>
                <a:cubicBezTo>
                  <a:pt x="30500" y="89170"/>
                  <a:pt x="36124" y="86865"/>
                  <a:pt x="40431" y="83065"/>
                </a:cubicBezTo>
                <a:lnTo>
                  <a:pt x="73287" y="101330"/>
                </a:lnTo>
                <a:cubicBezTo>
                  <a:pt x="73059" y="102647"/>
                  <a:pt x="72957" y="103990"/>
                  <a:pt x="72957" y="105383"/>
                </a:cubicBezTo>
                <a:cubicBezTo>
                  <a:pt x="72957" y="118809"/>
                  <a:pt x="83850" y="129702"/>
                  <a:pt x="97277" y="129702"/>
                </a:cubicBezTo>
                <a:cubicBezTo>
                  <a:pt x="110703" y="129702"/>
                  <a:pt x="121596" y="118809"/>
                  <a:pt x="121596" y="105383"/>
                </a:cubicBezTo>
                <a:cubicBezTo>
                  <a:pt x="121596" y="91957"/>
                  <a:pt x="110703" y="81064"/>
                  <a:pt x="97277" y="81064"/>
                </a:cubicBezTo>
                <a:cubicBezTo>
                  <a:pt x="91095" y="81064"/>
                  <a:pt x="85472" y="83369"/>
                  <a:pt x="81165" y="87169"/>
                </a:cubicBezTo>
                <a:lnTo>
                  <a:pt x="48309" y="68904"/>
                </a:lnTo>
                <a:cubicBezTo>
                  <a:pt x="48537" y="67587"/>
                  <a:pt x="48638" y="66244"/>
                  <a:pt x="48638" y="64851"/>
                </a:cubicBezTo>
                <a:cubicBezTo>
                  <a:pt x="48638" y="63458"/>
                  <a:pt x="48512" y="62115"/>
                  <a:pt x="48309" y="60798"/>
                </a:cubicBezTo>
                <a:lnTo>
                  <a:pt x="81165" y="42533"/>
                </a:lnTo>
                <a:cubicBezTo>
                  <a:pt x="85446" y="46333"/>
                  <a:pt x="91095" y="48638"/>
                  <a:pt x="97277" y="48638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29" name="Text 27"/>
          <p:cNvSpPr/>
          <p:nvPr/>
        </p:nvSpPr>
        <p:spPr>
          <a:xfrm>
            <a:off x="883596" y="4434191"/>
            <a:ext cx="2934511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Redes Sociales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83596" y="4628745"/>
            <a:ext cx="2926404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Publicación programada, respuestas automáticas, análisis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6915" y="4888149"/>
            <a:ext cx="259404" cy="259404"/>
          </a:xfrm>
          <a:custGeom>
            <a:avLst/>
            <a:gdLst/>
            <a:ahLst/>
            <a:cxnLst/>
            <a:rect l="l" t="t" r="r" b="b"/>
            <a:pathLst>
              <a:path w="259404" h="259404">
                <a:moveTo>
                  <a:pt x="64851" y="0"/>
                </a:moveTo>
                <a:lnTo>
                  <a:pt x="194553" y="0"/>
                </a:lnTo>
                <a:cubicBezTo>
                  <a:pt x="230369" y="0"/>
                  <a:pt x="259404" y="29035"/>
                  <a:pt x="259404" y="64851"/>
                </a:cubicBezTo>
                <a:lnTo>
                  <a:pt x="259404" y="194553"/>
                </a:lnTo>
                <a:cubicBezTo>
                  <a:pt x="259404" y="230369"/>
                  <a:pt x="230369" y="259404"/>
                  <a:pt x="194553" y="259404"/>
                </a:cubicBezTo>
                <a:lnTo>
                  <a:pt x="64851" y="259404"/>
                </a:lnTo>
                <a:cubicBezTo>
                  <a:pt x="29035" y="259404"/>
                  <a:pt x="0" y="230369"/>
                  <a:pt x="0" y="194553"/>
                </a:cubicBezTo>
                <a:lnTo>
                  <a:pt x="0" y="64851"/>
                </a:lnTo>
                <a:cubicBezTo>
                  <a:pt x="0" y="29035"/>
                  <a:pt x="29035" y="0"/>
                  <a:pt x="64851" y="0"/>
                </a:cubicBezTo>
                <a:close/>
              </a:path>
            </a:pathLst>
          </a:custGeom>
          <a:solidFill>
            <a:srgbClr val="86868B">
              <a:alpha val="1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99872" y="4953000"/>
            <a:ext cx="113489" cy="129702"/>
          </a:xfrm>
          <a:custGeom>
            <a:avLst/>
            <a:gdLst/>
            <a:ahLst/>
            <a:cxnLst/>
            <a:rect l="l" t="t" r="r" b="b"/>
            <a:pathLst>
              <a:path w="113489" h="129702">
                <a:moveTo>
                  <a:pt x="56745" y="16213"/>
                </a:moveTo>
                <a:cubicBezTo>
                  <a:pt x="36732" y="16213"/>
                  <a:pt x="20089" y="30728"/>
                  <a:pt x="16795" y="49829"/>
                </a:cubicBezTo>
                <a:cubicBezTo>
                  <a:pt x="19151" y="49069"/>
                  <a:pt x="21685" y="48638"/>
                  <a:pt x="24319" y="48638"/>
                </a:cubicBezTo>
                <a:lnTo>
                  <a:pt x="28372" y="48638"/>
                </a:lnTo>
                <a:cubicBezTo>
                  <a:pt x="35085" y="48638"/>
                  <a:pt x="40532" y="54085"/>
                  <a:pt x="40532" y="60798"/>
                </a:cubicBezTo>
                <a:lnTo>
                  <a:pt x="40532" y="85117"/>
                </a:lnTo>
                <a:cubicBezTo>
                  <a:pt x="40532" y="91830"/>
                  <a:pt x="35085" y="97277"/>
                  <a:pt x="28372" y="97277"/>
                </a:cubicBezTo>
                <a:lnTo>
                  <a:pt x="24319" y="97277"/>
                </a:lnTo>
                <a:cubicBezTo>
                  <a:pt x="10893" y="97277"/>
                  <a:pt x="0" y="86384"/>
                  <a:pt x="0" y="72957"/>
                </a:cubicBezTo>
                <a:lnTo>
                  <a:pt x="0" y="56745"/>
                </a:lnTo>
                <a:cubicBezTo>
                  <a:pt x="0" y="25408"/>
                  <a:pt x="25408" y="0"/>
                  <a:pt x="56745" y="0"/>
                </a:cubicBezTo>
                <a:cubicBezTo>
                  <a:pt x="88081" y="0"/>
                  <a:pt x="113489" y="25408"/>
                  <a:pt x="113489" y="56745"/>
                </a:cubicBezTo>
                <a:lnTo>
                  <a:pt x="113489" y="99329"/>
                </a:lnTo>
                <a:cubicBezTo>
                  <a:pt x="113489" y="116124"/>
                  <a:pt x="99861" y="129727"/>
                  <a:pt x="83065" y="129727"/>
                </a:cubicBezTo>
                <a:lnTo>
                  <a:pt x="60798" y="129702"/>
                </a:lnTo>
                <a:lnTo>
                  <a:pt x="52691" y="129702"/>
                </a:lnTo>
                <a:cubicBezTo>
                  <a:pt x="45978" y="129702"/>
                  <a:pt x="40532" y="124256"/>
                  <a:pt x="40532" y="117543"/>
                </a:cubicBezTo>
                <a:cubicBezTo>
                  <a:pt x="40532" y="110829"/>
                  <a:pt x="45978" y="105383"/>
                  <a:pt x="52691" y="105383"/>
                </a:cubicBezTo>
                <a:lnTo>
                  <a:pt x="60798" y="105383"/>
                </a:lnTo>
                <a:cubicBezTo>
                  <a:pt x="67511" y="105383"/>
                  <a:pt x="72957" y="110829"/>
                  <a:pt x="72957" y="117543"/>
                </a:cubicBezTo>
                <a:lnTo>
                  <a:pt x="72957" y="117543"/>
                </a:lnTo>
                <a:lnTo>
                  <a:pt x="83090" y="117543"/>
                </a:lnTo>
                <a:cubicBezTo>
                  <a:pt x="93173" y="117543"/>
                  <a:pt x="101330" y="109386"/>
                  <a:pt x="101330" y="99303"/>
                </a:cubicBezTo>
                <a:lnTo>
                  <a:pt x="101330" y="94009"/>
                </a:lnTo>
                <a:cubicBezTo>
                  <a:pt x="97758" y="96086"/>
                  <a:pt x="93603" y="97251"/>
                  <a:pt x="89170" y="97251"/>
                </a:cubicBezTo>
                <a:lnTo>
                  <a:pt x="85117" y="97251"/>
                </a:lnTo>
                <a:cubicBezTo>
                  <a:pt x="78404" y="97251"/>
                  <a:pt x="72957" y="91805"/>
                  <a:pt x="72957" y="85092"/>
                </a:cubicBezTo>
                <a:lnTo>
                  <a:pt x="72957" y="60773"/>
                </a:lnTo>
                <a:cubicBezTo>
                  <a:pt x="72957" y="54059"/>
                  <a:pt x="78404" y="48613"/>
                  <a:pt x="85117" y="48613"/>
                </a:cubicBezTo>
                <a:lnTo>
                  <a:pt x="89170" y="48613"/>
                </a:lnTo>
                <a:cubicBezTo>
                  <a:pt x="91805" y="48613"/>
                  <a:pt x="94313" y="49018"/>
                  <a:pt x="96694" y="49804"/>
                </a:cubicBezTo>
                <a:cubicBezTo>
                  <a:pt x="93401" y="30728"/>
                  <a:pt x="76783" y="16187"/>
                  <a:pt x="56745" y="16187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33" name="Text 31"/>
          <p:cNvSpPr/>
          <p:nvPr/>
        </p:nvSpPr>
        <p:spPr>
          <a:xfrm>
            <a:off x="883596" y="4888149"/>
            <a:ext cx="2180617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Atención al Cliente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83596" y="5082702"/>
            <a:ext cx="2172511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Chatbots, tickets, escalamiento inteligente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084724" y="1491574"/>
            <a:ext cx="3785681" cy="2691319"/>
          </a:xfrm>
          <a:custGeom>
            <a:avLst/>
            <a:gdLst/>
            <a:ahLst/>
            <a:cxnLst/>
            <a:rect l="l" t="t" r="r" b="b"/>
            <a:pathLst>
              <a:path w="3785681" h="2691319">
                <a:moveTo>
                  <a:pt x="129695" y="0"/>
                </a:moveTo>
                <a:lnTo>
                  <a:pt x="3655986" y="0"/>
                </a:lnTo>
                <a:cubicBezTo>
                  <a:pt x="3727615" y="0"/>
                  <a:pt x="3785681" y="58066"/>
                  <a:pt x="3785681" y="129695"/>
                </a:cubicBezTo>
                <a:lnTo>
                  <a:pt x="3785681" y="2561624"/>
                </a:lnTo>
                <a:cubicBezTo>
                  <a:pt x="3785681" y="2633253"/>
                  <a:pt x="3727615" y="2691319"/>
                  <a:pt x="3655986" y="2691319"/>
                </a:cubicBezTo>
                <a:lnTo>
                  <a:pt x="129695" y="2691319"/>
                </a:lnTo>
                <a:cubicBezTo>
                  <a:pt x="58066" y="2691319"/>
                  <a:pt x="0" y="2633253"/>
                  <a:pt x="0" y="2561624"/>
                </a:cubicBezTo>
                <a:lnTo>
                  <a:pt x="0" y="129695"/>
                </a:lnTo>
                <a:cubicBezTo>
                  <a:pt x="0" y="58114"/>
                  <a:pt x="58114" y="0"/>
                  <a:pt x="129695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/>
              </a:gs>
              <a:gs pos="100000">
                <a:srgbClr val="0071E3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36" name="Shape 34"/>
          <p:cNvSpPr/>
          <p:nvPr/>
        </p:nvSpPr>
        <p:spPr>
          <a:xfrm>
            <a:off x="8303596" y="1702340"/>
            <a:ext cx="194553" cy="194553"/>
          </a:xfrm>
          <a:custGeom>
            <a:avLst/>
            <a:gdLst/>
            <a:ahLst/>
            <a:cxnLst/>
            <a:rect l="l" t="t" r="r" b="b"/>
            <a:pathLst>
              <a:path w="194553" h="194553">
                <a:moveTo>
                  <a:pt x="12160" y="12160"/>
                </a:moveTo>
                <a:cubicBezTo>
                  <a:pt x="18885" y="12160"/>
                  <a:pt x="24319" y="17593"/>
                  <a:pt x="24319" y="24319"/>
                </a:cubicBezTo>
                <a:lnTo>
                  <a:pt x="24319" y="151995"/>
                </a:lnTo>
                <a:cubicBezTo>
                  <a:pt x="24319" y="155339"/>
                  <a:pt x="27055" y="158074"/>
                  <a:pt x="30399" y="158074"/>
                </a:cubicBezTo>
                <a:lnTo>
                  <a:pt x="182394" y="158074"/>
                </a:lnTo>
                <a:cubicBezTo>
                  <a:pt x="189119" y="158074"/>
                  <a:pt x="194553" y="163508"/>
                  <a:pt x="194553" y="170234"/>
                </a:cubicBezTo>
                <a:cubicBezTo>
                  <a:pt x="194553" y="176960"/>
                  <a:pt x="189119" y="182394"/>
                  <a:pt x="182394" y="182394"/>
                </a:cubicBezTo>
                <a:lnTo>
                  <a:pt x="30399" y="182394"/>
                </a:lnTo>
                <a:cubicBezTo>
                  <a:pt x="13604" y="182394"/>
                  <a:pt x="0" y="168790"/>
                  <a:pt x="0" y="151995"/>
                </a:cubicBezTo>
                <a:lnTo>
                  <a:pt x="0" y="24319"/>
                </a:lnTo>
                <a:cubicBezTo>
                  <a:pt x="0" y="17593"/>
                  <a:pt x="5434" y="12160"/>
                  <a:pt x="12160" y="12160"/>
                </a:cubicBezTo>
                <a:close/>
                <a:moveTo>
                  <a:pt x="48638" y="36479"/>
                </a:moveTo>
                <a:cubicBezTo>
                  <a:pt x="48638" y="29753"/>
                  <a:pt x="54072" y="24319"/>
                  <a:pt x="60798" y="24319"/>
                </a:cubicBezTo>
                <a:lnTo>
                  <a:pt x="133755" y="24319"/>
                </a:lnTo>
                <a:cubicBezTo>
                  <a:pt x="140481" y="24319"/>
                  <a:pt x="145915" y="29753"/>
                  <a:pt x="145915" y="36479"/>
                </a:cubicBezTo>
                <a:cubicBezTo>
                  <a:pt x="145915" y="43204"/>
                  <a:pt x="140481" y="48638"/>
                  <a:pt x="133755" y="48638"/>
                </a:cubicBezTo>
                <a:lnTo>
                  <a:pt x="60798" y="48638"/>
                </a:lnTo>
                <a:cubicBezTo>
                  <a:pt x="54072" y="48638"/>
                  <a:pt x="48638" y="43204"/>
                  <a:pt x="48638" y="36479"/>
                </a:cubicBezTo>
                <a:close/>
                <a:moveTo>
                  <a:pt x="60798" y="66878"/>
                </a:moveTo>
                <a:lnTo>
                  <a:pt x="109436" y="66878"/>
                </a:lnTo>
                <a:cubicBezTo>
                  <a:pt x="116162" y="66878"/>
                  <a:pt x="121596" y="72311"/>
                  <a:pt x="121596" y="79037"/>
                </a:cubicBezTo>
                <a:cubicBezTo>
                  <a:pt x="121596" y="85763"/>
                  <a:pt x="116162" y="91197"/>
                  <a:pt x="109436" y="91197"/>
                </a:cubicBezTo>
                <a:lnTo>
                  <a:pt x="60798" y="91197"/>
                </a:lnTo>
                <a:cubicBezTo>
                  <a:pt x="54072" y="91197"/>
                  <a:pt x="48638" y="85763"/>
                  <a:pt x="48638" y="79037"/>
                </a:cubicBezTo>
                <a:cubicBezTo>
                  <a:pt x="48638" y="72311"/>
                  <a:pt x="54072" y="66878"/>
                  <a:pt x="60798" y="66878"/>
                </a:cubicBezTo>
                <a:close/>
                <a:moveTo>
                  <a:pt x="60798" y="109436"/>
                </a:moveTo>
                <a:lnTo>
                  <a:pt x="158074" y="109436"/>
                </a:lnTo>
                <a:cubicBezTo>
                  <a:pt x="164800" y="109436"/>
                  <a:pt x="170234" y="114870"/>
                  <a:pt x="170234" y="121596"/>
                </a:cubicBezTo>
                <a:cubicBezTo>
                  <a:pt x="170234" y="128322"/>
                  <a:pt x="164800" y="133755"/>
                  <a:pt x="158074" y="133755"/>
                </a:cubicBezTo>
                <a:lnTo>
                  <a:pt x="60798" y="133755"/>
                </a:lnTo>
                <a:cubicBezTo>
                  <a:pt x="54072" y="133755"/>
                  <a:pt x="48638" y="128322"/>
                  <a:pt x="48638" y="121596"/>
                </a:cubicBezTo>
                <a:cubicBezTo>
                  <a:pt x="48638" y="114870"/>
                  <a:pt x="54072" y="109436"/>
                  <a:pt x="60798" y="10943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8619745" y="1686128"/>
            <a:ext cx="745787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Informes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79277" y="2042809"/>
            <a:ext cx="3396574" cy="583660"/>
          </a:xfrm>
          <a:custGeom>
            <a:avLst/>
            <a:gdLst/>
            <a:ahLst/>
            <a:cxnLst/>
            <a:rect l="l" t="t" r="r" b="b"/>
            <a:pathLst>
              <a:path w="3396574" h="583660">
                <a:moveTo>
                  <a:pt x="97279" y="0"/>
                </a:moveTo>
                <a:lnTo>
                  <a:pt x="3299296" y="0"/>
                </a:lnTo>
                <a:cubicBezTo>
                  <a:pt x="3353021" y="0"/>
                  <a:pt x="3396574" y="43553"/>
                  <a:pt x="3396574" y="97279"/>
                </a:cubicBezTo>
                <a:lnTo>
                  <a:pt x="3396574" y="486381"/>
                </a:lnTo>
                <a:cubicBezTo>
                  <a:pt x="3396574" y="540106"/>
                  <a:pt x="3353021" y="583660"/>
                  <a:pt x="3299296" y="583660"/>
                </a:cubicBezTo>
                <a:lnTo>
                  <a:pt x="97279" y="583660"/>
                </a:lnTo>
                <a:cubicBezTo>
                  <a:pt x="43553" y="583660"/>
                  <a:pt x="0" y="540106"/>
                  <a:pt x="0" y="486381"/>
                </a:cubicBezTo>
                <a:lnTo>
                  <a:pt x="0" y="97279"/>
                </a:lnTo>
                <a:cubicBezTo>
                  <a:pt x="0" y="43589"/>
                  <a:pt x="43589" y="0"/>
                  <a:pt x="9727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8376554" y="2140085"/>
            <a:ext cx="3266872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Automáticos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376554" y="2367064"/>
            <a:ext cx="3258766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Generación programada de reportes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79277" y="2723745"/>
            <a:ext cx="3396574" cy="583660"/>
          </a:xfrm>
          <a:custGeom>
            <a:avLst/>
            <a:gdLst/>
            <a:ahLst/>
            <a:cxnLst/>
            <a:rect l="l" t="t" r="r" b="b"/>
            <a:pathLst>
              <a:path w="3396574" h="583660">
                <a:moveTo>
                  <a:pt x="97279" y="0"/>
                </a:moveTo>
                <a:lnTo>
                  <a:pt x="3299296" y="0"/>
                </a:lnTo>
                <a:cubicBezTo>
                  <a:pt x="3353021" y="0"/>
                  <a:pt x="3396574" y="43553"/>
                  <a:pt x="3396574" y="97279"/>
                </a:cubicBezTo>
                <a:lnTo>
                  <a:pt x="3396574" y="486381"/>
                </a:lnTo>
                <a:cubicBezTo>
                  <a:pt x="3396574" y="540106"/>
                  <a:pt x="3353021" y="583660"/>
                  <a:pt x="3299296" y="583660"/>
                </a:cubicBezTo>
                <a:lnTo>
                  <a:pt x="97279" y="583660"/>
                </a:lnTo>
                <a:cubicBezTo>
                  <a:pt x="43553" y="583660"/>
                  <a:pt x="0" y="540106"/>
                  <a:pt x="0" y="486381"/>
                </a:cubicBezTo>
                <a:lnTo>
                  <a:pt x="0" y="97279"/>
                </a:lnTo>
                <a:cubicBezTo>
                  <a:pt x="0" y="43589"/>
                  <a:pt x="43589" y="0"/>
                  <a:pt x="9727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8376554" y="2821021"/>
            <a:ext cx="3266872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376554" y="3048000"/>
            <a:ext cx="3258766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Visualización en tiempo real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79277" y="3404681"/>
            <a:ext cx="3396574" cy="583660"/>
          </a:xfrm>
          <a:custGeom>
            <a:avLst/>
            <a:gdLst/>
            <a:ahLst/>
            <a:cxnLst/>
            <a:rect l="l" t="t" r="r" b="b"/>
            <a:pathLst>
              <a:path w="3396574" h="583660">
                <a:moveTo>
                  <a:pt x="97279" y="0"/>
                </a:moveTo>
                <a:lnTo>
                  <a:pt x="3299296" y="0"/>
                </a:lnTo>
                <a:cubicBezTo>
                  <a:pt x="3353021" y="0"/>
                  <a:pt x="3396574" y="43553"/>
                  <a:pt x="3396574" y="97279"/>
                </a:cubicBezTo>
                <a:lnTo>
                  <a:pt x="3396574" y="486381"/>
                </a:lnTo>
                <a:cubicBezTo>
                  <a:pt x="3396574" y="540106"/>
                  <a:pt x="3353021" y="583660"/>
                  <a:pt x="3299296" y="583660"/>
                </a:cubicBezTo>
                <a:lnTo>
                  <a:pt x="97279" y="583660"/>
                </a:lnTo>
                <a:cubicBezTo>
                  <a:pt x="43553" y="583660"/>
                  <a:pt x="0" y="540106"/>
                  <a:pt x="0" y="486381"/>
                </a:cubicBezTo>
                <a:lnTo>
                  <a:pt x="0" y="97279"/>
                </a:lnTo>
                <a:cubicBezTo>
                  <a:pt x="0" y="43589"/>
                  <a:pt x="43589" y="0"/>
                  <a:pt x="9727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8376554" y="3501957"/>
            <a:ext cx="3266872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Alertas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376554" y="3728936"/>
            <a:ext cx="3258766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Notificaciones basadas en umbrales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088777" y="4349074"/>
            <a:ext cx="3777574" cy="1888787"/>
          </a:xfrm>
          <a:custGeom>
            <a:avLst/>
            <a:gdLst/>
            <a:ahLst/>
            <a:cxnLst/>
            <a:rect l="l" t="t" r="r" b="b"/>
            <a:pathLst>
              <a:path w="3777574" h="1888787">
                <a:moveTo>
                  <a:pt x="129703" y="0"/>
                </a:moveTo>
                <a:lnTo>
                  <a:pt x="3647871" y="0"/>
                </a:lnTo>
                <a:cubicBezTo>
                  <a:pt x="3719504" y="0"/>
                  <a:pt x="3777574" y="58070"/>
                  <a:pt x="3777574" y="129703"/>
                </a:cubicBezTo>
                <a:lnTo>
                  <a:pt x="3777574" y="1759084"/>
                </a:lnTo>
                <a:cubicBezTo>
                  <a:pt x="3777574" y="1830717"/>
                  <a:pt x="3719504" y="1888787"/>
                  <a:pt x="3647871" y="1888787"/>
                </a:cubicBezTo>
                <a:lnTo>
                  <a:pt x="129703" y="1888787"/>
                </a:lnTo>
                <a:cubicBezTo>
                  <a:pt x="58070" y="1888787"/>
                  <a:pt x="0" y="1830717"/>
                  <a:pt x="0" y="1759084"/>
                </a:cubicBezTo>
                <a:lnTo>
                  <a:pt x="0" y="129703"/>
                </a:lnTo>
                <a:cubicBezTo>
                  <a:pt x="0" y="58118"/>
                  <a:pt x="58118" y="0"/>
                  <a:pt x="12970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4319" dist="8106" dir="5400000">
              <a:srgbClr val="000000">
                <a:alpha val="10196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287383" y="4547681"/>
            <a:ext cx="389106" cy="389106"/>
          </a:xfrm>
          <a:custGeom>
            <a:avLst/>
            <a:gdLst/>
            <a:ahLst/>
            <a:cxnLst/>
            <a:rect l="l" t="t" r="r" b="b"/>
            <a:pathLst>
              <a:path w="389106" h="389106">
                <a:moveTo>
                  <a:pt x="97277" y="0"/>
                </a:moveTo>
                <a:lnTo>
                  <a:pt x="291830" y="0"/>
                </a:lnTo>
                <a:cubicBezTo>
                  <a:pt x="345554" y="0"/>
                  <a:pt x="389106" y="43552"/>
                  <a:pt x="389106" y="97277"/>
                </a:cubicBezTo>
                <a:lnTo>
                  <a:pt x="389106" y="291830"/>
                </a:lnTo>
                <a:cubicBezTo>
                  <a:pt x="389106" y="345554"/>
                  <a:pt x="345554" y="389106"/>
                  <a:pt x="291830" y="389106"/>
                </a:cubicBezTo>
                <a:lnTo>
                  <a:pt x="97277" y="389106"/>
                </a:lnTo>
                <a:cubicBezTo>
                  <a:pt x="43552" y="389106"/>
                  <a:pt x="0" y="345554"/>
                  <a:pt x="0" y="291830"/>
                </a:cubicBezTo>
                <a:lnTo>
                  <a:pt x="0" y="97277"/>
                </a:lnTo>
                <a:cubicBezTo>
                  <a:pt x="0" y="43588"/>
                  <a:pt x="43588" y="0"/>
                  <a:pt x="97277" y="0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49" name="Shape 47"/>
          <p:cNvSpPr/>
          <p:nvPr/>
        </p:nvSpPr>
        <p:spPr>
          <a:xfrm>
            <a:off x="8400873" y="4661170"/>
            <a:ext cx="162128" cy="162128"/>
          </a:xfrm>
          <a:custGeom>
            <a:avLst/>
            <a:gdLst/>
            <a:ahLst/>
            <a:cxnLst/>
            <a:rect l="l" t="t" r="r" b="b"/>
            <a:pathLst>
              <a:path w="162128" h="162128">
                <a:moveTo>
                  <a:pt x="70931" y="0"/>
                </a:moveTo>
                <a:cubicBezTo>
                  <a:pt x="82109" y="0"/>
                  <a:pt x="91197" y="6808"/>
                  <a:pt x="91197" y="15199"/>
                </a:cubicBezTo>
                <a:cubicBezTo>
                  <a:pt x="91197" y="18493"/>
                  <a:pt x="89804" y="21533"/>
                  <a:pt x="87397" y="24034"/>
                </a:cubicBezTo>
                <a:cubicBezTo>
                  <a:pt x="85307" y="26219"/>
                  <a:pt x="83597" y="28879"/>
                  <a:pt x="83597" y="31919"/>
                </a:cubicBezTo>
                <a:cubicBezTo>
                  <a:pt x="83597" y="36669"/>
                  <a:pt x="87460" y="40532"/>
                  <a:pt x="92210" y="40532"/>
                </a:cubicBezTo>
                <a:lnTo>
                  <a:pt x="106396" y="40532"/>
                </a:lnTo>
                <a:cubicBezTo>
                  <a:pt x="114788" y="40532"/>
                  <a:pt x="121596" y="47340"/>
                  <a:pt x="121596" y="55731"/>
                </a:cubicBezTo>
                <a:lnTo>
                  <a:pt x="121596" y="69918"/>
                </a:lnTo>
                <a:cubicBezTo>
                  <a:pt x="121596" y="74667"/>
                  <a:pt x="125459" y="78531"/>
                  <a:pt x="130209" y="78531"/>
                </a:cubicBezTo>
                <a:cubicBezTo>
                  <a:pt x="133217" y="78531"/>
                  <a:pt x="135909" y="76821"/>
                  <a:pt x="138094" y="74731"/>
                </a:cubicBezTo>
                <a:cubicBezTo>
                  <a:pt x="140595" y="72356"/>
                  <a:pt x="143635" y="70931"/>
                  <a:pt x="146928" y="70931"/>
                </a:cubicBezTo>
                <a:cubicBezTo>
                  <a:pt x="155320" y="70931"/>
                  <a:pt x="162128" y="80019"/>
                  <a:pt x="162128" y="91197"/>
                </a:cubicBezTo>
                <a:cubicBezTo>
                  <a:pt x="162128" y="102375"/>
                  <a:pt x="155320" y="111463"/>
                  <a:pt x="146928" y="111463"/>
                </a:cubicBezTo>
                <a:cubicBezTo>
                  <a:pt x="143635" y="111463"/>
                  <a:pt x="140563" y="110069"/>
                  <a:pt x="138094" y="107663"/>
                </a:cubicBezTo>
                <a:cubicBezTo>
                  <a:pt x="135909" y="105573"/>
                  <a:pt x="133249" y="103863"/>
                  <a:pt x="130209" y="103863"/>
                </a:cubicBezTo>
                <a:cubicBezTo>
                  <a:pt x="125459" y="103863"/>
                  <a:pt x="121596" y="107726"/>
                  <a:pt x="121596" y="112476"/>
                </a:cubicBezTo>
                <a:lnTo>
                  <a:pt x="121596" y="146928"/>
                </a:lnTo>
                <a:cubicBezTo>
                  <a:pt x="121596" y="155320"/>
                  <a:pt x="114788" y="162128"/>
                  <a:pt x="106396" y="162128"/>
                </a:cubicBezTo>
                <a:lnTo>
                  <a:pt x="88410" y="162128"/>
                </a:lnTo>
                <a:cubicBezTo>
                  <a:pt x="84357" y="162128"/>
                  <a:pt x="81064" y="158834"/>
                  <a:pt x="81064" y="154781"/>
                </a:cubicBezTo>
                <a:cubicBezTo>
                  <a:pt x="81064" y="151868"/>
                  <a:pt x="82900" y="149303"/>
                  <a:pt x="85244" y="147562"/>
                </a:cubicBezTo>
                <a:cubicBezTo>
                  <a:pt x="88917" y="144807"/>
                  <a:pt x="91197" y="141007"/>
                  <a:pt x="91197" y="136795"/>
                </a:cubicBezTo>
                <a:cubicBezTo>
                  <a:pt x="91197" y="128404"/>
                  <a:pt x="82109" y="121596"/>
                  <a:pt x="70931" y="121596"/>
                </a:cubicBezTo>
                <a:cubicBezTo>
                  <a:pt x="59753" y="121596"/>
                  <a:pt x="50665" y="128404"/>
                  <a:pt x="50665" y="136795"/>
                </a:cubicBezTo>
                <a:cubicBezTo>
                  <a:pt x="50665" y="141007"/>
                  <a:pt x="52945" y="144807"/>
                  <a:pt x="56618" y="147562"/>
                </a:cubicBezTo>
                <a:cubicBezTo>
                  <a:pt x="58961" y="149303"/>
                  <a:pt x="60798" y="151836"/>
                  <a:pt x="60798" y="154781"/>
                </a:cubicBezTo>
                <a:cubicBezTo>
                  <a:pt x="60798" y="158834"/>
                  <a:pt x="57505" y="162128"/>
                  <a:pt x="53451" y="162128"/>
                </a:cubicBezTo>
                <a:lnTo>
                  <a:pt x="15199" y="162128"/>
                </a:lnTo>
                <a:cubicBezTo>
                  <a:pt x="6808" y="162128"/>
                  <a:pt x="0" y="155320"/>
                  <a:pt x="0" y="146928"/>
                </a:cubicBezTo>
                <a:lnTo>
                  <a:pt x="0" y="108676"/>
                </a:lnTo>
                <a:cubicBezTo>
                  <a:pt x="0" y="104623"/>
                  <a:pt x="3293" y="101330"/>
                  <a:pt x="7346" y="101330"/>
                </a:cubicBezTo>
                <a:cubicBezTo>
                  <a:pt x="10260" y="101330"/>
                  <a:pt x="12825" y="103166"/>
                  <a:pt x="14566" y="105510"/>
                </a:cubicBezTo>
                <a:cubicBezTo>
                  <a:pt x="17321" y="109183"/>
                  <a:pt x="21121" y="111463"/>
                  <a:pt x="25332" y="111463"/>
                </a:cubicBezTo>
                <a:cubicBezTo>
                  <a:pt x="33724" y="111463"/>
                  <a:pt x="40532" y="102375"/>
                  <a:pt x="40532" y="91197"/>
                </a:cubicBezTo>
                <a:cubicBezTo>
                  <a:pt x="40532" y="80019"/>
                  <a:pt x="33724" y="70931"/>
                  <a:pt x="25332" y="70931"/>
                </a:cubicBezTo>
                <a:cubicBezTo>
                  <a:pt x="21121" y="70931"/>
                  <a:pt x="17321" y="73211"/>
                  <a:pt x="14566" y="76884"/>
                </a:cubicBezTo>
                <a:cubicBezTo>
                  <a:pt x="12825" y="79227"/>
                  <a:pt x="10291" y="81064"/>
                  <a:pt x="7346" y="81064"/>
                </a:cubicBezTo>
                <a:cubicBezTo>
                  <a:pt x="3293" y="81064"/>
                  <a:pt x="0" y="77771"/>
                  <a:pt x="0" y="73717"/>
                </a:cubicBezTo>
                <a:lnTo>
                  <a:pt x="0" y="55731"/>
                </a:lnTo>
                <a:cubicBezTo>
                  <a:pt x="0" y="47340"/>
                  <a:pt x="6808" y="40532"/>
                  <a:pt x="15199" y="40532"/>
                </a:cubicBezTo>
                <a:lnTo>
                  <a:pt x="49652" y="40532"/>
                </a:lnTo>
                <a:cubicBezTo>
                  <a:pt x="54401" y="40532"/>
                  <a:pt x="58265" y="36669"/>
                  <a:pt x="58265" y="31919"/>
                </a:cubicBezTo>
                <a:cubicBezTo>
                  <a:pt x="58265" y="28911"/>
                  <a:pt x="56555" y="26219"/>
                  <a:pt x="54465" y="24034"/>
                </a:cubicBezTo>
                <a:cubicBezTo>
                  <a:pt x="52090" y="21533"/>
                  <a:pt x="50665" y="18493"/>
                  <a:pt x="50665" y="15199"/>
                </a:cubicBezTo>
                <a:cubicBezTo>
                  <a:pt x="50665" y="6808"/>
                  <a:pt x="59753" y="0"/>
                  <a:pt x="70931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8773766" y="4628745"/>
            <a:ext cx="1094362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Herramientas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311702" y="5098915"/>
            <a:ext cx="113489" cy="129702"/>
          </a:xfrm>
          <a:custGeom>
            <a:avLst/>
            <a:gdLst/>
            <a:ahLst/>
            <a:cxnLst/>
            <a:rect l="l" t="t" r="r" b="b"/>
            <a:pathLst>
              <a:path w="113489" h="129702">
                <a:moveTo>
                  <a:pt x="110145" y="17758"/>
                </a:moveTo>
                <a:cubicBezTo>
                  <a:pt x="113768" y="20393"/>
                  <a:pt x="114579" y="25459"/>
                  <a:pt x="111944" y="29082"/>
                </a:cubicBezTo>
                <a:lnTo>
                  <a:pt x="47093" y="118252"/>
                </a:lnTo>
                <a:cubicBezTo>
                  <a:pt x="45700" y="120177"/>
                  <a:pt x="43546" y="121368"/>
                  <a:pt x="41165" y="121570"/>
                </a:cubicBezTo>
                <a:cubicBezTo>
                  <a:pt x="38784" y="121773"/>
                  <a:pt x="36479" y="120886"/>
                  <a:pt x="34807" y="119214"/>
                </a:cubicBezTo>
                <a:lnTo>
                  <a:pt x="2381" y="86789"/>
                </a:lnTo>
                <a:cubicBezTo>
                  <a:pt x="-785" y="83622"/>
                  <a:pt x="-785" y="78480"/>
                  <a:pt x="2381" y="75313"/>
                </a:cubicBezTo>
                <a:cubicBezTo>
                  <a:pt x="5548" y="72147"/>
                  <a:pt x="10690" y="72147"/>
                  <a:pt x="13857" y="75313"/>
                </a:cubicBezTo>
                <a:lnTo>
                  <a:pt x="39569" y="101026"/>
                </a:lnTo>
                <a:lnTo>
                  <a:pt x="98847" y="19531"/>
                </a:lnTo>
                <a:cubicBezTo>
                  <a:pt x="101482" y="15909"/>
                  <a:pt x="106548" y="15098"/>
                  <a:pt x="110171" y="17733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52" name="Text 50"/>
          <p:cNvSpPr/>
          <p:nvPr/>
        </p:nvSpPr>
        <p:spPr>
          <a:xfrm>
            <a:off x="8514362" y="5066489"/>
            <a:ext cx="429638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Zapier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311702" y="5358319"/>
            <a:ext cx="113489" cy="129702"/>
          </a:xfrm>
          <a:custGeom>
            <a:avLst/>
            <a:gdLst/>
            <a:ahLst/>
            <a:cxnLst/>
            <a:rect l="l" t="t" r="r" b="b"/>
            <a:pathLst>
              <a:path w="113489" h="129702">
                <a:moveTo>
                  <a:pt x="110145" y="17758"/>
                </a:moveTo>
                <a:cubicBezTo>
                  <a:pt x="113768" y="20393"/>
                  <a:pt x="114579" y="25459"/>
                  <a:pt x="111944" y="29082"/>
                </a:cubicBezTo>
                <a:lnTo>
                  <a:pt x="47093" y="118252"/>
                </a:lnTo>
                <a:cubicBezTo>
                  <a:pt x="45700" y="120177"/>
                  <a:pt x="43546" y="121368"/>
                  <a:pt x="41165" y="121570"/>
                </a:cubicBezTo>
                <a:cubicBezTo>
                  <a:pt x="38784" y="121773"/>
                  <a:pt x="36479" y="120886"/>
                  <a:pt x="34807" y="119214"/>
                </a:cubicBezTo>
                <a:lnTo>
                  <a:pt x="2381" y="86789"/>
                </a:lnTo>
                <a:cubicBezTo>
                  <a:pt x="-785" y="83622"/>
                  <a:pt x="-785" y="78480"/>
                  <a:pt x="2381" y="75313"/>
                </a:cubicBezTo>
                <a:cubicBezTo>
                  <a:pt x="5548" y="72147"/>
                  <a:pt x="10690" y="72147"/>
                  <a:pt x="13857" y="75313"/>
                </a:cubicBezTo>
                <a:lnTo>
                  <a:pt x="39569" y="101026"/>
                </a:lnTo>
                <a:lnTo>
                  <a:pt x="98847" y="19531"/>
                </a:lnTo>
                <a:cubicBezTo>
                  <a:pt x="101482" y="15909"/>
                  <a:pt x="106548" y="15098"/>
                  <a:pt x="110171" y="17733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54" name="Text 52"/>
          <p:cNvSpPr/>
          <p:nvPr/>
        </p:nvSpPr>
        <p:spPr>
          <a:xfrm>
            <a:off x="8514362" y="5325894"/>
            <a:ext cx="1134894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Make (Integromat)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311702" y="5617723"/>
            <a:ext cx="113489" cy="129702"/>
          </a:xfrm>
          <a:custGeom>
            <a:avLst/>
            <a:gdLst/>
            <a:ahLst/>
            <a:cxnLst/>
            <a:rect l="l" t="t" r="r" b="b"/>
            <a:pathLst>
              <a:path w="113489" h="129702">
                <a:moveTo>
                  <a:pt x="110145" y="17758"/>
                </a:moveTo>
                <a:cubicBezTo>
                  <a:pt x="113768" y="20393"/>
                  <a:pt x="114579" y="25459"/>
                  <a:pt x="111944" y="29082"/>
                </a:cubicBezTo>
                <a:lnTo>
                  <a:pt x="47093" y="118252"/>
                </a:lnTo>
                <a:cubicBezTo>
                  <a:pt x="45700" y="120177"/>
                  <a:pt x="43546" y="121368"/>
                  <a:pt x="41165" y="121570"/>
                </a:cubicBezTo>
                <a:cubicBezTo>
                  <a:pt x="38784" y="121773"/>
                  <a:pt x="36479" y="120886"/>
                  <a:pt x="34807" y="119214"/>
                </a:cubicBezTo>
                <a:lnTo>
                  <a:pt x="2381" y="86789"/>
                </a:lnTo>
                <a:cubicBezTo>
                  <a:pt x="-785" y="83622"/>
                  <a:pt x="-785" y="78480"/>
                  <a:pt x="2381" y="75313"/>
                </a:cubicBezTo>
                <a:cubicBezTo>
                  <a:pt x="5548" y="72147"/>
                  <a:pt x="10690" y="72147"/>
                  <a:pt x="13857" y="75313"/>
                </a:cubicBezTo>
                <a:lnTo>
                  <a:pt x="39569" y="101026"/>
                </a:lnTo>
                <a:lnTo>
                  <a:pt x="98847" y="19531"/>
                </a:lnTo>
                <a:cubicBezTo>
                  <a:pt x="101482" y="15909"/>
                  <a:pt x="106548" y="15098"/>
                  <a:pt x="110171" y="17733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56" name="Text 54"/>
          <p:cNvSpPr/>
          <p:nvPr/>
        </p:nvSpPr>
        <p:spPr>
          <a:xfrm>
            <a:off x="8514362" y="5585298"/>
            <a:ext cx="1605064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Microsoft Power Automate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311702" y="5877128"/>
            <a:ext cx="113489" cy="129702"/>
          </a:xfrm>
          <a:custGeom>
            <a:avLst/>
            <a:gdLst/>
            <a:ahLst/>
            <a:cxnLst/>
            <a:rect l="l" t="t" r="r" b="b"/>
            <a:pathLst>
              <a:path w="113489" h="129702">
                <a:moveTo>
                  <a:pt x="110145" y="17758"/>
                </a:moveTo>
                <a:cubicBezTo>
                  <a:pt x="113768" y="20393"/>
                  <a:pt x="114579" y="25459"/>
                  <a:pt x="111944" y="29082"/>
                </a:cubicBezTo>
                <a:lnTo>
                  <a:pt x="47093" y="118252"/>
                </a:lnTo>
                <a:cubicBezTo>
                  <a:pt x="45700" y="120177"/>
                  <a:pt x="43546" y="121368"/>
                  <a:pt x="41165" y="121570"/>
                </a:cubicBezTo>
                <a:cubicBezTo>
                  <a:pt x="38784" y="121773"/>
                  <a:pt x="36479" y="120886"/>
                  <a:pt x="34807" y="119214"/>
                </a:cubicBezTo>
                <a:lnTo>
                  <a:pt x="2381" y="86789"/>
                </a:lnTo>
                <a:cubicBezTo>
                  <a:pt x="-785" y="83622"/>
                  <a:pt x="-785" y="78480"/>
                  <a:pt x="2381" y="75313"/>
                </a:cubicBezTo>
                <a:cubicBezTo>
                  <a:pt x="5548" y="72147"/>
                  <a:pt x="10690" y="72147"/>
                  <a:pt x="13857" y="75313"/>
                </a:cubicBezTo>
                <a:lnTo>
                  <a:pt x="39569" y="101026"/>
                </a:lnTo>
                <a:lnTo>
                  <a:pt x="98847" y="19531"/>
                </a:lnTo>
                <a:cubicBezTo>
                  <a:pt x="101482" y="15909"/>
                  <a:pt x="106548" y="15098"/>
                  <a:pt x="110171" y="17733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58" name="Text 56"/>
          <p:cNvSpPr/>
          <p:nvPr/>
        </p:nvSpPr>
        <p:spPr>
          <a:xfrm>
            <a:off x="8514362" y="5844702"/>
            <a:ext cx="1167319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Google Apps Script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324255" y="6404043"/>
            <a:ext cx="11543489" cy="453957"/>
          </a:xfrm>
          <a:custGeom>
            <a:avLst/>
            <a:gdLst/>
            <a:ahLst/>
            <a:cxnLst/>
            <a:rect l="l" t="t" r="r" b="b"/>
            <a:pathLst>
              <a:path w="11543489" h="453957">
                <a:moveTo>
                  <a:pt x="97279" y="0"/>
                </a:moveTo>
                <a:lnTo>
                  <a:pt x="11446211" y="0"/>
                </a:lnTo>
                <a:cubicBezTo>
                  <a:pt x="11499936" y="0"/>
                  <a:pt x="11543489" y="43553"/>
                  <a:pt x="11543489" y="97279"/>
                </a:cubicBezTo>
                <a:lnTo>
                  <a:pt x="11543489" y="356679"/>
                </a:lnTo>
                <a:cubicBezTo>
                  <a:pt x="11543489" y="410404"/>
                  <a:pt x="11499936" y="453957"/>
                  <a:pt x="11446211" y="453957"/>
                </a:cubicBezTo>
                <a:lnTo>
                  <a:pt x="97279" y="453957"/>
                </a:lnTo>
                <a:cubicBezTo>
                  <a:pt x="43589" y="453957"/>
                  <a:pt x="0" y="410368"/>
                  <a:pt x="0" y="356679"/>
                </a:cubicBezTo>
                <a:lnTo>
                  <a:pt x="0" y="97279"/>
                </a:lnTo>
                <a:cubicBezTo>
                  <a:pt x="0" y="43589"/>
                  <a:pt x="43589" y="0"/>
                  <a:pt x="97279" y="0"/>
                </a:cubicBezTo>
                <a:close/>
              </a:path>
            </a:pathLst>
          </a:custGeom>
          <a:solidFill>
            <a:srgbClr val="34C759">
              <a:alpha val="10196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494489" y="6549957"/>
            <a:ext cx="121596" cy="162128"/>
          </a:xfrm>
          <a:custGeom>
            <a:avLst/>
            <a:gdLst/>
            <a:ahLst/>
            <a:cxnLst/>
            <a:rect l="l" t="t" r="r" b="b"/>
            <a:pathLst>
              <a:path w="121596" h="162128">
                <a:moveTo>
                  <a:pt x="92748" y="121596"/>
                </a:moveTo>
                <a:cubicBezTo>
                  <a:pt x="95060" y="114534"/>
                  <a:pt x="99683" y="108138"/>
                  <a:pt x="104908" y="102628"/>
                </a:cubicBezTo>
                <a:cubicBezTo>
                  <a:pt x="115263" y="91735"/>
                  <a:pt x="121596" y="77011"/>
                  <a:pt x="121596" y="60798"/>
                </a:cubicBezTo>
                <a:cubicBezTo>
                  <a:pt x="121596" y="27232"/>
                  <a:pt x="94363" y="0"/>
                  <a:pt x="60798" y="0"/>
                </a:cubicBezTo>
                <a:cubicBezTo>
                  <a:pt x="27232" y="0"/>
                  <a:pt x="0" y="27232"/>
                  <a:pt x="0" y="60798"/>
                </a:cubicBezTo>
                <a:cubicBezTo>
                  <a:pt x="0" y="77011"/>
                  <a:pt x="6333" y="91735"/>
                  <a:pt x="16688" y="102628"/>
                </a:cubicBezTo>
                <a:cubicBezTo>
                  <a:pt x="21913" y="108138"/>
                  <a:pt x="26567" y="114534"/>
                  <a:pt x="28847" y="121596"/>
                </a:cubicBezTo>
                <a:lnTo>
                  <a:pt x="92717" y="121596"/>
                </a:lnTo>
                <a:close/>
                <a:moveTo>
                  <a:pt x="91197" y="136795"/>
                </a:moveTo>
                <a:lnTo>
                  <a:pt x="30399" y="136795"/>
                </a:lnTo>
                <a:lnTo>
                  <a:pt x="30399" y="141862"/>
                </a:lnTo>
                <a:cubicBezTo>
                  <a:pt x="30399" y="155858"/>
                  <a:pt x="41735" y="167194"/>
                  <a:pt x="55731" y="167194"/>
                </a:cubicBezTo>
                <a:lnTo>
                  <a:pt x="65864" y="167194"/>
                </a:lnTo>
                <a:cubicBezTo>
                  <a:pt x="79861" y="167194"/>
                  <a:pt x="91197" y="155858"/>
                  <a:pt x="91197" y="141862"/>
                </a:cubicBezTo>
                <a:lnTo>
                  <a:pt x="91197" y="136795"/>
                </a:lnTo>
                <a:close/>
                <a:moveTo>
                  <a:pt x="58265" y="35465"/>
                </a:moveTo>
                <a:cubicBezTo>
                  <a:pt x="45662" y="35465"/>
                  <a:pt x="35465" y="45662"/>
                  <a:pt x="35465" y="58265"/>
                </a:cubicBezTo>
                <a:cubicBezTo>
                  <a:pt x="35465" y="62476"/>
                  <a:pt x="32077" y="65864"/>
                  <a:pt x="27866" y="65864"/>
                </a:cubicBezTo>
                <a:cubicBezTo>
                  <a:pt x="23654" y="65864"/>
                  <a:pt x="20266" y="62476"/>
                  <a:pt x="20266" y="58265"/>
                </a:cubicBezTo>
                <a:cubicBezTo>
                  <a:pt x="20266" y="37270"/>
                  <a:pt x="37270" y="20266"/>
                  <a:pt x="58265" y="20266"/>
                </a:cubicBezTo>
                <a:cubicBezTo>
                  <a:pt x="62476" y="20266"/>
                  <a:pt x="65864" y="23654"/>
                  <a:pt x="65864" y="27866"/>
                </a:cubicBezTo>
                <a:cubicBezTo>
                  <a:pt x="65864" y="32077"/>
                  <a:pt x="62476" y="35465"/>
                  <a:pt x="58265" y="35465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61" name="Text 59"/>
          <p:cNvSpPr/>
          <p:nvPr/>
        </p:nvSpPr>
        <p:spPr>
          <a:xfrm>
            <a:off x="753894" y="6533745"/>
            <a:ext cx="5844702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Proyecto Práctico:</a:t>
            </a:r>
            <a:pPr>
              <a:lnSpc>
                <a:spcPct val="130000"/>
              </a:lnSpc>
            </a:pPr>
            <a:r>
              <a:rPr lang="en-US" sz="102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Diseño e implementación de un workflow completo con presentación de resultados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7783" y="367783"/>
            <a:ext cx="1112543" cy="220670"/>
          </a:xfrm>
          <a:custGeom>
            <a:avLst/>
            <a:gdLst/>
            <a:ahLst/>
            <a:cxnLst/>
            <a:rect l="l" t="t" r="r" b="b"/>
            <a:pathLst>
              <a:path w="1112543" h="220670">
                <a:moveTo>
                  <a:pt x="110335" y="0"/>
                </a:moveTo>
                <a:lnTo>
                  <a:pt x="1002208" y="0"/>
                </a:lnTo>
                <a:cubicBezTo>
                  <a:pt x="1063104" y="0"/>
                  <a:pt x="1112543" y="49439"/>
                  <a:pt x="1112543" y="110335"/>
                </a:cubicBezTo>
                <a:lnTo>
                  <a:pt x="1112543" y="110335"/>
                </a:lnTo>
                <a:cubicBezTo>
                  <a:pt x="1112543" y="171230"/>
                  <a:pt x="1063104" y="220670"/>
                  <a:pt x="1002208" y="220670"/>
                </a:cubicBezTo>
                <a:lnTo>
                  <a:pt x="110335" y="220670"/>
                </a:lnTo>
                <a:cubicBezTo>
                  <a:pt x="49439" y="220670"/>
                  <a:pt x="0" y="171230"/>
                  <a:pt x="0" y="110335"/>
                </a:cubicBezTo>
                <a:lnTo>
                  <a:pt x="0" y="110335"/>
                </a:lnTo>
                <a:cubicBezTo>
                  <a:pt x="0" y="49439"/>
                  <a:pt x="49439" y="0"/>
                  <a:pt x="110335" y="0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3" name="Text 1"/>
          <p:cNvSpPr/>
          <p:nvPr/>
        </p:nvSpPr>
        <p:spPr>
          <a:xfrm>
            <a:off x="367783" y="367783"/>
            <a:ext cx="1167710" cy="220670"/>
          </a:xfrm>
          <a:prstGeom prst="rect">
            <a:avLst/>
          </a:prstGeom>
          <a:noFill/>
          <a:ln/>
        </p:spPr>
        <p:txBody>
          <a:bodyPr wrap="square" lIns="110335" tIns="36778" rIns="110335" bIns="36778" rtlCol="0" anchor="ctr"/>
          <a:lstStyle/>
          <a:p>
            <a:pPr>
              <a:lnSpc>
                <a:spcPct val="110000"/>
              </a:lnSpc>
            </a:pPr>
            <a:r>
              <a:rPr lang="en-US" sz="869" b="1" spc="43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SEMANAS 10-12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86782" y="386172"/>
            <a:ext cx="1011403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 abril - 8 mayo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7783" y="698787"/>
            <a:ext cx="11677104" cy="441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75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IA Multimodal y Agentes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7783" y="1213683"/>
            <a:ext cx="11548380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8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Más allá del texto: capacidades avanzadas y autonomía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72380" y="1696398"/>
            <a:ext cx="5608688" cy="3135348"/>
          </a:xfrm>
          <a:custGeom>
            <a:avLst/>
            <a:gdLst/>
            <a:ahLst/>
            <a:cxnLst/>
            <a:rect l="l" t="t" r="r" b="b"/>
            <a:pathLst>
              <a:path w="5608688" h="3135348">
                <a:moveTo>
                  <a:pt x="147111" y="0"/>
                </a:moveTo>
                <a:lnTo>
                  <a:pt x="5461577" y="0"/>
                </a:lnTo>
                <a:cubicBezTo>
                  <a:pt x="5542824" y="0"/>
                  <a:pt x="5608688" y="65864"/>
                  <a:pt x="5608688" y="147111"/>
                </a:cubicBezTo>
                <a:lnTo>
                  <a:pt x="5608688" y="2988238"/>
                </a:lnTo>
                <a:cubicBezTo>
                  <a:pt x="5608688" y="3069485"/>
                  <a:pt x="5542824" y="3135348"/>
                  <a:pt x="5461577" y="3135348"/>
                </a:cubicBezTo>
                <a:lnTo>
                  <a:pt x="147111" y="3135348"/>
                </a:lnTo>
                <a:cubicBezTo>
                  <a:pt x="65864" y="3135348"/>
                  <a:pt x="0" y="3069485"/>
                  <a:pt x="0" y="2988238"/>
                </a:cubicBezTo>
                <a:lnTo>
                  <a:pt x="0" y="147111"/>
                </a:lnTo>
                <a:cubicBezTo>
                  <a:pt x="0" y="65864"/>
                  <a:pt x="65864" y="0"/>
                  <a:pt x="14711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7584" dist="9195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7647" y="1921665"/>
            <a:ext cx="441339" cy="441339"/>
          </a:xfrm>
          <a:custGeom>
            <a:avLst/>
            <a:gdLst/>
            <a:ahLst/>
            <a:cxnLst/>
            <a:rect l="l" t="t" r="r" b="b"/>
            <a:pathLst>
              <a:path w="441339" h="441339">
                <a:moveTo>
                  <a:pt x="110335" y="0"/>
                </a:moveTo>
                <a:lnTo>
                  <a:pt x="331005" y="0"/>
                </a:lnTo>
                <a:cubicBezTo>
                  <a:pt x="391900" y="0"/>
                  <a:pt x="441339" y="49439"/>
                  <a:pt x="441339" y="110335"/>
                </a:cubicBezTo>
                <a:lnTo>
                  <a:pt x="441339" y="331005"/>
                </a:lnTo>
                <a:cubicBezTo>
                  <a:pt x="441339" y="391941"/>
                  <a:pt x="391941" y="441339"/>
                  <a:pt x="331005" y="441339"/>
                </a:cubicBezTo>
                <a:lnTo>
                  <a:pt x="110335" y="441339"/>
                </a:lnTo>
                <a:cubicBezTo>
                  <a:pt x="49399" y="441339"/>
                  <a:pt x="0" y="391941"/>
                  <a:pt x="0" y="331005"/>
                </a:cubicBezTo>
                <a:lnTo>
                  <a:pt x="0" y="110335"/>
                </a:lnTo>
                <a:cubicBezTo>
                  <a:pt x="0" y="49439"/>
                  <a:pt x="49439" y="0"/>
                  <a:pt x="11033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9" name="Shape 7"/>
          <p:cNvSpPr/>
          <p:nvPr/>
        </p:nvSpPr>
        <p:spPr>
          <a:xfrm>
            <a:off x="703385" y="2050389"/>
            <a:ext cx="229864" cy="183891"/>
          </a:xfrm>
          <a:custGeom>
            <a:avLst/>
            <a:gdLst/>
            <a:ahLst/>
            <a:cxnLst/>
            <a:rect l="l" t="t" r="r" b="b"/>
            <a:pathLst>
              <a:path w="229864" h="183891">
                <a:moveTo>
                  <a:pt x="68959" y="22986"/>
                </a:moveTo>
                <a:cubicBezTo>
                  <a:pt x="68959" y="10308"/>
                  <a:pt x="79267" y="0"/>
                  <a:pt x="91946" y="0"/>
                </a:cubicBezTo>
                <a:lnTo>
                  <a:pt x="206878" y="0"/>
                </a:lnTo>
                <a:cubicBezTo>
                  <a:pt x="219556" y="0"/>
                  <a:pt x="229864" y="10308"/>
                  <a:pt x="229864" y="22986"/>
                </a:cubicBezTo>
                <a:lnTo>
                  <a:pt x="229864" y="103439"/>
                </a:lnTo>
                <a:cubicBezTo>
                  <a:pt x="229864" y="116117"/>
                  <a:pt x="219556" y="126425"/>
                  <a:pt x="206878" y="126425"/>
                </a:cubicBezTo>
                <a:lnTo>
                  <a:pt x="91946" y="126425"/>
                </a:lnTo>
                <a:cubicBezTo>
                  <a:pt x="79267" y="126425"/>
                  <a:pt x="68959" y="116117"/>
                  <a:pt x="68959" y="103439"/>
                </a:cubicBezTo>
                <a:lnTo>
                  <a:pt x="68959" y="22986"/>
                </a:lnTo>
                <a:close/>
                <a:moveTo>
                  <a:pt x="114932" y="34480"/>
                </a:moveTo>
                <a:cubicBezTo>
                  <a:pt x="114932" y="28136"/>
                  <a:pt x="109782" y="22986"/>
                  <a:pt x="103439" y="22986"/>
                </a:cubicBezTo>
                <a:cubicBezTo>
                  <a:pt x="97096" y="22986"/>
                  <a:pt x="91946" y="28136"/>
                  <a:pt x="91946" y="34480"/>
                </a:cubicBezTo>
                <a:cubicBezTo>
                  <a:pt x="91946" y="40823"/>
                  <a:pt x="97096" y="45973"/>
                  <a:pt x="103439" y="45973"/>
                </a:cubicBezTo>
                <a:cubicBezTo>
                  <a:pt x="109782" y="45973"/>
                  <a:pt x="114932" y="40823"/>
                  <a:pt x="114932" y="34480"/>
                </a:cubicBezTo>
                <a:close/>
                <a:moveTo>
                  <a:pt x="171141" y="38610"/>
                </a:moveTo>
                <a:cubicBezTo>
                  <a:pt x="169561" y="36060"/>
                  <a:pt x="166795" y="34480"/>
                  <a:pt x="163778" y="34480"/>
                </a:cubicBezTo>
                <a:cubicBezTo>
                  <a:pt x="160761" y="34480"/>
                  <a:pt x="157996" y="36060"/>
                  <a:pt x="156415" y="38610"/>
                </a:cubicBezTo>
                <a:lnTo>
                  <a:pt x="137021" y="70324"/>
                </a:lnTo>
                <a:lnTo>
                  <a:pt x="130592" y="61130"/>
                </a:lnTo>
                <a:cubicBezTo>
                  <a:pt x="128975" y="58831"/>
                  <a:pt x="126354" y="57466"/>
                  <a:pt x="123516" y="57466"/>
                </a:cubicBezTo>
                <a:cubicBezTo>
                  <a:pt x="120679" y="57466"/>
                  <a:pt x="118057" y="58831"/>
                  <a:pt x="116441" y="61130"/>
                </a:cubicBezTo>
                <a:lnTo>
                  <a:pt x="96327" y="89863"/>
                </a:lnTo>
                <a:cubicBezTo>
                  <a:pt x="94496" y="92484"/>
                  <a:pt x="94244" y="95932"/>
                  <a:pt x="95753" y="98770"/>
                </a:cubicBezTo>
                <a:cubicBezTo>
                  <a:pt x="97261" y="101607"/>
                  <a:pt x="100242" y="103439"/>
                  <a:pt x="103439" y="103439"/>
                </a:cubicBezTo>
                <a:lnTo>
                  <a:pt x="195385" y="103439"/>
                </a:lnTo>
                <a:cubicBezTo>
                  <a:pt x="198509" y="103439"/>
                  <a:pt x="201383" y="101751"/>
                  <a:pt x="202891" y="99021"/>
                </a:cubicBezTo>
                <a:cubicBezTo>
                  <a:pt x="204400" y="96292"/>
                  <a:pt x="204364" y="92987"/>
                  <a:pt x="202712" y="90294"/>
                </a:cubicBezTo>
                <a:lnTo>
                  <a:pt x="171105" y="38574"/>
                </a:lnTo>
                <a:close/>
                <a:moveTo>
                  <a:pt x="51719" y="45973"/>
                </a:moveTo>
                <a:lnTo>
                  <a:pt x="51719" y="103439"/>
                </a:lnTo>
                <a:cubicBezTo>
                  <a:pt x="51719" y="125671"/>
                  <a:pt x="69714" y="143665"/>
                  <a:pt x="91946" y="143665"/>
                </a:cubicBezTo>
                <a:lnTo>
                  <a:pt x="160905" y="143665"/>
                </a:lnTo>
                <a:lnTo>
                  <a:pt x="160905" y="149412"/>
                </a:lnTo>
                <a:cubicBezTo>
                  <a:pt x="160905" y="162090"/>
                  <a:pt x="150597" y="172398"/>
                  <a:pt x="137919" y="172398"/>
                </a:cubicBezTo>
                <a:lnTo>
                  <a:pt x="22986" y="172398"/>
                </a:lnTo>
                <a:cubicBezTo>
                  <a:pt x="10308" y="172398"/>
                  <a:pt x="0" y="162090"/>
                  <a:pt x="0" y="149412"/>
                </a:cubicBezTo>
                <a:lnTo>
                  <a:pt x="0" y="68959"/>
                </a:lnTo>
                <a:cubicBezTo>
                  <a:pt x="0" y="56281"/>
                  <a:pt x="10308" y="45973"/>
                  <a:pt x="22986" y="45973"/>
                </a:cubicBezTo>
                <a:lnTo>
                  <a:pt x="51719" y="45973"/>
                </a:lnTo>
                <a:close/>
                <a:moveTo>
                  <a:pt x="18676" y="70396"/>
                </a:moveTo>
                <a:lnTo>
                  <a:pt x="18676" y="79016"/>
                </a:lnTo>
                <a:cubicBezTo>
                  <a:pt x="18676" y="82176"/>
                  <a:pt x="21262" y="84762"/>
                  <a:pt x="24423" y="84762"/>
                </a:cubicBezTo>
                <a:lnTo>
                  <a:pt x="33043" y="84762"/>
                </a:lnTo>
                <a:cubicBezTo>
                  <a:pt x="36204" y="84762"/>
                  <a:pt x="38790" y="82176"/>
                  <a:pt x="38790" y="79016"/>
                </a:cubicBezTo>
                <a:lnTo>
                  <a:pt x="38790" y="70396"/>
                </a:lnTo>
                <a:cubicBezTo>
                  <a:pt x="38790" y="67235"/>
                  <a:pt x="36204" y="64649"/>
                  <a:pt x="33043" y="64649"/>
                </a:cubicBezTo>
                <a:lnTo>
                  <a:pt x="24423" y="64649"/>
                </a:lnTo>
                <a:cubicBezTo>
                  <a:pt x="21262" y="64649"/>
                  <a:pt x="18676" y="67235"/>
                  <a:pt x="18676" y="70396"/>
                </a:cubicBezTo>
                <a:close/>
                <a:moveTo>
                  <a:pt x="24423" y="99129"/>
                </a:moveTo>
                <a:cubicBezTo>
                  <a:pt x="21262" y="99129"/>
                  <a:pt x="18676" y="101715"/>
                  <a:pt x="18676" y="104876"/>
                </a:cubicBezTo>
                <a:lnTo>
                  <a:pt x="18676" y="113495"/>
                </a:lnTo>
                <a:cubicBezTo>
                  <a:pt x="18676" y="116656"/>
                  <a:pt x="21262" y="119242"/>
                  <a:pt x="24423" y="119242"/>
                </a:cubicBezTo>
                <a:lnTo>
                  <a:pt x="33043" y="119242"/>
                </a:lnTo>
                <a:cubicBezTo>
                  <a:pt x="36204" y="119242"/>
                  <a:pt x="38790" y="116656"/>
                  <a:pt x="38790" y="113495"/>
                </a:cubicBezTo>
                <a:lnTo>
                  <a:pt x="38790" y="104876"/>
                </a:lnTo>
                <a:cubicBezTo>
                  <a:pt x="38790" y="101715"/>
                  <a:pt x="36204" y="99129"/>
                  <a:pt x="33043" y="99129"/>
                </a:cubicBezTo>
                <a:lnTo>
                  <a:pt x="24423" y="99129"/>
                </a:lnTo>
                <a:close/>
                <a:moveTo>
                  <a:pt x="24423" y="133609"/>
                </a:moveTo>
                <a:cubicBezTo>
                  <a:pt x="21262" y="133609"/>
                  <a:pt x="18676" y="136195"/>
                  <a:pt x="18676" y="139355"/>
                </a:cubicBezTo>
                <a:lnTo>
                  <a:pt x="18676" y="147975"/>
                </a:lnTo>
                <a:cubicBezTo>
                  <a:pt x="18676" y="151136"/>
                  <a:pt x="21262" y="153722"/>
                  <a:pt x="24423" y="153722"/>
                </a:cubicBezTo>
                <a:lnTo>
                  <a:pt x="33043" y="153722"/>
                </a:lnTo>
                <a:cubicBezTo>
                  <a:pt x="36204" y="153722"/>
                  <a:pt x="38790" y="151136"/>
                  <a:pt x="38790" y="147975"/>
                </a:cubicBezTo>
                <a:lnTo>
                  <a:pt x="38790" y="139355"/>
                </a:lnTo>
                <a:cubicBezTo>
                  <a:pt x="38790" y="136195"/>
                  <a:pt x="36204" y="133609"/>
                  <a:pt x="33043" y="133609"/>
                </a:cubicBezTo>
                <a:lnTo>
                  <a:pt x="24423" y="13360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149321" y="1995222"/>
            <a:ext cx="1507910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8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IA Multimodal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7647" y="2510118"/>
            <a:ext cx="5158154" cy="625231"/>
          </a:xfrm>
          <a:custGeom>
            <a:avLst/>
            <a:gdLst/>
            <a:ahLst/>
            <a:cxnLst/>
            <a:rect l="l" t="t" r="r" b="b"/>
            <a:pathLst>
              <a:path w="5158154" h="625231">
                <a:moveTo>
                  <a:pt x="110334" y="0"/>
                </a:moveTo>
                <a:lnTo>
                  <a:pt x="5047819" y="0"/>
                </a:lnTo>
                <a:cubicBezTo>
                  <a:pt x="5108755" y="0"/>
                  <a:pt x="5158154" y="49398"/>
                  <a:pt x="5158154" y="110334"/>
                </a:cubicBezTo>
                <a:lnTo>
                  <a:pt x="5158154" y="514896"/>
                </a:lnTo>
                <a:cubicBezTo>
                  <a:pt x="5158154" y="575832"/>
                  <a:pt x="5108755" y="625231"/>
                  <a:pt x="5047819" y="625231"/>
                </a:cubicBezTo>
                <a:lnTo>
                  <a:pt x="110334" y="625231"/>
                </a:lnTo>
                <a:cubicBezTo>
                  <a:pt x="49439" y="625231"/>
                  <a:pt x="0" y="575792"/>
                  <a:pt x="0" y="514896"/>
                </a:cubicBezTo>
                <a:lnTo>
                  <a:pt x="0" y="110334"/>
                </a:lnTo>
                <a:cubicBezTo>
                  <a:pt x="0" y="49439"/>
                  <a:pt x="49439" y="0"/>
                  <a:pt x="110334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2" name="Shape 10"/>
          <p:cNvSpPr/>
          <p:nvPr/>
        </p:nvSpPr>
        <p:spPr>
          <a:xfrm>
            <a:off x="707982" y="2638842"/>
            <a:ext cx="367783" cy="367783"/>
          </a:xfrm>
          <a:custGeom>
            <a:avLst/>
            <a:gdLst/>
            <a:ahLst/>
            <a:cxnLst/>
            <a:rect l="l" t="t" r="r" b="b"/>
            <a:pathLst>
              <a:path w="367783" h="367783">
                <a:moveTo>
                  <a:pt x="73557" y="0"/>
                </a:moveTo>
                <a:lnTo>
                  <a:pt x="294226" y="0"/>
                </a:lnTo>
                <a:cubicBezTo>
                  <a:pt x="334823" y="0"/>
                  <a:pt x="367783" y="32960"/>
                  <a:pt x="367783" y="73557"/>
                </a:cubicBezTo>
                <a:lnTo>
                  <a:pt x="367783" y="294226"/>
                </a:lnTo>
                <a:cubicBezTo>
                  <a:pt x="367783" y="334850"/>
                  <a:pt x="334850" y="367783"/>
                  <a:pt x="294226" y="367783"/>
                </a:cubicBezTo>
                <a:lnTo>
                  <a:pt x="73557" y="367783"/>
                </a:lnTo>
                <a:cubicBezTo>
                  <a:pt x="32932" y="367783"/>
                  <a:pt x="0" y="334850"/>
                  <a:pt x="0" y="294226"/>
                </a:cubicBezTo>
                <a:lnTo>
                  <a:pt x="0" y="73557"/>
                </a:lnTo>
                <a:cubicBezTo>
                  <a:pt x="0" y="32960"/>
                  <a:pt x="32960" y="0"/>
                  <a:pt x="73557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27511" y="2749176"/>
            <a:ext cx="128724" cy="147113"/>
          </a:xfrm>
          <a:custGeom>
            <a:avLst/>
            <a:gdLst/>
            <a:ahLst/>
            <a:cxnLst/>
            <a:rect l="l" t="t" r="r" b="b"/>
            <a:pathLst>
              <a:path w="128724" h="147113">
                <a:moveTo>
                  <a:pt x="18389" y="9195"/>
                </a:moveTo>
                <a:cubicBezTo>
                  <a:pt x="8246" y="9195"/>
                  <a:pt x="0" y="17441"/>
                  <a:pt x="0" y="27584"/>
                </a:cubicBezTo>
                <a:lnTo>
                  <a:pt x="0" y="119529"/>
                </a:lnTo>
                <a:cubicBezTo>
                  <a:pt x="0" y="129672"/>
                  <a:pt x="8246" y="137919"/>
                  <a:pt x="18389" y="137919"/>
                </a:cubicBezTo>
                <a:lnTo>
                  <a:pt x="110335" y="137919"/>
                </a:lnTo>
                <a:cubicBezTo>
                  <a:pt x="120478" y="137919"/>
                  <a:pt x="128724" y="129672"/>
                  <a:pt x="128724" y="119529"/>
                </a:cubicBezTo>
                <a:lnTo>
                  <a:pt x="128724" y="27584"/>
                </a:lnTo>
                <a:cubicBezTo>
                  <a:pt x="128724" y="17441"/>
                  <a:pt x="120478" y="9195"/>
                  <a:pt x="110335" y="9195"/>
                </a:cubicBezTo>
                <a:lnTo>
                  <a:pt x="18389" y="9195"/>
                </a:lnTo>
                <a:close/>
                <a:moveTo>
                  <a:pt x="36778" y="32181"/>
                </a:moveTo>
                <a:cubicBezTo>
                  <a:pt x="44390" y="32181"/>
                  <a:pt x="50570" y="38361"/>
                  <a:pt x="50570" y="45973"/>
                </a:cubicBezTo>
                <a:cubicBezTo>
                  <a:pt x="50570" y="53585"/>
                  <a:pt x="44390" y="59765"/>
                  <a:pt x="36778" y="59765"/>
                </a:cubicBezTo>
                <a:cubicBezTo>
                  <a:pt x="29166" y="59765"/>
                  <a:pt x="22986" y="53585"/>
                  <a:pt x="22986" y="45973"/>
                </a:cubicBezTo>
                <a:cubicBezTo>
                  <a:pt x="22986" y="38361"/>
                  <a:pt x="29166" y="32181"/>
                  <a:pt x="36778" y="32181"/>
                </a:cubicBezTo>
                <a:close/>
                <a:moveTo>
                  <a:pt x="78154" y="64362"/>
                </a:moveTo>
                <a:cubicBezTo>
                  <a:pt x="80567" y="64362"/>
                  <a:pt x="82780" y="65626"/>
                  <a:pt x="84044" y="67666"/>
                </a:cubicBezTo>
                <a:lnTo>
                  <a:pt x="109329" y="109042"/>
                </a:lnTo>
                <a:cubicBezTo>
                  <a:pt x="110622" y="111168"/>
                  <a:pt x="110680" y="113840"/>
                  <a:pt x="109473" y="116024"/>
                </a:cubicBezTo>
                <a:cubicBezTo>
                  <a:pt x="108266" y="118208"/>
                  <a:pt x="105939" y="119529"/>
                  <a:pt x="103439" y="119529"/>
                </a:cubicBezTo>
                <a:lnTo>
                  <a:pt x="25285" y="119529"/>
                </a:lnTo>
                <a:cubicBezTo>
                  <a:pt x="22728" y="119529"/>
                  <a:pt x="20343" y="118093"/>
                  <a:pt x="19165" y="115823"/>
                </a:cubicBezTo>
                <a:cubicBezTo>
                  <a:pt x="17987" y="113553"/>
                  <a:pt x="18159" y="110795"/>
                  <a:pt x="19625" y="108697"/>
                </a:cubicBezTo>
                <a:lnTo>
                  <a:pt x="35715" y="85711"/>
                </a:lnTo>
                <a:cubicBezTo>
                  <a:pt x="37008" y="83872"/>
                  <a:pt x="39106" y="82780"/>
                  <a:pt x="41376" y="82780"/>
                </a:cubicBezTo>
                <a:cubicBezTo>
                  <a:pt x="43645" y="82780"/>
                  <a:pt x="45743" y="83872"/>
                  <a:pt x="47036" y="85711"/>
                </a:cubicBezTo>
                <a:lnTo>
                  <a:pt x="54621" y="96572"/>
                </a:lnTo>
                <a:lnTo>
                  <a:pt x="72264" y="67695"/>
                </a:lnTo>
                <a:cubicBezTo>
                  <a:pt x="73528" y="65655"/>
                  <a:pt x="75740" y="64391"/>
                  <a:pt x="78154" y="64391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4" name="Text 12"/>
          <p:cNvSpPr/>
          <p:nvPr/>
        </p:nvSpPr>
        <p:spPr>
          <a:xfrm>
            <a:off x="1186100" y="2620452"/>
            <a:ext cx="1912471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Imágenes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6100" y="2841122"/>
            <a:ext cx="1903276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Generación y edición automática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7647" y="3245683"/>
            <a:ext cx="5158154" cy="625231"/>
          </a:xfrm>
          <a:custGeom>
            <a:avLst/>
            <a:gdLst/>
            <a:ahLst/>
            <a:cxnLst/>
            <a:rect l="l" t="t" r="r" b="b"/>
            <a:pathLst>
              <a:path w="5158154" h="625231">
                <a:moveTo>
                  <a:pt x="110334" y="0"/>
                </a:moveTo>
                <a:lnTo>
                  <a:pt x="5047819" y="0"/>
                </a:lnTo>
                <a:cubicBezTo>
                  <a:pt x="5108755" y="0"/>
                  <a:pt x="5158154" y="49398"/>
                  <a:pt x="5158154" y="110334"/>
                </a:cubicBezTo>
                <a:lnTo>
                  <a:pt x="5158154" y="514896"/>
                </a:lnTo>
                <a:cubicBezTo>
                  <a:pt x="5158154" y="575832"/>
                  <a:pt x="5108755" y="625231"/>
                  <a:pt x="5047819" y="625231"/>
                </a:cubicBezTo>
                <a:lnTo>
                  <a:pt x="110334" y="625231"/>
                </a:lnTo>
                <a:cubicBezTo>
                  <a:pt x="49439" y="625231"/>
                  <a:pt x="0" y="575792"/>
                  <a:pt x="0" y="514896"/>
                </a:cubicBezTo>
                <a:lnTo>
                  <a:pt x="0" y="110334"/>
                </a:lnTo>
                <a:cubicBezTo>
                  <a:pt x="0" y="49439"/>
                  <a:pt x="49439" y="0"/>
                  <a:pt x="110334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7" name="Shape 15"/>
          <p:cNvSpPr/>
          <p:nvPr/>
        </p:nvSpPr>
        <p:spPr>
          <a:xfrm>
            <a:off x="707982" y="3374407"/>
            <a:ext cx="367783" cy="367783"/>
          </a:xfrm>
          <a:custGeom>
            <a:avLst/>
            <a:gdLst/>
            <a:ahLst/>
            <a:cxnLst/>
            <a:rect l="l" t="t" r="r" b="b"/>
            <a:pathLst>
              <a:path w="367783" h="367783">
                <a:moveTo>
                  <a:pt x="73557" y="0"/>
                </a:moveTo>
                <a:lnTo>
                  <a:pt x="294226" y="0"/>
                </a:lnTo>
                <a:cubicBezTo>
                  <a:pt x="334823" y="0"/>
                  <a:pt x="367783" y="32960"/>
                  <a:pt x="367783" y="73557"/>
                </a:cubicBezTo>
                <a:lnTo>
                  <a:pt x="367783" y="294226"/>
                </a:lnTo>
                <a:cubicBezTo>
                  <a:pt x="367783" y="334850"/>
                  <a:pt x="334850" y="367783"/>
                  <a:pt x="294226" y="367783"/>
                </a:cubicBezTo>
                <a:lnTo>
                  <a:pt x="73557" y="367783"/>
                </a:lnTo>
                <a:cubicBezTo>
                  <a:pt x="32932" y="367783"/>
                  <a:pt x="0" y="334850"/>
                  <a:pt x="0" y="294226"/>
                </a:cubicBezTo>
                <a:lnTo>
                  <a:pt x="0" y="73557"/>
                </a:lnTo>
                <a:cubicBezTo>
                  <a:pt x="0" y="32960"/>
                  <a:pt x="32960" y="0"/>
                  <a:pt x="73557" y="0"/>
                </a:cubicBezTo>
                <a:close/>
              </a:path>
            </a:pathLst>
          </a:custGeom>
          <a:solidFill>
            <a:srgbClr val="34C759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18317" y="3484742"/>
            <a:ext cx="147113" cy="147113"/>
          </a:xfrm>
          <a:custGeom>
            <a:avLst/>
            <a:gdLst/>
            <a:ahLst/>
            <a:cxnLst/>
            <a:rect l="l" t="t" r="r" b="b"/>
            <a:pathLst>
              <a:path w="147113" h="147113">
                <a:moveTo>
                  <a:pt x="134471" y="2011"/>
                </a:moveTo>
                <a:cubicBezTo>
                  <a:pt x="136654" y="3764"/>
                  <a:pt x="137919" y="6407"/>
                  <a:pt x="137919" y="9195"/>
                </a:cubicBezTo>
                <a:lnTo>
                  <a:pt x="137919" y="96543"/>
                </a:lnTo>
                <a:cubicBezTo>
                  <a:pt x="137919" y="109243"/>
                  <a:pt x="125563" y="119529"/>
                  <a:pt x="110335" y="119529"/>
                </a:cubicBezTo>
                <a:cubicBezTo>
                  <a:pt x="95106" y="119529"/>
                  <a:pt x="82751" y="109243"/>
                  <a:pt x="82751" y="96543"/>
                </a:cubicBezTo>
                <a:cubicBezTo>
                  <a:pt x="82751" y="83843"/>
                  <a:pt x="95106" y="73557"/>
                  <a:pt x="110335" y="73557"/>
                </a:cubicBezTo>
                <a:cubicBezTo>
                  <a:pt x="113553" y="73557"/>
                  <a:pt x="116656" y="74016"/>
                  <a:pt x="119529" y="74878"/>
                </a:cubicBezTo>
                <a:lnTo>
                  <a:pt x="119529" y="41347"/>
                </a:lnTo>
                <a:lnTo>
                  <a:pt x="55167" y="55656"/>
                </a:lnTo>
                <a:lnTo>
                  <a:pt x="55167" y="114932"/>
                </a:lnTo>
                <a:cubicBezTo>
                  <a:pt x="55167" y="127632"/>
                  <a:pt x="42812" y="137919"/>
                  <a:pt x="27584" y="137919"/>
                </a:cubicBezTo>
                <a:cubicBezTo>
                  <a:pt x="12355" y="137919"/>
                  <a:pt x="0" y="127632"/>
                  <a:pt x="0" y="114932"/>
                </a:cubicBezTo>
                <a:cubicBezTo>
                  <a:pt x="0" y="102232"/>
                  <a:pt x="12355" y="91946"/>
                  <a:pt x="27584" y="91946"/>
                </a:cubicBezTo>
                <a:cubicBezTo>
                  <a:pt x="30802" y="91946"/>
                  <a:pt x="33905" y="92405"/>
                  <a:pt x="36778" y="93267"/>
                </a:cubicBezTo>
                <a:lnTo>
                  <a:pt x="36778" y="27584"/>
                </a:lnTo>
                <a:cubicBezTo>
                  <a:pt x="36778" y="23274"/>
                  <a:pt x="39767" y="19538"/>
                  <a:pt x="43990" y="18619"/>
                </a:cubicBezTo>
                <a:lnTo>
                  <a:pt x="126741" y="230"/>
                </a:lnTo>
                <a:cubicBezTo>
                  <a:pt x="129471" y="-374"/>
                  <a:pt x="132316" y="287"/>
                  <a:pt x="134499" y="204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19" name="Text 17"/>
          <p:cNvSpPr/>
          <p:nvPr/>
        </p:nvSpPr>
        <p:spPr>
          <a:xfrm>
            <a:off x="1186100" y="3356018"/>
            <a:ext cx="1737774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6100" y="3576688"/>
            <a:ext cx="1728579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Música, efectos, voz sintética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7647" y="3981249"/>
            <a:ext cx="5158154" cy="625231"/>
          </a:xfrm>
          <a:custGeom>
            <a:avLst/>
            <a:gdLst/>
            <a:ahLst/>
            <a:cxnLst/>
            <a:rect l="l" t="t" r="r" b="b"/>
            <a:pathLst>
              <a:path w="5158154" h="625231">
                <a:moveTo>
                  <a:pt x="110334" y="0"/>
                </a:moveTo>
                <a:lnTo>
                  <a:pt x="5047819" y="0"/>
                </a:lnTo>
                <a:cubicBezTo>
                  <a:pt x="5108755" y="0"/>
                  <a:pt x="5158154" y="49398"/>
                  <a:pt x="5158154" y="110334"/>
                </a:cubicBezTo>
                <a:lnTo>
                  <a:pt x="5158154" y="514896"/>
                </a:lnTo>
                <a:cubicBezTo>
                  <a:pt x="5158154" y="575832"/>
                  <a:pt x="5108755" y="625231"/>
                  <a:pt x="5047819" y="625231"/>
                </a:cubicBezTo>
                <a:lnTo>
                  <a:pt x="110334" y="625231"/>
                </a:lnTo>
                <a:cubicBezTo>
                  <a:pt x="49439" y="625231"/>
                  <a:pt x="0" y="575792"/>
                  <a:pt x="0" y="514896"/>
                </a:cubicBezTo>
                <a:lnTo>
                  <a:pt x="0" y="110334"/>
                </a:lnTo>
                <a:cubicBezTo>
                  <a:pt x="0" y="49439"/>
                  <a:pt x="49439" y="0"/>
                  <a:pt x="110334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2" name="Shape 20"/>
          <p:cNvSpPr/>
          <p:nvPr/>
        </p:nvSpPr>
        <p:spPr>
          <a:xfrm>
            <a:off x="707982" y="4109973"/>
            <a:ext cx="367783" cy="367783"/>
          </a:xfrm>
          <a:custGeom>
            <a:avLst/>
            <a:gdLst/>
            <a:ahLst/>
            <a:cxnLst/>
            <a:rect l="l" t="t" r="r" b="b"/>
            <a:pathLst>
              <a:path w="367783" h="367783">
                <a:moveTo>
                  <a:pt x="73557" y="0"/>
                </a:moveTo>
                <a:lnTo>
                  <a:pt x="294226" y="0"/>
                </a:lnTo>
                <a:cubicBezTo>
                  <a:pt x="334823" y="0"/>
                  <a:pt x="367783" y="32960"/>
                  <a:pt x="367783" y="73557"/>
                </a:cubicBezTo>
                <a:lnTo>
                  <a:pt x="367783" y="294226"/>
                </a:lnTo>
                <a:cubicBezTo>
                  <a:pt x="367783" y="334850"/>
                  <a:pt x="334850" y="367783"/>
                  <a:pt x="294226" y="367783"/>
                </a:cubicBezTo>
                <a:lnTo>
                  <a:pt x="73557" y="367783"/>
                </a:lnTo>
                <a:cubicBezTo>
                  <a:pt x="32932" y="367783"/>
                  <a:pt x="0" y="334850"/>
                  <a:pt x="0" y="294226"/>
                </a:cubicBezTo>
                <a:lnTo>
                  <a:pt x="0" y="73557"/>
                </a:lnTo>
                <a:cubicBezTo>
                  <a:pt x="0" y="32960"/>
                  <a:pt x="32960" y="0"/>
                  <a:pt x="73557" y="0"/>
                </a:cubicBezTo>
                <a:close/>
              </a:path>
            </a:pathLst>
          </a:custGeom>
          <a:solidFill>
            <a:srgbClr val="86868B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09122" y="4220308"/>
            <a:ext cx="165502" cy="147113"/>
          </a:xfrm>
          <a:custGeom>
            <a:avLst/>
            <a:gdLst/>
            <a:ahLst/>
            <a:cxnLst/>
            <a:rect l="l" t="t" r="r" b="b"/>
            <a:pathLst>
              <a:path w="165502" h="147113">
                <a:moveTo>
                  <a:pt x="27584" y="18389"/>
                </a:moveTo>
                <a:cubicBezTo>
                  <a:pt x="17441" y="18389"/>
                  <a:pt x="9195" y="26636"/>
                  <a:pt x="9195" y="36778"/>
                </a:cubicBezTo>
                <a:lnTo>
                  <a:pt x="9195" y="110335"/>
                </a:lnTo>
                <a:cubicBezTo>
                  <a:pt x="9195" y="120478"/>
                  <a:pt x="17441" y="128724"/>
                  <a:pt x="27584" y="128724"/>
                </a:cubicBezTo>
                <a:lnTo>
                  <a:pt x="101140" y="128724"/>
                </a:lnTo>
                <a:cubicBezTo>
                  <a:pt x="111283" y="128724"/>
                  <a:pt x="119529" y="120478"/>
                  <a:pt x="119529" y="110335"/>
                </a:cubicBezTo>
                <a:lnTo>
                  <a:pt x="119529" y="36778"/>
                </a:lnTo>
                <a:cubicBezTo>
                  <a:pt x="119529" y="26636"/>
                  <a:pt x="111283" y="18389"/>
                  <a:pt x="101140" y="18389"/>
                </a:cubicBezTo>
                <a:lnTo>
                  <a:pt x="27584" y="18389"/>
                </a:lnTo>
                <a:close/>
                <a:moveTo>
                  <a:pt x="133321" y="96543"/>
                </a:moveTo>
                <a:lnTo>
                  <a:pt x="154440" y="113438"/>
                </a:lnTo>
                <a:cubicBezTo>
                  <a:pt x="155647" y="114415"/>
                  <a:pt x="157141" y="114932"/>
                  <a:pt x="158693" y="114932"/>
                </a:cubicBezTo>
                <a:cubicBezTo>
                  <a:pt x="162457" y="114932"/>
                  <a:pt x="165502" y="111886"/>
                  <a:pt x="165502" y="108122"/>
                </a:cubicBezTo>
                <a:lnTo>
                  <a:pt x="165502" y="38991"/>
                </a:lnTo>
                <a:cubicBezTo>
                  <a:pt x="165502" y="35227"/>
                  <a:pt x="162457" y="32181"/>
                  <a:pt x="158693" y="32181"/>
                </a:cubicBezTo>
                <a:cubicBezTo>
                  <a:pt x="157141" y="32181"/>
                  <a:pt x="155647" y="32698"/>
                  <a:pt x="154440" y="33675"/>
                </a:cubicBezTo>
                <a:lnTo>
                  <a:pt x="133321" y="50570"/>
                </a:lnTo>
                <a:lnTo>
                  <a:pt x="133321" y="96543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24" name="Text 22"/>
          <p:cNvSpPr/>
          <p:nvPr/>
        </p:nvSpPr>
        <p:spPr>
          <a:xfrm>
            <a:off x="1186100" y="4091584"/>
            <a:ext cx="1884887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Video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86100" y="4312253"/>
            <a:ext cx="1875692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Generación y edición inteligente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67783" y="5020235"/>
            <a:ext cx="5617882" cy="514896"/>
          </a:xfrm>
          <a:custGeom>
            <a:avLst/>
            <a:gdLst/>
            <a:ahLst/>
            <a:cxnLst/>
            <a:rect l="l" t="t" r="r" b="b"/>
            <a:pathLst>
              <a:path w="5617882" h="514896">
                <a:moveTo>
                  <a:pt x="110337" y="0"/>
                </a:moveTo>
                <a:lnTo>
                  <a:pt x="5507545" y="0"/>
                </a:lnTo>
                <a:cubicBezTo>
                  <a:pt x="5568483" y="0"/>
                  <a:pt x="5617882" y="49400"/>
                  <a:pt x="5617882" y="110337"/>
                </a:cubicBezTo>
                <a:lnTo>
                  <a:pt x="5617882" y="404559"/>
                </a:lnTo>
                <a:cubicBezTo>
                  <a:pt x="5617882" y="465496"/>
                  <a:pt x="5568483" y="514896"/>
                  <a:pt x="5507545" y="514896"/>
                </a:cubicBezTo>
                <a:lnTo>
                  <a:pt x="110337" y="514896"/>
                </a:lnTo>
                <a:cubicBezTo>
                  <a:pt x="49440" y="514896"/>
                  <a:pt x="0" y="465456"/>
                  <a:pt x="0" y="404559"/>
                </a:cubicBezTo>
                <a:lnTo>
                  <a:pt x="0" y="110337"/>
                </a:lnTo>
                <a:cubicBezTo>
                  <a:pt x="0" y="49440"/>
                  <a:pt x="49440" y="0"/>
                  <a:pt x="110337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>
                  <a:alpha val="10000"/>
                </a:srgbClr>
              </a:gs>
              <a:gs pos="100000">
                <a:srgbClr val="34C759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27" name="Shape 25"/>
          <p:cNvSpPr/>
          <p:nvPr/>
        </p:nvSpPr>
        <p:spPr>
          <a:xfrm>
            <a:off x="537882" y="5185738"/>
            <a:ext cx="183891" cy="183891"/>
          </a:xfrm>
          <a:custGeom>
            <a:avLst/>
            <a:gdLst/>
            <a:ahLst/>
            <a:cxnLst/>
            <a:rect l="l" t="t" r="r" b="b"/>
            <a:pathLst>
              <a:path w="183891" h="183891">
                <a:moveTo>
                  <a:pt x="165646" y="6788"/>
                </a:moveTo>
                <a:cubicBezTo>
                  <a:pt x="169776" y="8620"/>
                  <a:pt x="172398" y="12714"/>
                  <a:pt x="172398" y="17240"/>
                </a:cubicBezTo>
                <a:lnTo>
                  <a:pt x="172398" y="166652"/>
                </a:lnTo>
                <a:cubicBezTo>
                  <a:pt x="172398" y="171177"/>
                  <a:pt x="169776" y="175271"/>
                  <a:pt x="165646" y="177103"/>
                </a:cubicBezTo>
                <a:cubicBezTo>
                  <a:pt x="161516" y="178935"/>
                  <a:pt x="156739" y="178253"/>
                  <a:pt x="153327" y="175271"/>
                </a:cubicBezTo>
                <a:lnTo>
                  <a:pt x="136590" y="160654"/>
                </a:lnTo>
                <a:cubicBezTo>
                  <a:pt x="120930" y="146969"/>
                  <a:pt x="101140" y="138996"/>
                  <a:pt x="80417" y="138026"/>
                </a:cubicBezTo>
                <a:lnTo>
                  <a:pt x="80417" y="172398"/>
                </a:lnTo>
                <a:cubicBezTo>
                  <a:pt x="80417" y="178755"/>
                  <a:pt x="75281" y="183891"/>
                  <a:pt x="68923" y="183891"/>
                </a:cubicBezTo>
                <a:lnTo>
                  <a:pt x="57430" y="183891"/>
                </a:lnTo>
                <a:cubicBezTo>
                  <a:pt x="51073" y="183891"/>
                  <a:pt x="45937" y="178755"/>
                  <a:pt x="45937" y="172398"/>
                </a:cubicBezTo>
                <a:lnTo>
                  <a:pt x="45937" y="137919"/>
                </a:lnTo>
                <a:cubicBezTo>
                  <a:pt x="20580" y="137919"/>
                  <a:pt x="0" y="117339"/>
                  <a:pt x="0" y="91946"/>
                </a:cubicBezTo>
                <a:cubicBezTo>
                  <a:pt x="0" y="66553"/>
                  <a:pt x="20580" y="45973"/>
                  <a:pt x="45973" y="45973"/>
                </a:cubicBezTo>
                <a:lnTo>
                  <a:pt x="76322" y="45973"/>
                </a:lnTo>
                <a:cubicBezTo>
                  <a:pt x="98518" y="45901"/>
                  <a:pt x="119924" y="37820"/>
                  <a:pt x="136626" y="23238"/>
                </a:cubicBezTo>
                <a:lnTo>
                  <a:pt x="153363" y="8620"/>
                </a:lnTo>
                <a:cubicBezTo>
                  <a:pt x="156739" y="5639"/>
                  <a:pt x="161587" y="4956"/>
                  <a:pt x="165682" y="6788"/>
                </a:cubicBezTo>
                <a:close/>
                <a:moveTo>
                  <a:pt x="80452" y="114932"/>
                </a:moveTo>
                <a:lnTo>
                  <a:pt x="80452" y="115004"/>
                </a:lnTo>
                <a:cubicBezTo>
                  <a:pt x="105702" y="115974"/>
                  <a:pt x="129945" y="125240"/>
                  <a:pt x="149412" y="141367"/>
                </a:cubicBezTo>
                <a:lnTo>
                  <a:pt x="149412" y="42489"/>
                </a:lnTo>
                <a:cubicBezTo>
                  <a:pt x="129945" y="58615"/>
                  <a:pt x="105702" y="67882"/>
                  <a:pt x="80452" y="68852"/>
                </a:cubicBezTo>
                <a:lnTo>
                  <a:pt x="80452" y="114932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8" name="Text 26"/>
          <p:cNvSpPr/>
          <p:nvPr/>
        </p:nvSpPr>
        <p:spPr>
          <a:xfrm>
            <a:off x="855095" y="5167348"/>
            <a:ext cx="4597285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Marketing:</a:t>
            </a:r>
            <a:pPr>
              <a:lnSpc>
                <a:spcPct val="120000"/>
              </a:lnSpc>
            </a:pPr>
            <a:r>
              <a:rPr lang="en-US" sz="1158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Campañas integradas con contenido multimodal coherente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07340" y="1691801"/>
            <a:ext cx="5617882" cy="4303059"/>
          </a:xfrm>
          <a:custGeom>
            <a:avLst/>
            <a:gdLst/>
            <a:ahLst/>
            <a:cxnLst/>
            <a:rect l="l" t="t" r="r" b="b"/>
            <a:pathLst>
              <a:path w="5617882" h="4303059">
                <a:moveTo>
                  <a:pt x="147122" y="0"/>
                </a:moveTo>
                <a:lnTo>
                  <a:pt x="5470761" y="0"/>
                </a:lnTo>
                <a:cubicBezTo>
                  <a:pt x="5552014" y="0"/>
                  <a:pt x="5617882" y="65869"/>
                  <a:pt x="5617882" y="147122"/>
                </a:cubicBezTo>
                <a:lnTo>
                  <a:pt x="5617882" y="4155937"/>
                </a:lnTo>
                <a:cubicBezTo>
                  <a:pt x="5617882" y="4237190"/>
                  <a:pt x="5552014" y="4303059"/>
                  <a:pt x="5470761" y="4303059"/>
                </a:cubicBezTo>
                <a:lnTo>
                  <a:pt x="147122" y="4303059"/>
                </a:lnTo>
                <a:cubicBezTo>
                  <a:pt x="65869" y="4303059"/>
                  <a:pt x="0" y="4237190"/>
                  <a:pt x="0" y="4155937"/>
                </a:cubicBezTo>
                <a:lnTo>
                  <a:pt x="0" y="147122"/>
                </a:lnTo>
                <a:cubicBezTo>
                  <a:pt x="0" y="65923"/>
                  <a:pt x="65923" y="0"/>
                  <a:pt x="147122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/>
              </a:gs>
              <a:gs pos="100000">
                <a:srgbClr val="0071E3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30" name="Shape 28"/>
          <p:cNvSpPr/>
          <p:nvPr/>
        </p:nvSpPr>
        <p:spPr>
          <a:xfrm>
            <a:off x="6428010" y="1949249"/>
            <a:ext cx="275837" cy="220670"/>
          </a:xfrm>
          <a:custGeom>
            <a:avLst/>
            <a:gdLst/>
            <a:ahLst/>
            <a:cxnLst/>
            <a:rect l="l" t="t" r="r" b="b"/>
            <a:pathLst>
              <a:path w="275837" h="220670">
                <a:moveTo>
                  <a:pt x="151710" y="0"/>
                </a:moveTo>
                <a:cubicBezTo>
                  <a:pt x="151710" y="-7629"/>
                  <a:pt x="145547" y="-13792"/>
                  <a:pt x="137919" y="-13792"/>
                </a:cubicBezTo>
                <a:cubicBezTo>
                  <a:pt x="130290" y="-13792"/>
                  <a:pt x="124127" y="-7629"/>
                  <a:pt x="124127" y="0"/>
                </a:cubicBezTo>
                <a:lnTo>
                  <a:pt x="124127" y="27584"/>
                </a:lnTo>
                <a:lnTo>
                  <a:pt x="82751" y="27584"/>
                </a:lnTo>
                <a:cubicBezTo>
                  <a:pt x="59908" y="27584"/>
                  <a:pt x="41376" y="46117"/>
                  <a:pt x="41376" y="68959"/>
                </a:cubicBezTo>
                <a:lnTo>
                  <a:pt x="41376" y="165502"/>
                </a:lnTo>
                <a:cubicBezTo>
                  <a:pt x="41376" y="188345"/>
                  <a:pt x="59908" y="206878"/>
                  <a:pt x="82751" y="206878"/>
                </a:cubicBezTo>
                <a:lnTo>
                  <a:pt x="193086" y="206878"/>
                </a:lnTo>
                <a:cubicBezTo>
                  <a:pt x="215929" y="206878"/>
                  <a:pt x="234462" y="188345"/>
                  <a:pt x="234462" y="165502"/>
                </a:cubicBezTo>
                <a:lnTo>
                  <a:pt x="234462" y="68959"/>
                </a:lnTo>
                <a:cubicBezTo>
                  <a:pt x="234462" y="46117"/>
                  <a:pt x="215929" y="27584"/>
                  <a:pt x="193086" y="27584"/>
                </a:cubicBezTo>
                <a:lnTo>
                  <a:pt x="151710" y="27584"/>
                </a:lnTo>
                <a:lnTo>
                  <a:pt x="151710" y="0"/>
                </a:lnTo>
                <a:close/>
                <a:moveTo>
                  <a:pt x="68959" y="158606"/>
                </a:moveTo>
                <a:cubicBezTo>
                  <a:pt x="68959" y="152874"/>
                  <a:pt x="73571" y="148262"/>
                  <a:pt x="79303" y="148262"/>
                </a:cubicBezTo>
                <a:lnTo>
                  <a:pt x="93095" y="148262"/>
                </a:lnTo>
                <a:cubicBezTo>
                  <a:pt x="98827" y="148262"/>
                  <a:pt x="103439" y="152874"/>
                  <a:pt x="103439" y="158606"/>
                </a:cubicBezTo>
                <a:cubicBezTo>
                  <a:pt x="103439" y="164339"/>
                  <a:pt x="98827" y="168950"/>
                  <a:pt x="93095" y="168950"/>
                </a:cubicBezTo>
                <a:lnTo>
                  <a:pt x="79303" y="168950"/>
                </a:lnTo>
                <a:cubicBezTo>
                  <a:pt x="73571" y="168950"/>
                  <a:pt x="68959" y="164339"/>
                  <a:pt x="68959" y="158606"/>
                </a:cubicBezTo>
                <a:close/>
                <a:moveTo>
                  <a:pt x="120679" y="158606"/>
                </a:moveTo>
                <a:cubicBezTo>
                  <a:pt x="120679" y="152874"/>
                  <a:pt x="125290" y="148262"/>
                  <a:pt x="131023" y="148262"/>
                </a:cubicBezTo>
                <a:lnTo>
                  <a:pt x="144814" y="148262"/>
                </a:lnTo>
                <a:cubicBezTo>
                  <a:pt x="150547" y="148262"/>
                  <a:pt x="155158" y="152874"/>
                  <a:pt x="155158" y="158606"/>
                </a:cubicBezTo>
                <a:cubicBezTo>
                  <a:pt x="155158" y="164339"/>
                  <a:pt x="150547" y="168950"/>
                  <a:pt x="144814" y="168950"/>
                </a:cubicBezTo>
                <a:lnTo>
                  <a:pt x="131023" y="168950"/>
                </a:lnTo>
                <a:cubicBezTo>
                  <a:pt x="125290" y="168950"/>
                  <a:pt x="120679" y="164339"/>
                  <a:pt x="120679" y="158606"/>
                </a:cubicBezTo>
                <a:close/>
                <a:moveTo>
                  <a:pt x="172398" y="158606"/>
                </a:moveTo>
                <a:cubicBezTo>
                  <a:pt x="172398" y="152874"/>
                  <a:pt x="177010" y="148262"/>
                  <a:pt x="182742" y="148262"/>
                </a:cubicBezTo>
                <a:lnTo>
                  <a:pt x="196534" y="148262"/>
                </a:lnTo>
                <a:cubicBezTo>
                  <a:pt x="202266" y="148262"/>
                  <a:pt x="206878" y="152874"/>
                  <a:pt x="206878" y="158606"/>
                </a:cubicBezTo>
                <a:cubicBezTo>
                  <a:pt x="206878" y="164339"/>
                  <a:pt x="202266" y="168950"/>
                  <a:pt x="196534" y="168950"/>
                </a:cubicBezTo>
                <a:lnTo>
                  <a:pt x="182742" y="168950"/>
                </a:lnTo>
                <a:cubicBezTo>
                  <a:pt x="177010" y="168950"/>
                  <a:pt x="172398" y="164339"/>
                  <a:pt x="172398" y="158606"/>
                </a:cubicBezTo>
                <a:close/>
                <a:moveTo>
                  <a:pt x="96543" y="75855"/>
                </a:moveTo>
                <a:cubicBezTo>
                  <a:pt x="107961" y="75855"/>
                  <a:pt x="117231" y="85125"/>
                  <a:pt x="117231" y="96543"/>
                </a:cubicBezTo>
                <a:cubicBezTo>
                  <a:pt x="117231" y="107961"/>
                  <a:pt x="107961" y="117231"/>
                  <a:pt x="96543" y="117231"/>
                </a:cubicBezTo>
                <a:cubicBezTo>
                  <a:pt x="85125" y="117231"/>
                  <a:pt x="75855" y="107961"/>
                  <a:pt x="75855" y="96543"/>
                </a:cubicBezTo>
                <a:cubicBezTo>
                  <a:pt x="75855" y="85125"/>
                  <a:pt x="85125" y="75855"/>
                  <a:pt x="96543" y="75855"/>
                </a:cubicBezTo>
                <a:close/>
                <a:moveTo>
                  <a:pt x="158606" y="96543"/>
                </a:moveTo>
                <a:cubicBezTo>
                  <a:pt x="158606" y="85125"/>
                  <a:pt x="167876" y="75855"/>
                  <a:pt x="179294" y="75855"/>
                </a:cubicBezTo>
                <a:cubicBezTo>
                  <a:pt x="190712" y="75855"/>
                  <a:pt x="199982" y="85125"/>
                  <a:pt x="199982" y="96543"/>
                </a:cubicBezTo>
                <a:cubicBezTo>
                  <a:pt x="199982" y="107961"/>
                  <a:pt x="190712" y="117231"/>
                  <a:pt x="179294" y="117231"/>
                </a:cubicBezTo>
                <a:cubicBezTo>
                  <a:pt x="167876" y="117231"/>
                  <a:pt x="158606" y="107961"/>
                  <a:pt x="158606" y="96543"/>
                </a:cubicBezTo>
                <a:close/>
                <a:moveTo>
                  <a:pt x="27584" y="96543"/>
                </a:moveTo>
                <a:cubicBezTo>
                  <a:pt x="27584" y="88914"/>
                  <a:pt x="21420" y="82751"/>
                  <a:pt x="13792" y="82751"/>
                </a:cubicBezTo>
                <a:cubicBezTo>
                  <a:pt x="6163" y="82751"/>
                  <a:pt x="0" y="88914"/>
                  <a:pt x="0" y="96543"/>
                </a:cubicBezTo>
                <a:lnTo>
                  <a:pt x="0" y="137919"/>
                </a:lnTo>
                <a:cubicBezTo>
                  <a:pt x="0" y="145547"/>
                  <a:pt x="6163" y="151710"/>
                  <a:pt x="13792" y="151710"/>
                </a:cubicBezTo>
                <a:cubicBezTo>
                  <a:pt x="21420" y="151710"/>
                  <a:pt x="27584" y="145547"/>
                  <a:pt x="27584" y="137919"/>
                </a:cubicBezTo>
                <a:lnTo>
                  <a:pt x="27584" y="96543"/>
                </a:lnTo>
                <a:close/>
                <a:moveTo>
                  <a:pt x="262045" y="82751"/>
                </a:moveTo>
                <a:cubicBezTo>
                  <a:pt x="254417" y="82751"/>
                  <a:pt x="248253" y="88914"/>
                  <a:pt x="248253" y="96543"/>
                </a:cubicBezTo>
                <a:lnTo>
                  <a:pt x="248253" y="137919"/>
                </a:lnTo>
                <a:cubicBezTo>
                  <a:pt x="248253" y="145547"/>
                  <a:pt x="254417" y="151710"/>
                  <a:pt x="262045" y="151710"/>
                </a:cubicBezTo>
                <a:cubicBezTo>
                  <a:pt x="269674" y="151710"/>
                  <a:pt x="275837" y="145547"/>
                  <a:pt x="275837" y="137919"/>
                </a:cubicBezTo>
                <a:lnTo>
                  <a:pt x="275837" y="96543"/>
                </a:lnTo>
                <a:cubicBezTo>
                  <a:pt x="275837" y="88914"/>
                  <a:pt x="269674" y="82751"/>
                  <a:pt x="262045" y="8275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814182" y="1912471"/>
            <a:ext cx="1498715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8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Agentes de IA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28010" y="2353810"/>
            <a:ext cx="5176543" cy="772344"/>
          </a:xfrm>
          <a:custGeom>
            <a:avLst/>
            <a:gdLst/>
            <a:ahLst/>
            <a:cxnLst/>
            <a:rect l="l" t="t" r="r" b="b"/>
            <a:pathLst>
              <a:path w="5176543" h="772344">
                <a:moveTo>
                  <a:pt x="110337" y="0"/>
                </a:moveTo>
                <a:lnTo>
                  <a:pt x="5066206" y="0"/>
                </a:lnTo>
                <a:cubicBezTo>
                  <a:pt x="5127143" y="0"/>
                  <a:pt x="5176543" y="49400"/>
                  <a:pt x="5176543" y="110337"/>
                </a:cubicBezTo>
                <a:lnTo>
                  <a:pt x="5176543" y="662007"/>
                </a:lnTo>
                <a:cubicBezTo>
                  <a:pt x="5176543" y="722944"/>
                  <a:pt x="5127143" y="772344"/>
                  <a:pt x="5066206" y="772344"/>
                </a:cubicBezTo>
                <a:lnTo>
                  <a:pt x="110337" y="772344"/>
                </a:lnTo>
                <a:cubicBezTo>
                  <a:pt x="49400" y="772344"/>
                  <a:pt x="0" y="722944"/>
                  <a:pt x="0" y="662007"/>
                </a:cubicBezTo>
                <a:lnTo>
                  <a:pt x="0" y="110337"/>
                </a:lnTo>
                <a:cubicBezTo>
                  <a:pt x="0" y="49440"/>
                  <a:pt x="49440" y="0"/>
                  <a:pt x="110337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575123" y="2500923"/>
            <a:ext cx="4955873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¿Qué es un Agente?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75123" y="2795149"/>
            <a:ext cx="4946679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Sistema autónomo que percibe, decide y actúa para alcanzar objetivos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28010" y="3236489"/>
            <a:ext cx="5176543" cy="772344"/>
          </a:xfrm>
          <a:custGeom>
            <a:avLst/>
            <a:gdLst/>
            <a:ahLst/>
            <a:cxnLst/>
            <a:rect l="l" t="t" r="r" b="b"/>
            <a:pathLst>
              <a:path w="5176543" h="772344">
                <a:moveTo>
                  <a:pt x="110337" y="0"/>
                </a:moveTo>
                <a:lnTo>
                  <a:pt x="5066206" y="0"/>
                </a:lnTo>
                <a:cubicBezTo>
                  <a:pt x="5127143" y="0"/>
                  <a:pt x="5176543" y="49400"/>
                  <a:pt x="5176543" y="110337"/>
                </a:cubicBezTo>
                <a:lnTo>
                  <a:pt x="5176543" y="662007"/>
                </a:lnTo>
                <a:cubicBezTo>
                  <a:pt x="5176543" y="722944"/>
                  <a:pt x="5127143" y="772344"/>
                  <a:pt x="5066206" y="772344"/>
                </a:cubicBezTo>
                <a:lnTo>
                  <a:pt x="110337" y="772344"/>
                </a:lnTo>
                <a:cubicBezTo>
                  <a:pt x="49400" y="772344"/>
                  <a:pt x="0" y="722944"/>
                  <a:pt x="0" y="662007"/>
                </a:cubicBezTo>
                <a:lnTo>
                  <a:pt x="0" y="110337"/>
                </a:lnTo>
                <a:cubicBezTo>
                  <a:pt x="0" y="49440"/>
                  <a:pt x="49440" y="0"/>
                  <a:pt x="110337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575123" y="3383602"/>
            <a:ext cx="4955873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Chatbot vs Agente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75123" y="3677828"/>
            <a:ext cx="4946679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Respuestas predefinidas vs autonomía y aprendizaje continuo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28010" y="4119167"/>
            <a:ext cx="5176543" cy="772344"/>
          </a:xfrm>
          <a:custGeom>
            <a:avLst/>
            <a:gdLst/>
            <a:ahLst/>
            <a:cxnLst/>
            <a:rect l="l" t="t" r="r" b="b"/>
            <a:pathLst>
              <a:path w="5176543" h="772344">
                <a:moveTo>
                  <a:pt x="110337" y="0"/>
                </a:moveTo>
                <a:lnTo>
                  <a:pt x="5066206" y="0"/>
                </a:lnTo>
                <a:cubicBezTo>
                  <a:pt x="5127143" y="0"/>
                  <a:pt x="5176543" y="49400"/>
                  <a:pt x="5176543" y="110337"/>
                </a:cubicBezTo>
                <a:lnTo>
                  <a:pt x="5176543" y="662007"/>
                </a:lnTo>
                <a:cubicBezTo>
                  <a:pt x="5176543" y="722944"/>
                  <a:pt x="5127143" y="772344"/>
                  <a:pt x="5066206" y="772344"/>
                </a:cubicBezTo>
                <a:lnTo>
                  <a:pt x="110337" y="772344"/>
                </a:lnTo>
                <a:cubicBezTo>
                  <a:pt x="49400" y="772344"/>
                  <a:pt x="0" y="722944"/>
                  <a:pt x="0" y="662007"/>
                </a:cubicBezTo>
                <a:lnTo>
                  <a:pt x="0" y="110337"/>
                </a:lnTo>
                <a:cubicBezTo>
                  <a:pt x="0" y="49440"/>
                  <a:pt x="49440" y="0"/>
                  <a:pt x="110337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575123" y="4266281"/>
            <a:ext cx="4955873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Sistemas Multiagente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75123" y="4560507"/>
            <a:ext cx="4946679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Colaboración entre agentes especializados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28010" y="5001846"/>
            <a:ext cx="5176543" cy="772344"/>
          </a:xfrm>
          <a:custGeom>
            <a:avLst/>
            <a:gdLst/>
            <a:ahLst/>
            <a:cxnLst/>
            <a:rect l="l" t="t" r="r" b="b"/>
            <a:pathLst>
              <a:path w="5176543" h="772344">
                <a:moveTo>
                  <a:pt x="110337" y="0"/>
                </a:moveTo>
                <a:lnTo>
                  <a:pt x="5066206" y="0"/>
                </a:lnTo>
                <a:cubicBezTo>
                  <a:pt x="5127143" y="0"/>
                  <a:pt x="5176543" y="49400"/>
                  <a:pt x="5176543" y="110337"/>
                </a:cubicBezTo>
                <a:lnTo>
                  <a:pt x="5176543" y="662007"/>
                </a:lnTo>
                <a:cubicBezTo>
                  <a:pt x="5176543" y="722944"/>
                  <a:pt x="5127143" y="772344"/>
                  <a:pt x="5066206" y="772344"/>
                </a:cubicBezTo>
                <a:lnTo>
                  <a:pt x="110337" y="772344"/>
                </a:lnTo>
                <a:cubicBezTo>
                  <a:pt x="49400" y="772344"/>
                  <a:pt x="0" y="722944"/>
                  <a:pt x="0" y="662007"/>
                </a:cubicBezTo>
                <a:lnTo>
                  <a:pt x="0" y="110337"/>
                </a:lnTo>
                <a:cubicBezTo>
                  <a:pt x="0" y="49440"/>
                  <a:pt x="49440" y="0"/>
                  <a:pt x="110337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575123" y="5148959"/>
            <a:ext cx="4955873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IA como Empleado Digital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575123" y="5443186"/>
            <a:ext cx="4946679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Integración en equipos de trabajo humanos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72380" y="6183348"/>
            <a:ext cx="2197502" cy="671204"/>
          </a:xfrm>
          <a:custGeom>
            <a:avLst/>
            <a:gdLst/>
            <a:ahLst/>
            <a:cxnLst/>
            <a:rect l="l" t="t" r="r" b="b"/>
            <a:pathLst>
              <a:path w="2197502" h="671204">
                <a:moveTo>
                  <a:pt x="110332" y="0"/>
                </a:moveTo>
                <a:lnTo>
                  <a:pt x="2087170" y="0"/>
                </a:lnTo>
                <a:cubicBezTo>
                  <a:pt x="2148105" y="0"/>
                  <a:pt x="2197502" y="49398"/>
                  <a:pt x="2197502" y="110332"/>
                </a:cubicBezTo>
                <a:lnTo>
                  <a:pt x="2197502" y="560871"/>
                </a:lnTo>
                <a:cubicBezTo>
                  <a:pt x="2197502" y="621806"/>
                  <a:pt x="2148105" y="671204"/>
                  <a:pt x="2087170" y="671204"/>
                </a:cubicBezTo>
                <a:lnTo>
                  <a:pt x="110332" y="671204"/>
                </a:lnTo>
                <a:cubicBezTo>
                  <a:pt x="49398" y="671204"/>
                  <a:pt x="0" y="621806"/>
                  <a:pt x="0" y="560871"/>
                </a:cubicBezTo>
                <a:lnTo>
                  <a:pt x="0" y="110332"/>
                </a:lnTo>
                <a:cubicBezTo>
                  <a:pt x="0" y="49438"/>
                  <a:pt x="49438" y="0"/>
                  <a:pt x="11033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7584" dist="9195" dir="5400000">
              <a:srgbClr val="000000">
                <a:alpha val="10196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1388955" y="6298281"/>
            <a:ext cx="160905" cy="183891"/>
          </a:xfrm>
          <a:custGeom>
            <a:avLst/>
            <a:gdLst/>
            <a:ahLst/>
            <a:cxnLst/>
            <a:rect l="l" t="t" r="r" b="b"/>
            <a:pathLst>
              <a:path w="160905" h="183891">
                <a:moveTo>
                  <a:pt x="80452" y="22986"/>
                </a:moveTo>
                <a:cubicBezTo>
                  <a:pt x="52079" y="22986"/>
                  <a:pt x="28482" y="43566"/>
                  <a:pt x="23813" y="70647"/>
                </a:cubicBezTo>
                <a:cubicBezTo>
                  <a:pt x="27153" y="69570"/>
                  <a:pt x="30744" y="68959"/>
                  <a:pt x="34480" y="68959"/>
                </a:cubicBezTo>
                <a:lnTo>
                  <a:pt x="40226" y="68959"/>
                </a:lnTo>
                <a:cubicBezTo>
                  <a:pt x="49744" y="68959"/>
                  <a:pt x="57466" y="76681"/>
                  <a:pt x="57466" y="86199"/>
                </a:cubicBezTo>
                <a:lnTo>
                  <a:pt x="57466" y="120679"/>
                </a:lnTo>
                <a:cubicBezTo>
                  <a:pt x="57466" y="130197"/>
                  <a:pt x="49744" y="137919"/>
                  <a:pt x="40226" y="137919"/>
                </a:cubicBezTo>
                <a:lnTo>
                  <a:pt x="34480" y="137919"/>
                </a:lnTo>
                <a:cubicBezTo>
                  <a:pt x="15444" y="137919"/>
                  <a:pt x="0" y="122475"/>
                  <a:pt x="0" y="103439"/>
                </a:cubicBezTo>
                <a:lnTo>
                  <a:pt x="0" y="80452"/>
                </a:lnTo>
                <a:cubicBezTo>
                  <a:pt x="0" y="36024"/>
                  <a:pt x="36024" y="0"/>
                  <a:pt x="80452" y="0"/>
                </a:cubicBezTo>
                <a:cubicBezTo>
                  <a:pt x="124881" y="0"/>
                  <a:pt x="160905" y="36024"/>
                  <a:pt x="160905" y="80452"/>
                </a:cubicBezTo>
                <a:lnTo>
                  <a:pt x="160905" y="140828"/>
                </a:lnTo>
                <a:cubicBezTo>
                  <a:pt x="160905" y="164640"/>
                  <a:pt x="141582" y="183927"/>
                  <a:pt x="117770" y="183927"/>
                </a:cubicBezTo>
                <a:lnTo>
                  <a:pt x="86199" y="183891"/>
                </a:lnTo>
                <a:lnTo>
                  <a:pt x="74706" y="183891"/>
                </a:lnTo>
                <a:cubicBezTo>
                  <a:pt x="65188" y="183891"/>
                  <a:pt x="57466" y="176169"/>
                  <a:pt x="57466" y="166652"/>
                </a:cubicBezTo>
                <a:cubicBezTo>
                  <a:pt x="57466" y="157134"/>
                  <a:pt x="65188" y="149412"/>
                  <a:pt x="74706" y="149412"/>
                </a:cubicBezTo>
                <a:lnTo>
                  <a:pt x="86199" y="149412"/>
                </a:lnTo>
                <a:cubicBezTo>
                  <a:pt x="95717" y="149412"/>
                  <a:pt x="103439" y="157134"/>
                  <a:pt x="103439" y="166652"/>
                </a:cubicBezTo>
                <a:lnTo>
                  <a:pt x="103439" y="166652"/>
                </a:lnTo>
                <a:lnTo>
                  <a:pt x="117805" y="166652"/>
                </a:lnTo>
                <a:cubicBezTo>
                  <a:pt x="132100" y="166652"/>
                  <a:pt x="143665" y="155087"/>
                  <a:pt x="143665" y="140792"/>
                </a:cubicBezTo>
                <a:lnTo>
                  <a:pt x="143665" y="133285"/>
                </a:lnTo>
                <a:cubicBezTo>
                  <a:pt x="138601" y="136230"/>
                  <a:pt x="132711" y="137883"/>
                  <a:pt x="126425" y="137883"/>
                </a:cubicBezTo>
                <a:lnTo>
                  <a:pt x="120679" y="137883"/>
                </a:lnTo>
                <a:cubicBezTo>
                  <a:pt x="111161" y="137883"/>
                  <a:pt x="103439" y="130161"/>
                  <a:pt x="103439" y="120643"/>
                </a:cubicBezTo>
                <a:lnTo>
                  <a:pt x="103439" y="86163"/>
                </a:lnTo>
                <a:cubicBezTo>
                  <a:pt x="103439" y="76645"/>
                  <a:pt x="111161" y="68923"/>
                  <a:pt x="120679" y="68923"/>
                </a:cubicBezTo>
                <a:lnTo>
                  <a:pt x="126425" y="68923"/>
                </a:lnTo>
                <a:cubicBezTo>
                  <a:pt x="130161" y="68923"/>
                  <a:pt x="133716" y="69498"/>
                  <a:pt x="137092" y="70611"/>
                </a:cubicBezTo>
                <a:cubicBezTo>
                  <a:pt x="132423" y="43566"/>
                  <a:pt x="108862" y="22951"/>
                  <a:pt x="80452" y="22951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6" name="Text 44"/>
          <p:cNvSpPr/>
          <p:nvPr/>
        </p:nvSpPr>
        <p:spPr>
          <a:xfrm>
            <a:off x="455131" y="6555729"/>
            <a:ext cx="2032000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4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Atención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2686107" y="6183348"/>
            <a:ext cx="2197502" cy="671204"/>
          </a:xfrm>
          <a:custGeom>
            <a:avLst/>
            <a:gdLst/>
            <a:ahLst/>
            <a:cxnLst/>
            <a:rect l="l" t="t" r="r" b="b"/>
            <a:pathLst>
              <a:path w="2197502" h="671204">
                <a:moveTo>
                  <a:pt x="110332" y="0"/>
                </a:moveTo>
                <a:lnTo>
                  <a:pt x="2087170" y="0"/>
                </a:lnTo>
                <a:cubicBezTo>
                  <a:pt x="2148105" y="0"/>
                  <a:pt x="2197502" y="49398"/>
                  <a:pt x="2197502" y="110332"/>
                </a:cubicBezTo>
                <a:lnTo>
                  <a:pt x="2197502" y="560871"/>
                </a:lnTo>
                <a:cubicBezTo>
                  <a:pt x="2197502" y="621806"/>
                  <a:pt x="2148105" y="671204"/>
                  <a:pt x="2087170" y="671204"/>
                </a:cubicBezTo>
                <a:lnTo>
                  <a:pt x="110332" y="671204"/>
                </a:lnTo>
                <a:cubicBezTo>
                  <a:pt x="49398" y="671204"/>
                  <a:pt x="0" y="621806"/>
                  <a:pt x="0" y="560871"/>
                </a:cubicBezTo>
                <a:lnTo>
                  <a:pt x="0" y="110332"/>
                </a:lnTo>
                <a:cubicBezTo>
                  <a:pt x="0" y="49438"/>
                  <a:pt x="49438" y="0"/>
                  <a:pt x="11033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7584" dist="9195" dir="5400000">
              <a:srgbClr val="000000">
                <a:alpha val="10196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679696" y="6298281"/>
            <a:ext cx="206878" cy="183891"/>
          </a:xfrm>
          <a:custGeom>
            <a:avLst/>
            <a:gdLst/>
            <a:ahLst/>
            <a:cxnLst/>
            <a:rect l="l" t="t" r="r" b="b"/>
            <a:pathLst>
              <a:path w="206878" h="183891">
                <a:moveTo>
                  <a:pt x="96579" y="30601"/>
                </a:moveTo>
                <a:lnTo>
                  <a:pt x="54701" y="77148"/>
                </a:lnTo>
                <a:cubicBezTo>
                  <a:pt x="53048" y="78980"/>
                  <a:pt x="53120" y="81817"/>
                  <a:pt x="54880" y="83577"/>
                </a:cubicBezTo>
                <a:cubicBezTo>
                  <a:pt x="65835" y="94532"/>
                  <a:pt x="83613" y="94532"/>
                  <a:pt x="94568" y="83577"/>
                </a:cubicBezTo>
                <a:lnTo>
                  <a:pt x="105989" y="72156"/>
                </a:lnTo>
                <a:cubicBezTo>
                  <a:pt x="107497" y="70647"/>
                  <a:pt x="109401" y="69821"/>
                  <a:pt x="111340" y="69678"/>
                </a:cubicBezTo>
                <a:cubicBezTo>
                  <a:pt x="113783" y="69462"/>
                  <a:pt x="116297" y="70288"/>
                  <a:pt x="118165" y="72156"/>
                </a:cubicBezTo>
                <a:lnTo>
                  <a:pt x="181593" y="135045"/>
                </a:lnTo>
                <a:lnTo>
                  <a:pt x="206878" y="114932"/>
                </a:lnTo>
                <a:lnTo>
                  <a:pt x="206878" y="11493"/>
                </a:lnTo>
                <a:lnTo>
                  <a:pt x="166652" y="34480"/>
                </a:lnTo>
                <a:lnTo>
                  <a:pt x="158104" y="28769"/>
                </a:lnTo>
                <a:cubicBezTo>
                  <a:pt x="152429" y="24998"/>
                  <a:pt x="145784" y="22986"/>
                  <a:pt x="138960" y="22986"/>
                </a:cubicBezTo>
                <a:lnTo>
                  <a:pt x="113675" y="22986"/>
                </a:lnTo>
                <a:cubicBezTo>
                  <a:pt x="113280" y="22986"/>
                  <a:pt x="112849" y="22986"/>
                  <a:pt x="112454" y="23022"/>
                </a:cubicBezTo>
                <a:cubicBezTo>
                  <a:pt x="106384" y="23346"/>
                  <a:pt x="100673" y="26075"/>
                  <a:pt x="96579" y="30601"/>
                </a:cubicBezTo>
                <a:close/>
                <a:moveTo>
                  <a:pt x="41878" y="65619"/>
                </a:moveTo>
                <a:lnTo>
                  <a:pt x="80237" y="22986"/>
                </a:lnTo>
                <a:lnTo>
                  <a:pt x="66014" y="22986"/>
                </a:lnTo>
                <a:cubicBezTo>
                  <a:pt x="56855" y="22986"/>
                  <a:pt x="48092" y="26614"/>
                  <a:pt x="41627" y="33079"/>
                </a:cubicBezTo>
                <a:lnTo>
                  <a:pt x="40226" y="34480"/>
                </a:lnTo>
                <a:lnTo>
                  <a:pt x="0" y="11493"/>
                </a:lnTo>
                <a:lnTo>
                  <a:pt x="0" y="114932"/>
                </a:lnTo>
                <a:lnTo>
                  <a:pt x="56173" y="161731"/>
                </a:lnTo>
                <a:cubicBezTo>
                  <a:pt x="64434" y="168627"/>
                  <a:pt x="74850" y="172398"/>
                  <a:pt x="85589" y="172398"/>
                </a:cubicBezTo>
                <a:lnTo>
                  <a:pt x="91227" y="172398"/>
                </a:lnTo>
                <a:lnTo>
                  <a:pt x="88713" y="169884"/>
                </a:lnTo>
                <a:cubicBezTo>
                  <a:pt x="85337" y="166508"/>
                  <a:pt x="85337" y="161049"/>
                  <a:pt x="88713" y="157708"/>
                </a:cubicBezTo>
                <a:cubicBezTo>
                  <a:pt x="92089" y="154368"/>
                  <a:pt x="97549" y="154332"/>
                  <a:pt x="100889" y="157708"/>
                </a:cubicBezTo>
                <a:lnTo>
                  <a:pt x="115615" y="172434"/>
                </a:lnTo>
                <a:lnTo>
                  <a:pt x="118847" y="172434"/>
                </a:lnTo>
                <a:cubicBezTo>
                  <a:pt x="125707" y="172434"/>
                  <a:pt x="132423" y="170890"/>
                  <a:pt x="138529" y="168016"/>
                </a:cubicBezTo>
                <a:lnTo>
                  <a:pt x="128939" y="158391"/>
                </a:lnTo>
                <a:cubicBezTo>
                  <a:pt x="125563" y="155015"/>
                  <a:pt x="125563" y="149555"/>
                  <a:pt x="128939" y="146215"/>
                </a:cubicBezTo>
                <a:cubicBezTo>
                  <a:pt x="132316" y="142875"/>
                  <a:pt x="137775" y="142839"/>
                  <a:pt x="141115" y="146215"/>
                </a:cubicBezTo>
                <a:lnTo>
                  <a:pt x="152608" y="157708"/>
                </a:lnTo>
                <a:lnTo>
                  <a:pt x="158894" y="151423"/>
                </a:lnTo>
                <a:cubicBezTo>
                  <a:pt x="162090" y="148227"/>
                  <a:pt x="163024" y="143593"/>
                  <a:pt x="161623" y="139535"/>
                </a:cubicBezTo>
                <a:lnTo>
                  <a:pt x="112095" y="90401"/>
                </a:lnTo>
                <a:lnTo>
                  <a:pt x="106743" y="95753"/>
                </a:lnTo>
                <a:cubicBezTo>
                  <a:pt x="89036" y="113460"/>
                  <a:pt x="60375" y="113460"/>
                  <a:pt x="42669" y="95753"/>
                </a:cubicBezTo>
                <a:cubicBezTo>
                  <a:pt x="34408" y="87492"/>
                  <a:pt x="34085" y="74239"/>
                  <a:pt x="41878" y="65583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49" name="Text 47"/>
          <p:cNvSpPr/>
          <p:nvPr/>
        </p:nvSpPr>
        <p:spPr>
          <a:xfrm>
            <a:off x="2768859" y="6555729"/>
            <a:ext cx="2032000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4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Comercial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999835" y="6183348"/>
            <a:ext cx="2197502" cy="671204"/>
          </a:xfrm>
          <a:custGeom>
            <a:avLst/>
            <a:gdLst/>
            <a:ahLst/>
            <a:cxnLst/>
            <a:rect l="l" t="t" r="r" b="b"/>
            <a:pathLst>
              <a:path w="2197502" h="671204">
                <a:moveTo>
                  <a:pt x="110332" y="0"/>
                </a:moveTo>
                <a:lnTo>
                  <a:pt x="2087170" y="0"/>
                </a:lnTo>
                <a:cubicBezTo>
                  <a:pt x="2148105" y="0"/>
                  <a:pt x="2197502" y="49398"/>
                  <a:pt x="2197502" y="110332"/>
                </a:cubicBezTo>
                <a:lnTo>
                  <a:pt x="2197502" y="560871"/>
                </a:lnTo>
                <a:cubicBezTo>
                  <a:pt x="2197502" y="621806"/>
                  <a:pt x="2148105" y="671204"/>
                  <a:pt x="2087170" y="671204"/>
                </a:cubicBezTo>
                <a:lnTo>
                  <a:pt x="110332" y="671204"/>
                </a:lnTo>
                <a:cubicBezTo>
                  <a:pt x="49398" y="671204"/>
                  <a:pt x="0" y="621806"/>
                  <a:pt x="0" y="560871"/>
                </a:cubicBezTo>
                <a:lnTo>
                  <a:pt x="0" y="110332"/>
                </a:lnTo>
                <a:cubicBezTo>
                  <a:pt x="0" y="49438"/>
                  <a:pt x="49438" y="0"/>
                  <a:pt x="11033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7584" dist="9195" dir="5400000">
              <a:srgbClr val="000000">
                <a:alpha val="10196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981930" y="6298281"/>
            <a:ext cx="229864" cy="183891"/>
          </a:xfrm>
          <a:custGeom>
            <a:avLst/>
            <a:gdLst/>
            <a:ahLst/>
            <a:cxnLst/>
            <a:rect l="l" t="t" r="r" b="b"/>
            <a:pathLst>
              <a:path w="229864" h="183891">
                <a:moveTo>
                  <a:pt x="114932" y="5747"/>
                </a:moveTo>
                <a:cubicBezTo>
                  <a:pt x="135548" y="5747"/>
                  <a:pt x="152285" y="22484"/>
                  <a:pt x="152285" y="43100"/>
                </a:cubicBezTo>
                <a:cubicBezTo>
                  <a:pt x="152285" y="63715"/>
                  <a:pt x="135548" y="80452"/>
                  <a:pt x="114932" y="80452"/>
                </a:cubicBezTo>
                <a:cubicBezTo>
                  <a:pt x="94316" y="80452"/>
                  <a:pt x="77579" y="63715"/>
                  <a:pt x="77579" y="43100"/>
                </a:cubicBezTo>
                <a:cubicBezTo>
                  <a:pt x="77579" y="22484"/>
                  <a:pt x="94316" y="5747"/>
                  <a:pt x="114932" y="5747"/>
                </a:cubicBezTo>
                <a:close/>
                <a:moveTo>
                  <a:pt x="34480" y="31606"/>
                </a:moveTo>
                <a:cubicBezTo>
                  <a:pt x="48752" y="31606"/>
                  <a:pt x="60339" y="43194"/>
                  <a:pt x="60339" y="57466"/>
                </a:cubicBezTo>
                <a:cubicBezTo>
                  <a:pt x="60339" y="71738"/>
                  <a:pt x="48752" y="83326"/>
                  <a:pt x="34480" y="83326"/>
                </a:cubicBezTo>
                <a:cubicBezTo>
                  <a:pt x="20207" y="83326"/>
                  <a:pt x="8620" y="71738"/>
                  <a:pt x="8620" y="57466"/>
                </a:cubicBezTo>
                <a:cubicBezTo>
                  <a:pt x="8620" y="43194"/>
                  <a:pt x="20207" y="31606"/>
                  <a:pt x="34480" y="31606"/>
                </a:cubicBezTo>
                <a:close/>
                <a:moveTo>
                  <a:pt x="0" y="149412"/>
                </a:moveTo>
                <a:cubicBezTo>
                  <a:pt x="0" y="124019"/>
                  <a:pt x="20580" y="103439"/>
                  <a:pt x="45973" y="103439"/>
                </a:cubicBezTo>
                <a:cubicBezTo>
                  <a:pt x="50570" y="103439"/>
                  <a:pt x="55024" y="104121"/>
                  <a:pt x="59226" y="105378"/>
                </a:cubicBezTo>
                <a:cubicBezTo>
                  <a:pt x="47410" y="118596"/>
                  <a:pt x="40226" y="136051"/>
                  <a:pt x="40226" y="155158"/>
                </a:cubicBezTo>
                <a:lnTo>
                  <a:pt x="40226" y="160905"/>
                </a:lnTo>
                <a:cubicBezTo>
                  <a:pt x="40226" y="164999"/>
                  <a:pt x="41088" y="168878"/>
                  <a:pt x="42633" y="172398"/>
                </a:cubicBezTo>
                <a:lnTo>
                  <a:pt x="11493" y="172398"/>
                </a:lnTo>
                <a:cubicBezTo>
                  <a:pt x="5136" y="172398"/>
                  <a:pt x="0" y="167262"/>
                  <a:pt x="0" y="160905"/>
                </a:cubicBezTo>
                <a:lnTo>
                  <a:pt x="0" y="149412"/>
                </a:lnTo>
                <a:close/>
                <a:moveTo>
                  <a:pt x="187232" y="172398"/>
                </a:moveTo>
                <a:cubicBezTo>
                  <a:pt x="188776" y="168878"/>
                  <a:pt x="189638" y="164999"/>
                  <a:pt x="189638" y="160905"/>
                </a:cubicBezTo>
                <a:lnTo>
                  <a:pt x="189638" y="155158"/>
                </a:lnTo>
                <a:cubicBezTo>
                  <a:pt x="189638" y="136051"/>
                  <a:pt x="182455" y="118596"/>
                  <a:pt x="170638" y="105378"/>
                </a:cubicBezTo>
                <a:cubicBezTo>
                  <a:pt x="174840" y="104121"/>
                  <a:pt x="179294" y="103439"/>
                  <a:pt x="183891" y="103439"/>
                </a:cubicBezTo>
                <a:cubicBezTo>
                  <a:pt x="209284" y="103439"/>
                  <a:pt x="229864" y="124019"/>
                  <a:pt x="229864" y="149412"/>
                </a:cubicBezTo>
                <a:lnTo>
                  <a:pt x="229864" y="160905"/>
                </a:lnTo>
                <a:cubicBezTo>
                  <a:pt x="229864" y="167262"/>
                  <a:pt x="224728" y="172398"/>
                  <a:pt x="218371" y="172398"/>
                </a:cubicBezTo>
                <a:lnTo>
                  <a:pt x="187232" y="172398"/>
                </a:lnTo>
                <a:close/>
                <a:moveTo>
                  <a:pt x="169525" y="57466"/>
                </a:moveTo>
                <a:cubicBezTo>
                  <a:pt x="169525" y="43194"/>
                  <a:pt x="181112" y="31606"/>
                  <a:pt x="195385" y="31606"/>
                </a:cubicBezTo>
                <a:cubicBezTo>
                  <a:pt x="209657" y="31606"/>
                  <a:pt x="221244" y="43194"/>
                  <a:pt x="221244" y="57466"/>
                </a:cubicBezTo>
                <a:cubicBezTo>
                  <a:pt x="221244" y="71738"/>
                  <a:pt x="209657" y="83326"/>
                  <a:pt x="195385" y="83326"/>
                </a:cubicBezTo>
                <a:cubicBezTo>
                  <a:pt x="181112" y="83326"/>
                  <a:pt x="169525" y="71738"/>
                  <a:pt x="169525" y="57466"/>
                </a:cubicBezTo>
                <a:close/>
                <a:moveTo>
                  <a:pt x="57466" y="155158"/>
                </a:moveTo>
                <a:cubicBezTo>
                  <a:pt x="57466" y="123408"/>
                  <a:pt x="83182" y="97692"/>
                  <a:pt x="114932" y="97692"/>
                </a:cubicBezTo>
                <a:cubicBezTo>
                  <a:pt x="146682" y="97692"/>
                  <a:pt x="172398" y="123408"/>
                  <a:pt x="172398" y="155158"/>
                </a:cubicBezTo>
                <a:lnTo>
                  <a:pt x="172398" y="160905"/>
                </a:lnTo>
                <a:cubicBezTo>
                  <a:pt x="172398" y="167262"/>
                  <a:pt x="167262" y="172398"/>
                  <a:pt x="160905" y="172398"/>
                </a:cubicBezTo>
                <a:lnTo>
                  <a:pt x="68959" y="172398"/>
                </a:lnTo>
                <a:cubicBezTo>
                  <a:pt x="62602" y="172398"/>
                  <a:pt x="57466" y="167262"/>
                  <a:pt x="57466" y="160905"/>
                </a:cubicBezTo>
                <a:lnTo>
                  <a:pt x="57466" y="155158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52" name="Text 50"/>
          <p:cNvSpPr/>
          <p:nvPr/>
        </p:nvSpPr>
        <p:spPr>
          <a:xfrm>
            <a:off x="5082586" y="6555729"/>
            <a:ext cx="2032000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4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RRHH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313562" y="6183348"/>
            <a:ext cx="2197502" cy="671204"/>
          </a:xfrm>
          <a:custGeom>
            <a:avLst/>
            <a:gdLst/>
            <a:ahLst/>
            <a:cxnLst/>
            <a:rect l="l" t="t" r="r" b="b"/>
            <a:pathLst>
              <a:path w="2197502" h="671204">
                <a:moveTo>
                  <a:pt x="110332" y="0"/>
                </a:moveTo>
                <a:lnTo>
                  <a:pt x="2087170" y="0"/>
                </a:lnTo>
                <a:cubicBezTo>
                  <a:pt x="2148105" y="0"/>
                  <a:pt x="2197502" y="49398"/>
                  <a:pt x="2197502" y="110332"/>
                </a:cubicBezTo>
                <a:lnTo>
                  <a:pt x="2197502" y="560871"/>
                </a:lnTo>
                <a:cubicBezTo>
                  <a:pt x="2197502" y="621806"/>
                  <a:pt x="2148105" y="671204"/>
                  <a:pt x="2087170" y="671204"/>
                </a:cubicBezTo>
                <a:lnTo>
                  <a:pt x="110332" y="671204"/>
                </a:lnTo>
                <a:cubicBezTo>
                  <a:pt x="49398" y="671204"/>
                  <a:pt x="0" y="621806"/>
                  <a:pt x="0" y="560871"/>
                </a:cubicBezTo>
                <a:lnTo>
                  <a:pt x="0" y="110332"/>
                </a:lnTo>
                <a:cubicBezTo>
                  <a:pt x="0" y="49438"/>
                  <a:pt x="49438" y="0"/>
                  <a:pt x="11033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7584" dist="9195" dir="5400000">
              <a:srgbClr val="000000">
                <a:alpha val="10196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307150" y="6298281"/>
            <a:ext cx="206878" cy="183891"/>
          </a:xfrm>
          <a:custGeom>
            <a:avLst/>
            <a:gdLst/>
            <a:ahLst/>
            <a:cxnLst/>
            <a:rect l="l" t="t" r="r" b="b"/>
            <a:pathLst>
              <a:path w="206878" h="183891">
                <a:moveTo>
                  <a:pt x="182958" y="35413"/>
                </a:moveTo>
                <a:cubicBezTo>
                  <a:pt x="185687" y="32684"/>
                  <a:pt x="190249" y="33366"/>
                  <a:pt x="191613" y="36958"/>
                </a:cubicBezTo>
                <a:cubicBezTo>
                  <a:pt x="194056" y="43315"/>
                  <a:pt x="195385" y="50247"/>
                  <a:pt x="195385" y="57466"/>
                </a:cubicBezTo>
                <a:cubicBezTo>
                  <a:pt x="195385" y="89216"/>
                  <a:pt x="169669" y="114932"/>
                  <a:pt x="137919" y="114932"/>
                </a:cubicBezTo>
                <a:cubicBezTo>
                  <a:pt x="131633" y="114932"/>
                  <a:pt x="125563" y="113926"/>
                  <a:pt x="119889" y="112059"/>
                </a:cubicBezTo>
                <a:lnTo>
                  <a:pt x="52761" y="179186"/>
                </a:lnTo>
                <a:cubicBezTo>
                  <a:pt x="42669" y="189279"/>
                  <a:pt x="26291" y="189279"/>
                  <a:pt x="16198" y="179186"/>
                </a:cubicBezTo>
                <a:cubicBezTo>
                  <a:pt x="6106" y="169094"/>
                  <a:pt x="6106" y="152716"/>
                  <a:pt x="16198" y="142624"/>
                </a:cubicBezTo>
                <a:lnTo>
                  <a:pt x="83326" y="75496"/>
                </a:lnTo>
                <a:cubicBezTo>
                  <a:pt x="81458" y="69821"/>
                  <a:pt x="80452" y="63787"/>
                  <a:pt x="80452" y="57466"/>
                </a:cubicBezTo>
                <a:cubicBezTo>
                  <a:pt x="80452" y="25716"/>
                  <a:pt x="106169" y="0"/>
                  <a:pt x="137919" y="0"/>
                </a:cubicBezTo>
                <a:cubicBezTo>
                  <a:pt x="145138" y="0"/>
                  <a:pt x="152070" y="1329"/>
                  <a:pt x="158427" y="3771"/>
                </a:cubicBezTo>
                <a:cubicBezTo>
                  <a:pt x="162018" y="5136"/>
                  <a:pt x="162665" y="9697"/>
                  <a:pt x="159971" y="12427"/>
                </a:cubicBezTo>
                <a:lnTo>
                  <a:pt x="128113" y="44285"/>
                </a:lnTo>
                <a:cubicBezTo>
                  <a:pt x="127036" y="45362"/>
                  <a:pt x="126425" y="46835"/>
                  <a:pt x="126425" y="48343"/>
                </a:cubicBezTo>
                <a:lnTo>
                  <a:pt x="126425" y="63213"/>
                </a:lnTo>
                <a:cubicBezTo>
                  <a:pt x="126425" y="66373"/>
                  <a:pt x="129011" y="68959"/>
                  <a:pt x="132172" y="68959"/>
                </a:cubicBezTo>
                <a:lnTo>
                  <a:pt x="147041" y="68959"/>
                </a:lnTo>
                <a:cubicBezTo>
                  <a:pt x="148550" y="68959"/>
                  <a:pt x="150022" y="68349"/>
                  <a:pt x="151100" y="67271"/>
                </a:cubicBezTo>
                <a:lnTo>
                  <a:pt x="182958" y="35413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5" name="Text 53"/>
          <p:cNvSpPr/>
          <p:nvPr/>
        </p:nvSpPr>
        <p:spPr>
          <a:xfrm>
            <a:off x="7396313" y="6555729"/>
            <a:ext cx="2032000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4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Soporte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627290" y="6183348"/>
            <a:ext cx="2197502" cy="671204"/>
          </a:xfrm>
          <a:custGeom>
            <a:avLst/>
            <a:gdLst/>
            <a:ahLst/>
            <a:cxnLst/>
            <a:rect l="l" t="t" r="r" b="b"/>
            <a:pathLst>
              <a:path w="2197502" h="671204">
                <a:moveTo>
                  <a:pt x="110332" y="0"/>
                </a:moveTo>
                <a:lnTo>
                  <a:pt x="2087170" y="0"/>
                </a:lnTo>
                <a:cubicBezTo>
                  <a:pt x="2148105" y="0"/>
                  <a:pt x="2197502" y="49398"/>
                  <a:pt x="2197502" y="110332"/>
                </a:cubicBezTo>
                <a:lnTo>
                  <a:pt x="2197502" y="560871"/>
                </a:lnTo>
                <a:cubicBezTo>
                  <a:pt x="2197502" y="621806"/>
                  <a:pt x="2148105" y="671204"/>
                  <a:pt x="2087170" y="671204"/>
                </a:cubicBezTo>
                <a:lnTo>
                  <a:pt x="110332" y="671204"/>
                </a:lnTo>
                <a:cubicBezTo>
                  <a:pt x="49398" y="671204"/>
                  <a:pt x="0" y="621806"/>
                  <a:pt x="0" y="560871"/>
                </a:cubicBezTo>
                <a:lnTo>
                  <a:pt x="0" y="110332"/>
                </a:lnTo>
                <a:cubicBezTo>
                  <a:pt x="0" y="49438"/>
                  <a:pt x="49438" y="0"/>
                  <a:pt x="11033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7584" dist="9195" dir="5400000">
              <a:srgbClr val="000000">
                <a:alpha val="10196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10632515" y="6298281"/>
            <a:ext cx="183891" cy="183891"/>
          </a:xfrm>
          <a:custGeom>
            <a:avLst/>
            <a:gdLst/>
            <a:ahLst/>
            <a:cxnLst/>
            <a:rect l="l" t="t" r="r" b="b"/>
            <a:pathLst>
              <a:path w="183891" h="183891">
                <a:moveTo>
                  <a:pt x="22986" y="22986"/>
                </a:moveTo>
                <a:cubicBezTo>
                  <a:pt x="22986" y="16629"/>
                  <a:pt x="17850" y="11493"/>
                  <a:pt x="11493" y="11493"/>
                </a:cubicBezTo>
                <a:cubicBezTo>
                  <a:pt x="5136" y="11493"/>
                  <a:pt x="0" y="16629"/>
                  <a:pt x="0" y="22986"/>
                </a:cubicBezTo>
                <a:lnTo>
                  <a:pt x="0" y="143665"/>
                </a:lnTo>
                <a:cubicBezTo>
                  <a:pt x="0" y="159540"/>
                  <a:pt x="12858" y="172398"/>
                  <a:pt x="28733" y="172398"/>
                </a:cubicBezTo>
                <a:lnTo>
                  <a:pt x="172398" y="172398"/>
                </a:lnTo>
                <a:cubicBezTo>
                  <a:pt x="178755" y="172398"/>
                  <a:pt x="183891" y="167262"/>
                  <a:pt x="183891" y="160905"/>
                </a:cubicBezTo>
                <a:cubicBezTo>
                  <a:pt x="183891" y="154548"/>
                  <a:pt x="178755" y="149412"/>
                  <a:pt x="172398" y="149412"/>
                </a:cubicBezTo>
                <a:lnTo>
                  <a:pt x="28733" y="149412"/>
                </a:lnTo>
                <a:cubicBezTo>
                  <a:pt x="25572" y="149412"/>
                  <a:pt x="22986" y="146826"/>
                  <a:pt x="22986" y="143665"/>
                </a:cubicBezTo>
                <a:lnTo>
                  <a:pt x="22986" y="22986"/>
                </a:lnTo>
                <a:close/>
                <a:moveTo>
                  <a:pt x="169022" y="54090"/>
                </a:moveTo>
                <a:cubicBezTo>
                  <a:pt x="173512" y="49600"/>
                  <a:pt x="173512" y="42309"/>
                  <a:pt x="169022" y="37820"/>
                </a:cubicBezTo>
                <a:cubicBezTo>
                  <a:pt x="164533" y="33330"/>
                  <a:pt x="157242" y="33330"/>
                  <a:pt x="152752" y="37820"/>
                </a:cubicBezTo>
                <a:lnTo>
                  <a:pt x="114932" y="75676"/>
                </a:lnTo>
                <a:lnTo>
                  <a:pt x="94316" y="55096"/>
                </a:lnTo>
                <a:cubicBezTo>
                  <a:pt x="89827" y="50606"/>
                  <a:pt x="82536" y="50606"/>
                  <a:pt x="78046" y="55096"/>
                </a:cubicBezTo>
                <a:lnTo>
                  <a:pt x="43566" y="89575"/>
                </a:lnTo>
                <a:cubicBezTo>
                  <a:pt x="39077" y="94065"/>
                  <a:pt x="39077" y="101356"/>
                  <a:pt x="43566" y="105845"/>
                </a:cubicBezTo>
                <a:cubicBezTo>
                  <a:pt x="48056" y="110335"/>
                  <a:pt x="55347" y="110335"/>
                  <a:pt x="59837" y="105845"/>
                </a:cubicBezTo>
                <a:lnTo>
                  <a:pt x="86199" y="79483"/>
                </a:lnTo>
                <a:lnTo>
                  <a:pt x="106815" y="100099"/>
                </a:lnTo>
                <a:cubicBezTo>
                  <a:pt x="111305" y="104588"/>
                  <a:pt x="118596" y="104588"/>
                  <a:pt x="123085" y="100099"/>
                </a:cubicBezTo>
                <a:lnTo>
                  <a:pt x="169058" y="54126"/>
                </a:ln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58" name="Text 56"/>
          <p:cNvSpPr/>
          <p:nvPr/>
        </p:nvSpPr>
        <p:spPr>
          <a:xfrm>
            <a:off x="9710041" y="6555729"/>
            <a:ext cx="2032000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4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Analítico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895350" cy="228600"/>
          </a:xfrm>
          <a:custGeom>
            <a:avLst/>
            <a:gdLst/>
            <a:ahLst/>
            <a:cxnLst/>
            <a:rect l="l" t="t" r="r" b="b"/>
            <a:pathLst>
              <a:path w="895350" h="228600">
                <a:moveTo>
                  <a:pt x="114300" y="0"/>
                </a:moveTo>
                <a:lnTo>
                  <a:pt x="781050" y="0"/>
                </a:lnTo>
                <a:cubicBezTo>
                  <a:pt x="844134" y="0"/>
                  <a:pt x="895350" y="51216"/>
                  <a:pt x="895350" y="114300"/>
                </a:cubicBezTo>
                <a:lnTo>
                  <a:pt x="895350" y="114300"/>
                </a:lnTo>
                <a:cubicBezTo>
                  <a:pt x="895350" y="177384"/>
                  <a:pt x="844134" y="228600"/>
                  <a:pt x="78105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381000"/>
            <a:ext cx="952500" cy="2286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spc="45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SEMANA 13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87525" y="400050"/>
            <a:ext cx="76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11 - 15 mayo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7239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IA por Departamentos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2573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Aplicaciones específicas para cada área empresarial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5763" y="1757363"/>
            <a:ext cx="2152650" cy="3571875"/>
          </a:xfrm>
          <a:custGeom>
            <a:avLst/>
            <a:gdLst/>
            <a:ahLst/>
            <a:cxnLst/>
            <a:rect l="l" t="t" r="r" b="b"/>
            <a:pathLst>
              <a:path w="2152650" h="3571875">
                <a:moveTo>
                  <a:pt x="152408" y="0"/>
                </a:moveTo>
                <a:lnTo>
                  <a:pt x="2000242" y="0"/>
                </a:lnTo>
                <a:cubicBezTo>
                  <a:pt x="2084415" y="0"/>
                  <a:pt x="2152650" y="68235"/>
                  <a:pt x="2152650" y="152408"/>
                </a:cubicBezTo>
                <a:lnTo>
                  <a:pt x="2152650" y="3419467"/>
                </a:lnTo>
                <a:cubicBezTo>
                  <a:pt x="2152650" y="3503640"/>
                  <a:pt x="2084415" y="3571875"/>
                  <a:pt x="2000242" y="3571875"/>
                </a:cubicBezTo>
                <a:lnTo>
                  <a:pt x="152408" y="3571875"/>
                </a:lnTo>
                <a:cubicBezTo>
                  <a:pt x="68235" y="3571875"/>
                  <a:pt x="0" y="3503640"/>
                  <a:pt x="0" y="3419467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96280" y="19526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9" name="Shape 7"/>
          <p:cNvSpPr/>
          <p:nvPr/>
        </p:nvSpPr>
        <p:spPr>
          <a:xfrm>
            <a:off x="1348680" y="21050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5919" y="8439"/>
                </a:moveTo>
                <a:cubicBezTo>
                  <a:pt x="211053" y="10716"/>
                  <a:pt x="214313" y="15806"/>
                  <a:pt x="214313" y="21431"/>
                </a:cubicBezTo>
                <a:lnTo>
                  <a:pt x="214313" y="207169"/>
                </a:lnTo>
                <a:cubicBezTo>
                  <a:pt x="214313" y="212794"/>
                  <a:pt x="211053" y="217884"/>
                  <a:pt x="205919" y="220161"/>
                </a:cubicBezTo>
                <a:cubicBezTo>
                  <a:pt x="200784" y="222439"/>
                  <a:pt x="194846" y="221590"/>
                  <a:pt x="190604" y="217884"/>
                </a:cubicBezTo>
                <a:lnTo>
                  <a:pt x="169798" y="199712"/>
                </a:lnTo>
                <a:cubicBezTo>
                  <a:pt x="150331" y="182701"/>
                  <a:pt x="125730" y="172789"/>
                  <a:pt x="99968" y="171584"/>
                </a:cubicBezTo>
                <a:lnTo>
                  <a:pt x="99968" y="214313"/>
                </a:lnTo>
                <a:cubicBezTo>
                  <a:pt x="99968" y="222215"/>
                  <a:pt x="93583" y="228600"/>
                  <a:pt x="85680" y="228600"/>
                </a:cubicBezTo>
                <a:lnTo>
                  <a:pt x="71393" y="228600"/>
                </a:lnTo>
                <a:cubicBezTo>
                  <a:pt x="63490" y="228600"/>
                  <a:pt x="57105" y="222215"/>
                  <a:pt x="57105" y="214313"/>
                </a:cubicBezTo>
                <a:lnTo>
                  <a:pt x="57105" y="171450"/>
                </a:lnTo>
                <a:cubicBezTo>
                  <a:pt x="25584" y="171450"/>
                  <a:pt x="0" y="145866"/>
                  <a:pt x="0" y="114300"/>
                </a:cubicBezTo>
                <a:cubicBezTo>
                  <a:pt x="0" y="82734"/>
                  <a:pt x="25584" y="57150"/>
                  <a:pt x="57150" y="57150"/>
                </a:cubicBezTo>
                <a:lnTo>
                  <a:pt x="94878" y="57150"/>
                </a:lnTo>
                <a:cubicBezTo>
                  <a:pt x="122471" y="57061"/>
                  <a:pt x="149081" y="47015"/>
                  <a:pt x="169843" y="28888"/>
                </a:cubicBezTo>
                <a:lnTo>
                  <a:pt x="190649" y="10716"/>
                </a:lnTo>
                <a:cubicBezTo>
                  <a:pt x="194846" y="7010"/>
                  <a:pt x="200873" y="6161"/>
                  <a:pt x="205963" y="8439"/>
                </a:cubicBezTo>
                <a:close/>
                <a:moveTo>
                  <a:pt x="100013" y="142875"/>
                </a:moveTo>
                <a:lnTo>
                  <a:pt x="100013" y="142964"/>
                </a:lnTo>
                <a:cubicBezTo>
                  <a:pt x="131400" y="144170"/>
                  <a:pt x="161538" y="155689"/>
                  <a:pt x="185738" y="175736"/>
                </a:cubicBezTo>
                <a:lnTo>
                  <a:pt x="185738" y="52819"/>
                </a:lnTo>
                <a:cubicBezTo>
                  <a:pt x="161538" y="72866"/>
                  <a:pt x="131400" y="84386"/>
                  <a:pt x="100013" y="85591"/>
                </a:cubicBezTo>
                <a:lnTo>
                  <a:pt x="100013" y="14287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33400" y="2638425"/>
            <a:ext cx="1857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Marketing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1025" y="3019425"/>
            <a:ext cx="1762125" cy="342900"/>
          </a:xfrm>
          <a:custGeom>
            <a:avLst/>
            <a:gdLst/>
            <a:ahLst/>
            <a:cxnLst/>
            <a:rect l="l" t="t" r="r" b="b"/>
            <a:pathLst>
              <a:path w="1762125" h="342900">
                <a:moveTo>
                  <a:pt x="76199" y="0"/>
                </a:moveTo>
                <a:lnTo>
                  <a:pt x="1685926" y="0"/>
                </a:lnTo>
                <a:cubicBezTo>
                  <a:pt x="1728009" y="0"/>
                  <a:pt x="1762125" y="34116"/>
                  <a:pt x="1762125" y="76199"/>
                </a:cubicBezTo>
                <a:lnTo>
                  <a:pt x="1762125" y="266701"/>
                </a:lnTo>
                <a:cubicBezTo>
                  <a:pt x="1762125" y="308784"/>
                  <a:pt x="1728009" y="342900"/>
                  <a:pt x="16859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657225" y="3095625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Campañas personalizadas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1025" y="3438525"/>
            <a:ext cx="1762125" cy="342900"/>
          </a:xfrm>
          <a:custGeom>
            <a:avLst/>
            <a:gdLst/>
            <a:ahLst/>
            <a:cxnLst/>
            <a:rect l="l" t="t" r="r" b="b"/>
            <a:pathLst>
              <a:path w="1762125" h="342900">
                <a:moveTo>
                  <a:pt x="76199" y="0"/>
                </a:moveTo>
                <a:lnTo>
                  <a:pt x="1685926" y="0"/>
                </a:lnTo>
                <a:cubicBezTo>
                  <a:pt x="1728009" y="0"/>
                  <a:pt x="1762125" y="34116"/>
                  <a:pt x="1762125" y="76199"/>
                </a:cubicBezTo>
                <a:lnTo>
                  <a:pt x="1762125" y="266701"/>
                </a:lnTo>
                <a:cubicBezTo>
                  <a:pt x="1762125" y="308784"/>
                  <a:pt x="1728009" y="342900"/>
                  <a:pt x="16859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657225" y="3514725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Análisis de datos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81025" y="3857625"/>
            <a:ext cx="1762125" cy="342900"/>
          </a:xfrm>
          <a:custGeom>
            <a:avLst/>
            <a:gdLst/>
            <a:ahLst/>
            <a:cxnLst/>
            <a:rect l="l" t="t" r="r" b="b"/>
            <a:pathLst>
              <a:path w="1762125" h="342900">
                <a:moveTo>
                  <a:pt x="76199" y="0"/>
                </a:moveTo>
                <a:lnTo>
                  <a:pt x="1685926" y="0"/>
                </a:lnTo>
                <a:cubicBezTo>
                  <a:pt x="1728009" y="0"/>
                  <a:pt x="1762125" y="34116"/>
                  <a:pt x="1762125" y="76199"/>
                </a:cubicBezTo>
                <a:lnTo>
                  <a:pt x="1762125" y="266701"/>
                </a:lnTo>
                <a:cubicBezTo>
                  <a:pt x="1762125" y="308784"/>
                  <a:pt x="1728009" y="342900"/>
                  <a:pt x="16859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6" name="Text 14"/>
          <p:cNvSpPr/>
          <p:nvPr/>
        </p:nvSpPr>
        <p:spPr>
          <a:xfrm>
            <a:off x="657225" y="3933825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Segmentación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1025" y="4276725"/>
            <a:ext cx="1762125" cy="342900"/>
          </a:xfrm>
          <a:custGeom>
            <a:avLst/>
            <a:gdLst/>
            <a:ahLst/>
            <a:cxnLst/>
            <a:rect l="l" t="t" r="r" b="b"/>
            <a:pathLst>
              <a:path w="1762125" h="342900">
                <a:moveTo>
                  <a:pt x="76199" y="0"/>
                </a:moveTo>
                <a:lnTo>
                  <a:pt x="1685926" y="0"/>
                </a:lnTo>
                <a:cubicBezTo>
                  <a:pt x="1728009" y="0"/>
                  <a:pt x="1762125" y="34116"/>
                  <a:pt x="1762125" y="76199"/>
                </a:cubicBezTo>
                <a:lnTo>
                  <a:pt x="1762125" y="266701"/>
                </a:lnTo>
                <a:cubicBezTo>
                  <a:pt x="1762125" y="308784"/>
                  <a:pt x="1728009" y="342900"/>
                  <a:pt x="16859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8" name="Text 16"/>
          <p:cNvSpPr/>
          <p:nvPr/>
        </p:nvSpPr>
        <p:spPr>
          <a:xfrm>
            <a:off x="657225" y="4352925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Predicción de tendencias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702123" y="1757363"/>
            <a:ext cx="2152650" cy="3571875"/>
          </a:xfrm>
          <a:custGeom>
            <a:avLst/>
            <a:gdLst/>
            <a:ahLst/>
            <a:cxnLst/>
            <a:rect l="l" t="t" r="r" b="b"/>
            <a:pathLst>
              <a:path w="2152650" h="3571875">
                <a:moveTo>
                  <a:pt x="152408" y="0"/>
                </a:moveTo>
                <a:lnTo>
                  <a:pt x="2000242" y="0"/>
                </a:lnTo>
                <a:cubicBezTo>
                  <a:pt x="2084415" y="0"/>
                  <a:pt x="2152650" y="68235"/>
                  <a:pt x="2152650" y="152408"/>
                </a:cubicBezTo>
                <a:lnTo>
                  <a:pt x="2152650" y="3419467"/>
                </a:lnTo>
                <a:cubicBezTo>
                  <a:pt x="2152650" y="3503640"/>
                  <a:pt x="2084415" y="3571875"/>
                  <a:pt x="2000242" y="3571875"/>
                </a:cubicBezTo>
                <a:lnTo>
                  <a:pt x="152408" y="3571875"/>
                </a:lnTo>
                <a:cubicBezTo>
                  <a:pt x="68235" y="3571875"/>
                  <a:pt x="0" y="3503640"/>
                  <a:pt x="0" y="3419467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512641" y="19526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21" name="Shape 19"/>
          <p:cNvSpPr/>
          <p:nvPr/>
        </p:nvSpPr>
        <p:spPr>
          <a:xfrm>
            <a:off x="3650754" y="210502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0060" y="38040"/>
                </a:moveTo>
                <a:lnTo>
                  <a:pt x="68000" y="95905"/>
                </a:lnTo>
                <a:cubicBezTo>
                  <a:pt x="65946" y="98182"/>
                  <a:pt x="66035" y="101709"/>
                  <a:pt x="68223" y="103897"/>
                </a:cubicBezTo>
                <a:cubicBezTo>
                  <a:pt x="81841" y="117515"/>
                  <a:pt x="103942" y="117515"/>
                  <a:pt x="117559" y="103897"/>
                </a:cubicBezTo>
                <a:lnTo>
                  <a:pt x="131758" y="89699"/>
                </a:lnTo>
                <a:cubicBezTo>
                  <a:pt x="133633" y="87823"/>
                  <a:pt x="135999" y="86797"/>
                  <a:pt x="138410" y="86618"/>
                </a:cubicBezTo>
                <a:cubicBezTo>
                  <a:pt x="141446" y="86350"/>
                  <a:pt x="144572" y="87377"/>
                  <a:pt x="146893" y="89699"/>
                </a:cubicBezTo>
                <a:lnTo>
                  <a:pt x="225743" y="167878"/>
                </a:lnTo>
                <a:lnTo>
                  <a:pt x="257175" y="142875"/>
                </a:lnTo>
                <a:lnTo>
                  <a:pt x="257175" y="14288"/>
                </a:lnTo>
                <a:lnTo>
                  <a:pt x="207169" y="42863"/>
                </a:lnTo>
                <a:lnTo>
                  <a:pt x="196542" y="35763"/>
                </a:lnTo>
                <a:cubicBezTo>
                  <a:pt x="189488" y="31075"/>
                  <a:pt x="181228" y="28575"/>
                  <a:pt x="172745" y="28575"/>
                </a:cubicBezTo>
                <a:lnTo>
                  <a:pt x="141312" y="28575"/>
                </a:lnTo>
                <a:cubicBezTo>
                  <a:pt x="140821" y="28575"/>
                  <a:pt x="140285" y="28575"/>
                  <a:pt x="139794" y="28620"/>
                </a:cubicBezTo>
                <a:cubicBezTo>
                  <a:pt x="132249" y="29021"/>
                  <a:pt x="125150" y="32415"/>
                  <a:pt x="120060" y="38040"/>
                </a:cubicBezTo>
                <a:close/>
                <a:moveTo>
                  <a:pt x="52060" y="81573"/>
                </a:moveTo>
                <a:lnTo>
                  <a:pt x="99745" y="28575"/>
                </a:lnTo>
                <a:lnTo>
                  <a:pt x="82064" y="28575"/>
                </a:lnTo>
                <a:cubicBezTo>
                  <a:pt x="70678" y="28575"/>
                  <a:pt x="59784" y="33084"/>
                  <a:pt x="51748" y="41121"/>
                </a:cubicBezTo>
                <a:lnTo>
                  <a:pt x="50006" y="42863"/>
                </a:lnTo>
                <a:lnTo>
                  <a:pt x="0" y="14288"/>
                </a:lnTo>
                <a:lnTo>
                  <a:pt x="0" y="142875"/>
                </a:lnTo>
                <a:lnTo>
                  <a:pt x="69830" y="201052"/>
                </a:lnTo>
                <a:cubicBezTo>
                  <a:pt x="80099" y="209624"/>
                  <a:pt x="93047" y="214313"/>
                  <a:pt x="106397" y="214313"/>
                </a:cubicBezTo>
                <a:lnTo>
                  <a:pt x="113407" y="214313"/>
                </a:lnTo>
                <a:lnTo>
                  <a:pt x="110282" y="211187"/>
                </a:lnTo>
                <a:cubicBezTo>
                  <a:pt x="106085" y="206990"/>
                  <a:pt x="106085" y="200204"/>
                  <a:pt x="110282" y="196051"/>
                </a:cubicBezTo>
                <a:cubicBezTo>
                  <a:pt x="114479" y="191899"/>
                  <a:pt x="121265" y="191854"/>
                  <a:pt x="125417" y="196051"/>
                </a:cubicBezTo>
                <a:lnTo>
                  <a:pt x="143723" y="214357"/>
                </a:lnTo>
                <a:lnTo>
                  <a:pt x="147742" y="214357"/>
                </a:lnTo>
                <a:cubicBezTo>
                  <a:pt x="156270" y="214357"/>
                  <a:pt x="164619" y="212437"/>
                  <a:pt x="172209" y="208865"/>
                </a:cubicBezTo>
                <a:lnTo>
                  <a:pt x="160288" y="196900"/>
                </a:lnTo>
                <a:cubicBezTo>
                  <a:pt x="156091" y="192703"/>
                  <a:pt x="156091" y="185916"/>
                  <a:pt x="160288" y="181764"/>
                </a:cubicBezTo>
                <a:cubicBezTo>
                  <a:pt x="164485" y="177611"/>
                  <a:pt x="171271" y="177567"/>
                  <a:pt x="175424" y="181764"/>
                </a:cubicBezTo>
                <a:lnTo>
                  <a:pt x="189711" y="196051"/>
                </a:lnTo>
                <a:lnTo>
                  <a:pt x="197525" y="188238"/>
                </a:lnTo>
                <a:cubicBezTo>
                  <a:pt x="201498" y="184264"/>
                  <a:pt x="202659" y="178504"/>
                  <a:pt x="200918" y="173459"/>
                </a:cubicBezTo>
                <a:lnTo>
                  <a:pt x="139348" y="112380"/>
                </a:lnTo>
                <a:lnTo>
                  <a:pt x="132695" y="119033"/>
                </a:lnTo>
                <a:cubicBezTo>
                  <a:pt x="110683" y="141044"/>
                  <a:pt x="75054" y="141044"/>
                  <a:pt x="53042" y="119033"/>
                </a:cubicBezTo>
                <a:cubicBezTo>
                  <a:pt x="42773" y="108764"/>
                  <a:pt x="42371" y="92288"/>
                  <a:pt x="52060" y="8152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2849761" y="2638425"/>
            <a:ext cx="1857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Ventas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897386" y="3019425"/>
            <a:ext cx="1762125" cy="342900"/>
          </a:xfrm>
          <a:custGeom>
            <a:avLst/>
            <a:gdLst/>
            <a:ahLst/>
            <a:cxnLst/>
            <a:rect l="l" t="t" r="r" b="b"/>
            <a:pathLst>
              <a:path w="1762125" h="342900">
                <a:moveTo>
                  <a:pt x="76199" y="0"/>
                </a:moveTo>
                <a:lnTo>
                  <a:pt x="1685926" y="0"/>
                </a:lnTo>
                <a:cubicBezTo>
                  <a:pt x="1728009" y="0"/>
                  <a:pt x="1762125" y="34116"/>
                  <a:pt x="1762125" y="76199"/>
                </a:cubicBezTo>
                <a:lnTo>
                  <a:pt x="1762125" y="266701"/>
                </a:lnTo>
                <a:cubicBezTo>
                  <a:pt x="1762125" y="308784"/>
                  <a:pt x="1728009" y="342900"/>
                  <a:pt x="16859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4" name="Text 22"/>
          <p:cNvSpPr/>
          <p:nvPr/>
        </p:nvSpPr>
        <p:spPr>
          <a:xfrm>
            <a:off x="2973586" y="3095625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Prospección inteligente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897386" y="3438525"/>
            <a:ext cx="1762125" cy="342900"/>
          </a:xfrm>
          <a:custGeom>
            <a:avLst/>
            <a:gdLst/>
            <a:ahLst/>
            <a:cxnLst/>
            <a:rect l="l" t="t" r="r" b="b"/>
            <a:pathLst>
              <a:path w="1762125" h="342900">
                <a:moveTo>
                  <a:pt x="76199" y="0"/>
                </a:moveTo>
                <a:lnTo>
                  <a:pt x="1685926" y="0"/>
                </a:lnTo>
                <a:cubicBezTo>
                  <a:pt x="1728009" y="0"/>
                  <a:pt x="1762125" y="34116"/>
                  <a:pt x="1762125" y="76199"/>
                </a:cubicBezTo>
                <a:lnTo>
                  <a:pt x="1762125" y="266701"/>
                </a:lnTo>
                <a:cubicBezTo>
                  <a:pt x="1762125" y="308784"/>
                  <a:pt x="1728009" y="342900"/>
                  <a:pt x="16859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6" name="Text 24"/>
          <p:cNvSpPr/>
          <p:nvPr/>
        </p:nvSpPr>
        <p:spPr>
          <a:xfrm>
            <a:off x="2973586" y="3514725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CRM predictivo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897386" y="3857625"/>
            <a:ext cx="1762125" cy="342900"/>
          </a:xfrm>
          <a:custGeom>
            <a:avLst/>
            <a:gdLst/>
            <a:ahLst/>
            <a:cxnLst/>
            <a:rect l="l" t="t" r="r" b="b"/>
            <a:pathLst>
              <a:path w="1762125" h="342900">
                <a:moveTo>
                  <a:pt x="76199" y="0"/>
                </a:moveTo>
                <a:lnTo>
                  <a:pt x="1685926" y="0"/>
                </a:lnTo>
                <a:cubicBezTo>
                  <a:pt x="1728009" y="0"/>
                  <a:pt x="1762125" y="34116"/>
                  <a:pt x="1762125" y="76199"/>
                </a:cubicBezTo>
                <a:lnTo>
                  <a:pt x="1762125" y="266701"/>
                </a:lnTo>
                <a:cubicBezTo>
                  <a:pt x="1762125" y="308784"/>
                  <a:pt x="1728009" y="342900"/>
                  <a:pt x="16859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8" name="Text 26"/>
          <p:cNvSpPr/>
          <p:nvPr/>
        </p:nvSpPr>
        <p:spPr>
          <a:xfrm>
            <a:off x="2973586" y="3933825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Forecasting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897386" y="4276725"/>
            <a:ext cx="1762125" cy="342900"/>
          </a:xfrm>
          <a:custGeom>
            <a:avLst/>
            <a:gdLst/>
            <a:ahLst/>
            <a:cxnLst/>
            <a:rect l="l" t="t" r="r" b="b"/>
            <a:pathLst>
              <a:path w="1762125" h="342900">
                <a:moveTo>
                  <a:pt x="76199" y="0"/>
                </a:moveTo>
                <a:lnTo>
                  <a:pt x="1685926" y="0"/>
                </a:lnTo>
                <a:cubicBezTo>
                  <a:pt x="1728009" y="0"/>
                  <a:pt x="1762125" y="34116"/>
                  <a:pt x="1762125" y="76199"/>
                </a:cubicBezTo>
                <a:lnTo>
                  <a:pt x="1762125" y="266701"/>
                </a:lnTo>
                <a:cubicBezTo>
                  <a:pt x="1762125" y="308784"/>
                  <a:pt x="1728009" y="342900"/>
                  <a:pt x="16859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30" name="Text 28"/>
          <p:cNvSpPr/>
          <p:nvPr/>
        </p:nvSpPr>
        <p:spPr>
          <a:xfrm>
            <a:off x="2973586" y="4352925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Propuestas automáticas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018633" y="1757363"/>
            <a:ext cx="2152650" cy="3571875"/>
          </a:xfrm>
          <a:custGeom>
            <a:avLst/>
            <a:gdLst/>
            <a:ahLst/>
            <a:cxnLst/>
            <a:rect l="l" t="t" r="r" b="b"/>
            <a:pathLst>
              <a:path w="2152650" h="3571875">
                <a:moveTo>
                  <a:pt x="152408" y="0"/>
                </a:moveTo>
                <a:lnTo>
                  <a:pt x="2000242" y="0"/>
                </a:lnTo>
                <a:cubicBezTo>
                  <a:pt x="2084415" y="0"/>
                  <a:pt x="2152650" y="68235"/>
                  <a:pt x="2152650" y="152408"/>
                </a:cubicBezTo>
                <a:lnTo>
                  <a:pt x="2152650" y="3419467"/>
                </a:lnTo>
                <a:cubicBezTo>
                  <a:pt x="2152650" y="3503640"/>
                  <a:pt x="2084415" y="3571875"/>
                  <a:pt x="2000242" y="3571875"/>
                </a:cubicBezTo>
                <a:lnTo>
                  <a:pt x="152408" y="3571875"/>
                </a:lnTo>
                <a:cubicBezTo>
                  <a:pt x="68235" y="3571875"/>
                  <a:pt x="0" y="3503640"/>
                  <a:pt x="0" y="3419467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829151" y="19526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33" name="Shape 31"/>
          <p:cNvSpPr/>
          <p:nvPr/>
        </p:nvSpPr>
        <p:spPr>
          <a:xfrm>
            <a:off x="5952976" y="210502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166271" y="2638425"/>
            <a:ext cx="1857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RRHH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213896" y="3019425"/>
            <a:ext cx="1762125" cy="342900"/>
          </a:xfrm>
          <a:custGeom>
            <a:avLst/>
            <a:gdLst/>
            <a:ahLst/>
            <a:cxnLst/>
            <a:rect l="l" t="t" r="r" b="b"/>
            <a:pathLst>
              <a:path w="1762125" h="342900">
                <a:moveTo>
                  <a:pt x="76199" y="0"/>
                </a:moveTo>
                <a:lnTo>
                  <a:pt x="1685926" y="0"/>
                </a:lnTo>
                <a:cubicBezTo>
                  <a:pt x="1728009" y="0"/>
                  <a:pt x="1762125" y="34116"/>
                  <a:pt x="1762125" y="76199"/>
                </a:cubicBezTo>
                <a:lnTo>
                  <a:pt x="1762125" y="266701"/>
                </a:lnTo>
                <a:cubicBezTo>
                  <a:pt x="1762125" y="308784"/>
                  <a:pt x="1728009" y="342900"/>
                  <a:pt x="16859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36" name="Text 34"/>
          <p:cNvSpPr/>
          <p:nvPr/>
        </p:nvSpPr>
        <p:spPr>
          <a:xfrm>
            <a:off x="5290096" y="3095625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Reclutamiento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13896" y="3438525"/>
            <a:ext cx="1762125" cy="342900"/>
          </a:xfrm>
          <a:custGeom>
            <a:avLst/>
            <a:gdLst/>
            <a:ahLst/>
            <a:cxnLst/>
            <a:rect l="l" t="t" r="r" b="b"/>
            <a:pathLst>
              <a:path w="1762125" h="342900">
                <a:moveTo>
                  <a:pt x="76199" y="0"/>
                </a:moveTo>
                <a:lnTo>
                  <a:pt x="1685926" y="0"/>
                </a:lnTo>
                <a:cubicBezTo>
                  <a:pt x="1728009" y="0"/>
                  <a:pt x="1762125" y="34116"/>
                  <a:pt x="1762125" y="76199"/>
                </a:cubicBezTo>
                <a:lnTo>
                  <a:pt x="1762125" y="266701"/>
                </a:lnTo>
                <a:cubicBezTo>
                  <a:pt x="1762125" y="308784"/>
                  <a:pt x="1728009" y="342900"/>
                  <a:pt x="16859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38" name="Text 36"/>
          <p:cNvSpPr/>
          <p:nvPr/>
        </p:nvSpPr>
        <p:spPr>
          <a:xfrm>
            <a:off x="5290096" y="3514725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Onboarding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213896" y="3857625"/>
            <a:ext cx="1762125" cy="342900"/>
          </a:xfrm>
          <a:custGeom>
            <a:avLst/>
            <a:gdLst/>
            <a:ahLst/>
            <a:cxnLst/>
            <a:rect l="l" t="t" r="r" b="b"/>
            <a:pathLst>
              <a:path w="1762125" h="342900">
                <a:moveTo>
                  <a:pt x="76199" y="0"/>
                </a:moveTo>
                <a:lnTo>
                  <a:pt x="1685926" y="0"/>
                </a:lnTo>
                <a:cubicBezTo>
                  <a:pt x="1728009" y="0"/>
                  <a:pt x="1762125" y="34116"/>
                  <a:pt x="1762125" y="76199"/>
                </a:cubicBezTo>
                <a:lnTo>
                  <a:pt x="1762125" y="266701"/>
                </a:lnTo>
                <a:cubicBezTo>
                  <a:pt x="1762125" y="308784"/>
                  <a:pt x="1728009" y="342900"/>
                  <a:pt x="16859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40" name="Text 38"/>
          <p:cNvSpPr/>
          <p:nvPr/>
        </p:nvSpPr>
        <p:spPr>
          <a:xfrm>
            <a:off x="5290096" y="3933825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Evaluación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213896" y="4276725"/>
            <a:ext cx="1762125" cy="342900"/>
          </a:xfrm>
          <a:custGeom>
            <a:avLst/>
            <a:gdLst/>
            <a:ahLst/>
            <a:cxnLst/>
            <a:rect l="l" t="t" r="r" b="b"/>
            <a:pathLst>
              <a:path w="1762125" h="342900">
                <a:moveTo>
                  <a:pt x="76199" y="0"/>
                </a:moveTo>
                <a:lnTo>
                  <a:pt x="1685926" y="0"/>
                </a:lnTo>
                <a:cubicBezTo>
                  <a:pt x="1728009" y="0"/>
                  <a:pt x="1762125" y="34116"/>
                  <a:pt x="1762125" y="76199"/>
                </a:cubicBezTo>
                <a:lnTo>
                  <a:pt x="1762125" y="266701"/>
                </a:lnTo>
                <a:cubicBezTo>
                  <a:pt x="1762125" y="308784"/>
                  <a:pt x="1728009" y="342900"/>
                  <a:pt x="16859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42" name="Text 40"/>
          <p:cNvSpPr/>
          <p:nvPr/>
        </p:nvSpPr>
        <p:spPr>
          <a:xfrm>
            <a:off x="5290096" y="4352925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Desarrollo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335143" y="1757363"/>
            <a:ext cx="2152650" cy="3571875"/>
          </a:xfrm>
          <a:custGeom>
            <a:avLst/>
            <a:gdLst/>
            <a:ahLst/>
            <a:cxnLst/>
            <a:rect l="l" t="t" r="r" b="b"/>
            <a:pathLst>
              <a:path w="2152650" h="3571875">
                <a:moveTo>
                  <a:pt x="152408" y="0"/>
                </a:moveTo>
                <a:lnTo>
                  <a:pt x="2000242" y="0"/>
                </a:lnTo>
                <a:cubicBezTo>
                  <a:pt x="2084415" y="0"/>
                  <a:pt x="2152650" y="68235"/>
                  <a:pt x="2152650" y="152408"/>
                </a:cubicBezTo>
                <a:lnTo>
                  <a:pt x="2152650" y="3419467"/>
                </a:lnTo>
                <a:cubicBezTo>
                  <a:pt x="2152650" y="3503640"/>
                  <a:pt x="2084415" y="3571875"/>
                  <a:pt x="2000242" y="3571875"/>
                </a:cubicBezTo>
                <a:lnTo>
                  <a:pt x="152408" y="3571875"/>
                </a:lnTo>
                <a:cubicBezTo>
                  <a:pt x="68235" y="3571875"/>
                  <a:pt x="0" y="3503640"/>
                  <a:pt x="0" y="3419467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145661" y="19526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5" name="Shape 43"/>
          <p:cNvSpPr/>
          <p:nvPr/>
        </p:nvSpPr>
        <p:spPr>
          <a:xfrm>
            <a:off x="8283773" y="210502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28779" y="107156"/>
                </a:moveTo>
                <a:lnTo>
                  <a:pt x="150197" y="107156"/>
                </a:lnTo>
                <a:cubicBezTo>
                  <a:pt x="142295" y="107156"/>
                  <a:pt x="135910" y="100772"/>
                  <a:pt x="135910" y="92869"/>
                </a:cubicBezTo>
                <a:lnTo>
                  <a:pt x="135910" y="14288"/>
                </a:lnTo>
                <a:cubicBezTo>
                  <a:pt x="135910" y="6385"/>
                  <a:pt x="142339" y="-89"/>
                  <a:pt x="150153" y="938"/>
                </a:cubicBezTo>
                <a:cubicBezTo>
                  <a:pt x="197927" y="7278"/>
                  <a:pt x="235788" y="45140"/>
                  <a:pt x="242128" y="92913"/>
                </a:cubicBezTo>
                <a:cubicBezTo>
                  <a:pt x="243155" y="100727"/>
                  <a:pt x="236681" y="107156"/>
                  <a:pt x="228779" y="107156"/>
                </a:cubicBezTo>
                <a:close/>
                <a:moveTo>
                  <a:pt x="99387" y="16609"/>
                </a:moveTo>
                <a:cubicBezTo>
                  <a:pt x="107469" y="14913"/>
                  <a:pt x="114479" y="21521"/>
                  <a:pt x="114479" y="29781"/>
                </a:cubicBezTo>
                <a:lnTo>
                  <a:pt x="114479" y="117872"/>
                </a:lnTo>
                <a:cubicBezTo>
                  <a:pt x="114479" y="120372"/>
                  <a:pt x="115372" y="122783"/>
                  <a:pt x="116934" y="124703"/>
                </a:cubicBezTo>
                <a:lnTo>
                  <a:pt x="175915" y="195873"/>
                </a:lnTo>
                <a:cubicBezTo>
                  <a:pt x="181139" y="202168"/>
                  <a:pt x="180023" y="211678"/>
                  <a:pt x="172834" y="215563"/>
                </a:cubicBezTo>
                <a:cubicBezTo>
                  <a:pt x="157609" y="223867"/>
                  <a:pt x="140151" y="228600"/>
                  <a:pt x="121622" y="228600"/>
                </a:cubicBezTo>
                <a:cubicBezTo>
                  <a:pt x="62463" y="228600"/>
                  <a:pt x="14466" y="180603"/>
                  <a:pt x="14466" y="121444"/>
                </a:cubicBezTo>
                <a:cubicBezTo>
                  <a:pt x="14466" y="69875"/>
                  <a:pt x="50855" y="26834"/>
                  <a:pt x="99387" y="16609"/>
                </a:cubicBezTo>
                <a:close/>
                <a:moveTo>
                  <a:pt x="213330" y="128588"/>
                </a:moveTo>
                <a:lnTo>
                  <a:pt x="241905" y="128588"/>
                </a:lnTo>
                <a:cubicBezTo>
                  <a:pt x="250165" y="128588"/>
                  <a:pt x="256773" y="135597"/>
                  <a:pt x="255077" y="143679"/>
                </a:cubicBezTo>
                <a:cubicBezTo>
                  <a:pt x="250522" y="165289"/>
                  <a:pt x="239450" y="184487"/>
                  <a:pt x="224001" y="199132"/>
                </a:cubicBezTo>
                <a:cubicBezTo>
                  <a:pt x="218509" y="204356"/>
                  <a:pt x="209892" y="203240"/>
                  <a:pt x="205070" y="197391"/>
                </a:cubicBezTo>
                <a:lnTo>
                  <a:pt x="167387" y="151983"/>
                </a:lnTo>
                <a:cubicBezTo>
                  <a:pt x="159663" y="142652"/>
                  <a:pt x="166315" y="128588"/>
                  <a:pt x="178371" y="128588"/>
                </a:cubicBezTo>
                <a:lnTo>
                  <a:pt x="213286" y="12858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7482780" y="2638425"/>
            <a:ext cx="1857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Finanzas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530405" y="3019425"/>
            <a:ext cx="1762125" cy="342900"/>
          </a:xfrm>
          <a:custGeom>
            <a:avLst/>
            <a:gdLst/>
            <a:ahLst/>
            <a:cxnLst/>
            <a:rect l="l" t="t" r="r" b="b"/>
            <a:pathLst>
              <a:path w="1762125" h="342900">
                <a:moveTo>
                  <a:pt x="76199" y="0"/>
                </a:moveTo>
                <a:lnTo>
                  <a:pt x="1685926" y="0"/>
                </a:lnTo>
                <a:cubicBezTo>
                  <a:pt x="1728009" y="0"/>
                  <a:pt x="1762125" y="34116"/>
                  <a:pt x="1762125" y="76199"/>
                </a:cubicBezTo>
                <a:lnTo>
                  <a:pt x="1762125" y="266701"/>
                </a:lnTo>
                <a:cubicBezTo>
                  <a:pt x="1762125" y="308784"/>
                  <a:pt x="1728009" y="342900"/>
                  <a:pt x="16859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48" name="Text 46"/>
          <p:cNvSpPr/>
          <p:nvPr/>
        </p:nvSpPr>
        <p:spPr>
          <a:xfrm>
            <a:off x="7606605" y="3095625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Análisis financiero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530405" y="3438525"/>
            <a:ext cx="1762125" cy="342900"/>
          </a:xfrm>
          <a:custGeom>
            <a:avLst/>
            <a:gdLst/>
            <a:ahLst/>
            <a:cxnLst/>
            <a:rect l="l" t="t" r="r" b="b"/>
            <a:pathLst>
              <a:path w="1762125" h="342900">
                <a:moveTo>
                  <a:pt x="76199" y="0"/>
                </a:moveTo>
                <a:lnTo>
                  <a:pt x="1685926" y="0"/>
                </a:lnTo>
                <a:cubicBezTo>
                  <a:pt x="1728009" y="0"/>
                  <a:pt x="1762125" y="34116"/>
                  <a:pt x="1762125" y="76199"/>
                </a:cubicBezTo>
                <a:lnTo>
                  <a:pt x="1762125" y="266701"/>
                </a:lnTo>
                <a:cubicBezTo>
                  <a:pt x="1762125" y="308784"/>
                  <a:pt x="1728009" y="342900"/>
                  <a:pt x="16859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50" name="Text 48"/>
          <p:cNvSpPr/>
          <p:nvPr/>
        </p:nvSpPr>
        <p:spPr>
          <a:xfrm>
            <a:off x="7606605" y="3514725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Reportes automáticos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530405" y="3857625"/>
            <a:ext cx="1762125" cy="342900"/>
          </a:xfrm>
          <a:custGeom>
            <a:avLst/>
            <a:gdLst/>
            <a:ahLst/>
            <a:cxnLst/>
            <a:rect l="l" t="t" r="r" b="b"/>
            <a:pathLst>
              <a:path w="1762125" h="342900">
                <a:moveTo>
                  <a:pt x="76199" y="0"/>
                </a:moveTo>
                <a:lnTo>
                  <a:pt x="1685926" y="0"/>
                </a:lnTo>
                <a:cubicBezTo>
                  <a:pt x="1728009" y="0"/>
                  <a:pt x="1762125" y="34116"/>
                  <a:pt x="1762125" y="76199"/>
                </a:cubicBezTo>
                <a:lnTo>
                  <a:pt x="1762125" y="266701"/>
                </a:lnTo>
                <a:cubicBezTo>
                  <a:pt x="1762125" y="308784"/>
                  <a:pt x="1728009" y="342900"/>
                  <a:pt x="16859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52" name="Text 50"/>
          <p:cNvSpPr/>
          <p:nvPr/>
        </p:nvSpPr>
        <p:spPr>
          <a:xfrm>
            <a:off x="7606605" y="3933825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Predicción de riesgos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530405" y="4276725"/>
            <a:ext cx="1762125" cy="342900"/>
          </a:xfrm>
          <a:custGeom>
            <a:avLst/>
            <a:gdLst/>
            <a:ahLst/>
            <a:cxnLst/>
            <a:rect l="l" t="t" r="r" b="b"/>
            <a:pathLst>
              <a:path w="1762125" h="342900">
                <a:moveTo>
                  <a:pt x="76199" y="0"/>
                </a:moveTo>
                <a:lnTo>
                  <a:pt x="1685926" y="0"/>
                </a:lnTo>
                <a:cubicBezTo>
                  <a:pt x="1728009" y="0"/>
                  <a:pt x="1762125" y="34116"/>
                  <a:pt x="1762125" y="76199"/>
                </a:cubicBezTo>
                <a:lnTo>
                  <a:pt x="1762125" y="266701"/>
                </a:lnTo>
                <a:cubicBezTo>
                  <a:pt x="1762125" y="308784"/>
                  <a:pt x="1728009" y="342900"/>
                  <a:pt x="16859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54" name="Text 52"/>
          <p:cNvSpPr/>
          <p:nvPr/>
        </p:nvSpPr>
        <p:spPr>
          <a:xfrm>
            <a:off x="7606605" y="4352925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Detección de fraude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9651653" y="1757363"/>
            <a:ext cx="2152650" cy="3571875"/>
          </a:xfrm>
          <a:custGeom>
            <a:avLst/>
            <a:gdLst/>
            <a:ahLst/>
            <a:cxnLst/>
            <a:rect l="l" t="t" r="r" b="b"/>
            <a:pathLst>
              <a:path w="2152650" h="3571875">
                <a:moveTo>
                  <a:pt x="152408" y="0"/>
                </a:moveTo>
                <a:lnTo>
                  <a:pt x="2000242" y="0"/>
                </a:lnTo>
                <a:cubicBezTo>
                  <a:pt x="2084415" y="0"/>
                  <a:pt x="2152650" y="68235"/>
                  <a:pt x="2152650" y="152408"/>
                </a:cubicBezTo>
                <a:lnTo>
                  <a:pt x="2152650" y="3419467"/>
                </a:lnTo>
                <a:cubicBezTo>
                  <a:pt x="2152650" y="3503640"/>
                  <a:pt x="2084415" y="3571875"/>
                  <a:pt x="2000242" y="3571875"/>
                </a:cubicBezTo>
                <a:lnTo>
                  <a:pt x="152408" y="3571875"/>
                </a:lnTo>
                <a:cubicBezTo>
                  <a:pt x="68235" y="3571875"/>
                  <a:pt x="0" y="3503640"/>
                  <a:pt x="0" y="3419467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10462171" y="19526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57" name="Shape 55"/>
          <p:cNvSpPr/>
          <p:nvPr/>
        </p:nvSpPr>
        <p:spPr>
          <a:xfrm>
            <a:off x="10585996" y="210502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9799290" y="2638425"/>
            <a:ext cx="1857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Operaciones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9846915" y="3019425"/>
            <a:ext cx="1762125" cy="342900"/>
          </a:xfrm>
          <a:custGeom>
            <a:avLst/>
            <a:gdLst/>
            <a:ahLst/>
            <a:cxnLst/>
            <a:rect l="l" t="t" r="r" b="b"/>
            <a:pathLst>
              <a:path w="1762125" h="342900">
                <a:moveTo>
                  <a:pt x="76199" y="0"/>
                </a:moveTo>
                <a:lnTo>
                  <a:pt x="1685926" y="0"/>
                </a:lnTo>
                <a:cubicBezTo>
                  <a:pt x="1728009" y="0"/>
                  <a:pt x="1762125" y="34116"/>
                  <a:pt x="1762125" y="76199"/>
                </a:cubicBezTo>
                <a:lnTo>
                  <a:pt x="1762125" y="266701"/>
                </a:lnTo>
                <a:cubicBezTo>
                  <a:pt x="1762125" y="308784"/>
                  <a:pt x="1728009" y="342900"/>
                  <a:pt x="16859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60" name="Text 58"/>
          <p:cNvSpPr/>
          <p:nvPr/>
        </p:nvSpPr>
        <p:spPr>
          <a:xfrm>
            <a:off x="9923115" y="3095625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Optimización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9846915" y="3438525"/>
            <a:ext cx="1762125" cy="342900"/>
          </a:xfrm>
          <a:custGeom>
            <a:avLst/>
            <a:gdLst/>
            <a:ahLst/>
            <a:cxnLst/>
            <a:rect l="l" t="t" r="r" b="b"/>
            <a:pathLst>
              <a:path w="1762125" h="342900">
                <a:moveTo>
                  <a:pt x="76199" y="0"/>
                </a:moveTo>
                <a:lnTo>
                  <a:pt x="1685926" y="0"/>
                </a:lnTo>
                <a:cubicBezTo>
                  <a:pt x="1728009" y="0"/>
                  <a:pt x="1762125" y="34116"/>
                  <a:pt x="1762125" y="76199"/>
                </a:cubicBezTo>
                <a:lnTo>
                  <a:pt x="1762125" y="266701"/>
                </a:lnTo>
                <a:cubicBezTo>
                  <a:pt x="1762125" y="308784"/>
                  <a:pt x="1728009" y="342900"/>
                  <a:pt x="16859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62" name="Text 60"/>
          <p:cNvSpPr/>
          <p:nvPr/>
        </p:nvSpPr>
        <p:spPr>
          <a:xfrm>
            <a:off x="9923115" y="3514725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Supply chain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9846915" y="3857625"/>
            <a:ext cx="1762125" cy="342900"/>
          </a:xfrm>
          <a:custGeom>
            <a:avLst/>
            <a:gdLst/>
            <a:ahLst/>
            <a:cxnLst/>
            <a:rect l="l" t="t" r="r" b="b"/>
            <a:pathLst>
              <a:path w="1762125" h="342900">
                <a:moveTo>
                  <a:pt x="76199" y="0"/>
                </a:moveTo>
                <a:lnTo>
                  <a:pt x="1685926" y="0"/>
                </a:lnTo>
                <a:cubicBezTo>
                  <a:pt x="1728009" y="0"/>
                  <a:pt x="1762125" y="34116"/>
                  <a:pt x="1762125" y="76199"/>
                </a:cubicBezTo>
                <a:lnTo>
                  <a:pt x="1762125" y="266701"/>
                </a:lnTo>
                <a:cubicBezTo>
                  <a:pt x="1762125" y="308784"/>
                  <a:pt x="1728009" y="342900"/>
                  <a:pt x="16859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64" name="Text 62"/>
          <p:cNvSpPr/>
          <p:nvPr/>
        </p:nvSpPr>
        <p:spPr>
          <a:xfrm>
            <a:off x="9923115" y="3933825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 de calidad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9846915" y="4276725"/>
            <a:ext cx="1762125" cy="342900"/>
          </a:xfrm>
          <a:custGeom>
            <a:avLst/>
            <a:gdLst/>
            <a:ahLst/>
            <a:cxnLst/>
            <a:rect l="l" t="t" r="r" b="b"/>
            <a:pathLst>
              <a:path w="1762125" h="342900">
                <a:moveTo>
                  <a:pt x="76199" y="0"/>
                </a:moveTo>
                <a:lnTo>
                  <a:pt x="1685926" y="0"/>
                </a:lnTo>
                <a:cubicBezTo>
                  <a:pt x="1728009" y="0"/>
                  <a:pt x="1762125" y="34116"/>
                  <a:pt x="1762125" y="76199"/>
                </a:cubicBezTo>
                <a:lnTo>
                  <a:pt x="1762125" y="266701"/>
                </a:lnTo>
                <a:cubicBezTo>
                  <a:pt x="1762125" y="308784"/>
                  <a:pt x="1728009" y="342900"/>
                  <a:pt x="16859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66" name="Text 64"/>
          <p:cNvSpPr/>
          <p:nvPr/>
        </p:nvSpPr>
        <p:spPr>
          <a:xfrm>
            <a:off x="9923115" y="4352925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Mantenimiento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381000" y="5562600"/>
            <a:ext cx="11430000" cy="914400"/>
          </a:xfrm>
          <a:custGeom>
            <a:avLst/>
            <a:gdLst/>
            <a:ahLst/>
            <a:cxnLst/>
            <a:rect l="l" t="t" r="r" b="b"/>
            <a:pathLst>
              <a:path w="11430000" h="914400">
                <a:moveTo>
                  <a:pt x="152403" y="0"/>
                </a:moveTo>
                <a:lnTo>
                  <a:pt x="11277597" y="0"/>
                </a:lnTo>
                <a:cubicBezTo>
                  <a:pt x="11361767" y="0"/>
                  <a:pt x="11430000" y="68233"/>
                  <a:pt x="11430000" y="152403"/>
                </a:cubicBezTo>
                <a:lnTo>
                  <a:pt x="11430000" y="761997"/>
                </a:lnTo>
                <a:cubicBezTo>
                  <a:pt x="11430000" y="846167"/>
                  <a:pt x="11361767" y="914400"/>
                  <a:pt x="11277597" y="914400"/>
                </a:cubicBezTo>
                <a:lnTo>
                  <a:pt x="152403" y="914400"/>
                </a:lnTo>
                <a:cubicBezTo>
                  <a:pt x="68290" y="914400"/>
                  <a:pt x="0" y="846110"/>
                  <a:pt x="0" y="7619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>
                  <a:alpha val="10000"/>
                </a:srgbClr>
              </a:gs>
              <a:gs pos="50000">
                <a:srgbClr val="34C759">
                  <a:alpha val="10000"/>
                </a:srgbClr>
              </a:gs>
              <a:gs pos="100000">
                <a:srgbClr val="86868B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68" name="Shape 66"/>
          <p:cNvSpPr/>
          <p:nvPr/>
        </p:nvSpPr>
        <p:spPr>
          <a:xfrm>
            <a:off x="645319" y="587692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35719" y="0"/>
                </a:moveTo>
                <a:cubicBezTo>
                  <a:pt x="16018" y="0"/>
                  <a:pt x="0" y="16018"/>
                  <a:pt x="0" y="35719"/>
                </a:cubicBezTo>
                <a:lnTo>
                  <a:pt x="0" y="250031"/>
                </a:lnTo>
                <a:cubicBezTo>
                  <a:pt x="0" y="269732"/>
                  <a:pt x="16018" y="285750"/>
                  <a:pt x="35719" y="285750"/>
                </a:cubicBezTo>
                <a:lnTo>
                  <a:pt x="178594" y="285750"/>
                </a:lnTo>
                <a:cubicBezTo>
                  <a:pt x="198295" y="285750"/>
                  <a:pt x="214313" y="269732"/>
                  <a:pt x="214313" y="250031"/>
                </a:cubicBezTo>
                <a:lnTo>
                  <a:pt x="214313" y="35719"/>
                </a:lnTo>
                <a:cubicBezTo>
                  <a:pt x="214313" y="16018"/>
                  <a:pt x="198295" y="0"/>
                  <a:pt x="178594" y="0"/>
                </a:cubicBezTo>
                <a:lnTo>
                  <a:pt x="35719" y="0"/>
                </a:lnTo>
                <a:close/>
                <a:moveTo>
                  <a:pt x="98227" y="196453"/>
                </a:moveTo>
                <a:lnTo>
                  <a:pt x="116086" y="196453"/>
                </a:lnTo>
                <a:cubicBezTo>
                  <a:pt x="125964" y="196453"/>
                  <a:pt x="133945" y="204434"/>
                  <a:pt x="133945" y="214313"/>
                </a:cubicBezTo>
                <a:lnTo>
                  <a:pt x="133945" y="258961"/>
                </a:lnTo>
                <a:lnTo>
                  <a:pt x="80367" y="258961"/>
                </a:lnTo>
                <a:lnTo>
                  <a:pt x="80367" y="214313"/>
                </a:lnTo>
                <a:cubicBezTo>
                  <a:pt x="80367" y="204434"/>
                  <a:pt x="88348" y="196453"/>
                  <a:pt x="98227" y="196453"/>
                </a:cubicBezTo>
                <a:close/>
                <a:moveTo>
                  <a:pt x="53578" y="62508"/>
                </a:moveTo>
                <a:cubicBezTo>
                  <a:pt x="53578" y="57596"/>
                  <a:pt x="57596" y="53578"/>
                  <a:pt x="62508" y="53578"/>
                </a:cubicBezTo>
                <a:lnTo>
                  <a:pt x="80367" y="53578"/>
                </a:lnTo>
                <a:cubicBezTo>
                  <a:pt x="85279" y="53578"/>
                  <a:pt x="89297" y="57596"/>
                  <a:pt x="89297" y="62508"/>
                </a:cubicBezTo>
                <a:lnTo>
                  <a:pt x="89297" y="80367"/>
                </a:lnTo>
                <a:cubicBezTo>
                  <a:pt x="89297" y="85279"/>
                  <a:pt x="85279" y="89297"/>
                  <a:pt x="80367" y="89297"/>
                </a:cubicBezTo>
                <a:lnTo>
                  <a:pt x="62508" y="89297"/>
                </a:lnTo>
                <a:cubicBezTo>
                  <a:pt x="57596" y="89297"/>
                  <a:pt x="53578" y="85279"/>
                  <a:pt x="53578" y="80367"/>
                </a:cubicBezTo>
                <a:lnTo>
                  <a:pt x="53578" y="62508"/>
                </a:lnTo>
                <a:close/>
                <a:moveTo>
                  <a:pt x="133945" y="53578"/>
                </a:moveTo>
                <a:lnTo>
                  <a:pt x="151805" y="53578"/>
                </a:lnTo>
                <a:cubicBezTo>
                  <a:pt x="156716" y="53578"/>
                  <a:pt x="160734" y="57596"/>
                  <a:pt x="160734" y="62508"/>
                </a:cubicBezTo>
                <a:lnTo>
                  <a:pt x="160734" y="80367"/>
                </a:lnTo>
                <a:cubicBezTo>
                  <a:pt x="160734" y="85279"/>
                  <a:pt x="156716" y="89297"/>
                  <a:pt x="151805" y="89297"/>
                </a:cubicBezTo>
                <a:lnTo>
                  <a:pt x="133945" y="89297"/>
                </a:lnTo>
                <a:cubicBezTo>
                  <a:pt x="129034" y="89297"/>
                  <a:pt x="125016" y="85279"/>
                  <a:pt x="125016" y="80367"/>
                </a:cubicBezTo>
                <a:lnTo>
                  <a:pt x="125016" y="62508"/>
                </a:lnTo>
                <a:cubicBezTo>
                  <a:pt x="125016" y="57596"/>
                  <a:pt x="129034" y="53578"/>
                  <a:pt x="133945" y="53578"/>
                </a:cubicBezTo>
                <a:close/>
                <a:moveTo>
                  <a:pt x="53578" y="133945"/>
                </a:moveTo>
                <a:cubicBezTo>
                  <a:pt x="53578" y="129034"/>
                  <a:pt x="57596" y="125016"/>
                  <a:pt x="62508" y="125016"/>
                </a:cubicBezTo>
                <a:lnTo>
                  <a:pt x="80367" y="125016"/>
                </a:lnTo>
                <a:cubicBezTo>
                  <a:pt x="85279" y="125016"/>
                  <a:pt x="89297" y="129034"/>
                  <a:pt x="89297" y="133945"/>
                </a:cubicBezTo>
                <a:lnTo>
                  <a:pt x="89297" y="151805"/>
                </a:lnTo>
                <a:cubicBezTo>
                  <a:pt x="89297" y="156716"/>
                  <a:pt x="85279" y="160734"/>
                  <a:pt x="80367" y="160734"/>
                </a:cubicBezTo>
                <a:lnTo>
                  <a:pt x="62508" y="160734"/>
                </a:lnTo>
                <a:cubicBezTo>
                  <a:pt x="57596" y="160734"/>
                  <a:pt x="53578" y="156716"/>
                  <a:pt x="53578" y="151805"/>
                </a:cubicBezTo>
                <a:lnTo>
                  <a:pt x="53578" y="133945"/>
                </a:lnTo>
                <a:close/>
                <a:moveTo>
                  <a:pt x="133945" y="125016"/>
                </a:moveTo>
                <a:lnTo>
                  <a:pt x="151805" y="125016"/>
                </a:lnTo>
                <a:cubicBezTo>
                  <a:pt x="156716" y="125016"/>
                  <a:pt x="160734" y="129034"/>
                  <a:pt x="160734" y="133945"/>
                </a:cubicBezTo>
                <a:lnTo>
                  <a:pt x="160734" y="151805"/>
                </a:lnTo>
                <a:cubicBezTo>
                  <a:pt x="160734" y="156716"/>
                  <a:pt x="156716" y="160734"/>
                  <a:pt x="151805" y="160734"/>
                </a:cubicBezTo>
                <a:lnTo>
                  <a:pt x="133945" y="160734"/>
                </a:lnTo>
                <a:cubicBezTo>
                  <a:pt x="129034" y="160734"/>
                  <a:pt x="125016" y="156716"/>
                  <a:pt x="125016" y="151805"/>
                </a:cubicBezTo>
                <a:lnTo>
                  <a:pt x="125016" y="133945"/>
                </a:lnTo>
                <a:cubicBezTo>
                  <a:pt x="125016" y="129034"/>
                  <a:pt x="129034" y="125016"/>
                  <a:pt x="133945" y="125016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9" name="Text 67"/>
          <p:cNvSpPr/>
          <p:nvPr/>
        </p:nvSpPr>
        <p:spPr>
          <a:xfrm>
            <a:off x="1081088" y="5791200"/>
            <a:ext cx="521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Enfoque Transversal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081088" y="5981700"/>
            <a:ext cx="523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Integración de IA en todos los departamentos para máxima eficiencia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10563076" y="5753100"/>
            <a:ext cx="1057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10639276" y="6096000"/>
            <a:ext cx="98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Áreas cubiertas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746125" cy="190500"/>
          </a:xfrm>
          <a:custGeom>
            <a:avLst/>
            <a:gdLst/>
            <a:ahLst/>
            <a:cxnLst/>
            <a:rect l="l" t="t" r="r" b="b"/>
            <a:pathLst>
              <a:path w="746125" h="190500">
                <a:moveTo>
                  <a:pt x="95250" y="0"/>
                </a:moveTo>
                <a:lnTo>
                  <a:pt x="650875" y="0"/>
                </a:lnTo>
                <a:cubicBezTo>
                  <a:pt x="703445" y="0"/>
                  <a:pt x="746125" y="42680"/>
                  <a:pt x="746125" y="95250"/>
                </a:cubicBezTo>
                <a:lnTo>
                  <a:pt x="746125" y="95250"/>
                </a:lnTo>
                <a:cubicBezTo>
                  <a:pt x="746125" y="147820"/>
                  <a:pt x="703445" y="190500"/>
                  <a:pt x="650875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3" name="Text 1"/>
          <p:cNvSpPr/>
          <p:nvPr/>
        </p:nvSpPr>
        <p:spPr>
          <a:xfrm>
            <a:off x="317500" y="317500"/>
            <a:ext cx="793750" cy="19050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spc="38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SEMANA 14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56146" y="333375"/>
            <a:ext cx="682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18 - 22 mayo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500" y="60325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Ética y Proyecto Final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17500" y="1047750"/>
            <a:ext cx="1163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Responsabilidad, regulación y aplicación integral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17500" y="1460500"/>
            <a:ext cx="3659187" cy="3302000"/>
          </a:xfrm>
          <a:custGeom>
            <a:avLst/>
            <a:gdLst/>
            <a:ahLst/>
            <a:cxnLst/>
            <a:rect l="l" t="t" r="r" b="b"/>
            <a:pathLst>
              <a:path w="3659187" h="3302000">
                <a:moveTo>
                  <a:pt x="126995" y="0"/>
                </a:moveTo>
                <a:lnTo>
                  <a:pt x="3532193" y="0"/>
                </a:lnTo>
                <a:cubicBezTo>
                  <a:pt x="3602330" y="0"/>
                  <a:pt x="3659187" y="56858"/>
                  <a:pt x="3659187" y="126995"/>
                </a:cubicBezTo>
                <a:lnTo>
                  <a:pt x="3659187" y="3175005"/>
                </a:lnTo>
                <a:cubicBezTo>
                  <a:pt x="3659187" y="3245142"/>
                  <a:pt x="3602330" y="3302000"/>
                  <a:pt x="3532193" y="3302000"/>
                </a:cubicBezTo>
                <a:lnTo>
                  <a:pt x="126995" y="3302000"/>
                </a:lnTo>
                <a:cubicBezTo>
                  <a:pt x="56858" y="3302000"/>
                  <a:pt x="0" y="3245142"/>
                  <a:pt x="0" y="3175005"/>
                </a:cubicBezTo>
                <a:lnTo>
                  <a:pt x="0" y="126995"/>
                </a:lnTo>
                <a:cubicBezTo>
                  <a:pt x="0" y="56905"/>
                  <a:pt x="56905" y="0"/>
                  <a:pt x="126995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/>
              </a:gs>
              <a:gs pos="100000">
                <a:srgbClr val="0071E3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508000" y="16668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41375" y="1651000"/>
            <a:ext cx="992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Ética de la IA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8000" y="2000250"/>
            <a:ext cx="3278188" cy="571500"/>
          </a:xfrm>
          <a:custGeom>
            <a:avLst/>
            <a:gdLst/>
            <a:ahLst/>
            <a:cxnLst/>
            <a:rect l="l" t="t" r="r" b="b"/>
            <a:pathLst>
              <a:path w="3278188" h="571500">
                <a:moveTo>
                  <a:pt x="95252" y="0"/>
                </a:moveTo>
                <a:lnTo>
                  <a:pt x="3182936" y="0"/>
                </a:lnTo>
                <a:cubicBezTo>
                  <a:pt x="3235542" y="0"/>
                  <a:pt x="3278188" y="42646"/>
                  <a:pt x="3278188" y="95252"/>
                </a:cubicBezTo>
                <a:lnTo>
                  <a:pt x="3278188" y="476248"/>
                </a:lnTo>
                <a:cubicBezTo>
                  <a:pt x="3278188" y="528854"/>
                  <a:pt x="3235542" y="571500"/>
                  <a:pt x="3182936" y="571500"/>
                </a:cubicBezTo>
                <a:lnTo>
                  <a:pt x="95252" y="571500"/>
                </a:lnTo>
                <a:cubicBezTo>
                  <a:pt x="42681" y="571500"/>
                  <a:pt x="0" y="528819"/>
                  <a:pt x="0" y="476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03250" y="2095500"/>
            <a:ext cx="315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Sesgos Algorítmicos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250" y="2317750"/>
            <a:ext cx="3143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Detección y mitigación de discriminación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8000" y="2667000"/>
            <a:ext cx="3278188" cy="571500"/>
          </a:xfrm>
          <a:custGeom>
            <a:avLst/>
            <a:gdLst/>
            <a:ahLst/>
            <a:cxnLst/>
            <a:rect l="l" t="t" r="r" b="b"/>
            <a:pathLst>
              <a:path w="3278188" h="571500">
                <a:moveTo>
                  <a:pt x="95252" y="0"/>
                </a:moveTo>
                <a:lnTo>
                  <a:pt x="3182936" y="0"/>
                </a:lnTo>
                <a:cubicBezTo>
                  <a:pt x="3235542" y="0"/>
                  <a:pt x="3278188" y="42646"/>
                  <a:pt x="3278188" y="95252"/>
                </a:cubicBezTo>
                <a:lnTo>
                  <a:pt x="3278188" y="476248"/>
                </a:lnTo>
                <a:cubicBezTo>
                  <a:pt x="3278188" y="528854"/>
                  <a:pt x="3235542" y="571500"/>
                  <a:pt x="3182936" y="571500"/>
                </a:cubicBezTo>
                <a:lnTo>
                  <a:pt x="95252" y="571500"/>
                </a:lnTo>
                <a:cubicBezTo>
                  <a:pt x="42681" y="571500"/>
                  <a:pt x="0" y="528819"/>
                  <a:pt x="0" y="476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03250" y="2762250"/>
            <a:ext cx="315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Transparencia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3250" y="2984500"/>
            <a:ext cx="3143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Explicabilidad de decisiones automatizadas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8000" y="3333750"/>
            <a:ext cx="3278188" cy="571500"/>
          </a:xfrm>
          <a:custGeom>
            <a:avLst/>
            <a:gdLst/>
            <a:ahLst/>
            <a:cxnLst/>
            <a:rect l="l" t="t" r="r" b="b"/>
            <a:pathLst>
              <a:path w="3278188" h="571500">
                <a:moveTo>
                  <a:pt x="95252" y="0"/>
                </a:moveTo>
                <a:lnTo>
                  <a:pt x="3182936" y="0"/>
                </a:lnTo>
                <a:cubicBezTo>
                  <a:pt x="3235542" y="0"/>
                  <a:pt x="3278188" y="42646"/>
                  <a:pt x="3278188" y="95252"/>
                </a:cubicBezTo>
                <a:lnTo>
                  <a:pt x="3278188" y="476248"/>
                </a:lnTo>
                <a:cubicBezTo>
                  <a:pt x="3278188" y="528854"/>
                  <a:pt x="3235542" y="571500"/>
                  <a:pt x="3182936" y="571500"/>
                </a:cubicBezTo>
                <a:lnTo>
                  <a:pt x="95252" y="571500"/>
                </a:lnTo>
                <a:cubicBezTo>
                  <a:pt x="42681" y="571500"/>
                  <a:pt x="0" y="528819"/>
                  <a:pt x="0" y="476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03250" y="3429000"/>
            <a:ext cx="315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Privacidad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3250" y="3651250"/>
            <a:ext cx="3143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Protección de datos personales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8000" y="4000500"/>
            <a:ext cx="3278188" cy="571500"/>
          </a:xfrm>
          <a:custGeom>
            <a:avLst/>
            <a:gdLst/>
            <a:ahLst/>
            <a:cxnLst/>
            <a:rect l="l" t="t" r="r" b="b"/>
            <a:pathLst>
              <a:path w="3278188" h="571500">
                <a:moveTo>
                  <a:pt x="95252" y="0"/>
                </a:moveTo>
                <a:lnTo>
                  <a:pt x="3182936" y="0"/>
                </a:lnTo>
                <a:cubicBezTo>
                  <a:pt x="3235542" y="0"/>
                  <a:pt x="3278188" y="42646"/>
                  <a:pt x="3278188" y="95252"/>
                </a:cubicBezTo>
                <a:lnTo>
                  <a:pt x="3278188" y="476248"/>
                </a:lnTo>
                <a:cubicBezTo>
                  <a:pt x="3278188" y="528854"/>
                  <a:pt x="3235542" y="571500"/>
                  <a:pt x="3182936" y="571500"/>
                </a:cubicBezTo>
                <a:lnTo>
                  <a:pt x="95252" y="571500"/>
                </a:lnTo>
                <a:cubicBezTo>
                  <a:pt x="42681" y="571500"/>
                  <a:pt x="0" y="528819"/>
                  <a:pt x="0" y="476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03250" y="4095750"/>
            <a:ext cx="315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Responsabilidad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3250" y="4318000"/>
            <a:ext cx="3143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Accountability en sistemas autónomos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1469" y="4925219"/>
            <a:ext cx="3651250" cy="2135188"/>
          </a:xfrm>
          <a:custGeom>
            <a:avLst/>
            <a:gdLst/>
            <a:ahLst/>
            <a:cxnLst/>
            <a:rect l="l" t="t" r="r" b="b"/>
            <a:pathLst>
              <a:path w="3651250" h="2135188">
                <a:moveTo>
                  <a:pt x="127001" y="0"/>
                </a:moveTo>
                <a:lnTo>
                  <a:pt x="3524249" y="0"/>
                </a:lnTo>
                <a:cubicBezTo>
                  <a:pt x="3594390" y="0"/>
                  <a:pt x="3651250" y="56860"/>
                  <a:pt x="3651250" y="127001"/>
                </a:cubicBezTo>
                <a:lnTo>
                  <a:pt x="3651250" y="2008187"/>
                </a:lnTo>
                <a:cubicBezTo>
                  <a:pt x="3651250" y="2078327"/>
                  <a:pt x="3594390" y="2135188"/>
                  <a:pt x="3524249" y="2135188"/>
                </a:cubicBezTo>
                <a:lnTo>
                  <a:pt x="127001" y="2135188"/>
                </a:lnTo>
                <a:cubicBezTo>
                  <a:pt x="56860" y="2135188"/>
                  <a:pt x="0" y="2078327"/>
                  <a:pt x="0" y="2008187"/>
                </a:cubicBezTo>
                <a:lnTo>
                  <a:pt x="0" y="127001"/>
                </a:lnTo>
                <a:cubicBezTo>
                  <a:pt x="0" y="56907"/>
                  <a:pt x="56907" y="0"/>
                  <a:pt x="1270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3813" dist="7938" dir="540000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15938" y="51196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24" name="Shape 22"/>
          <p:cNvSpPr/>
          <p:nvPr/>
        </p:nvSpPr>
        <p:spPr>
          <a:xfrm>
            <a:off x="617141" y="5230813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52586" y="47563"/>
                </a:moveTo>
                <a:lnTo>
                  <a:pt x="46788" y="41765"/>
                </a:lnTo>
                <a:cubicBezTo>
                  <a:pt x="42912" y="37889"/>
                  <a:pt x="42912" y="31595"/>
                  <a:pt x="46788" y="27719"/>
                </a:cubicBezTo>
                <a:lnTo>
                  <a:pt x="82352" y="-7875"/>
                </a:lnTo>
                <a:cubicBezTo>
                  <a:pt x="86227" y="-11751"/>
                  <a:pt x="92521" y="-11751"/>
                  <a:pt x="96397" y="-7875"/>
                </a:cubicBezTo>
                <a:lnTo>
                  <a:pt x="102195" y="-2046"/>
                </a:lnTo>
                <a:cubicBezTo>
                  <a:pt x="106071" y="1829"/>
                  <a:pt x="106071" y="8124"/>
                  <a:pt x="102195" y="11999"/>
                </a:cubicBezTo>
                <a:lnTo>
                  <a:pt x="66632" y="47563"/>
                </a:lnTo>
                <a:cubicBezTo>
                  <a:pt x="62756" y="51439"/>
                  <a:pt x="56462" y="51439"/>
                  <a:pt x="52586" y="47563"/>
                </a:cubicBezTo>
                <a:close/>
                <a:moveTo>
                  <a:pt x="85576" y="65639"/>
                </a:moveTo>
                <a:lnTo>
                  <a:pt x="75840" y="55904"/>
                </a:lnTo>
                <a:lnTo>
                  <a:pt x="110567" y="21177"/>
                </a:lnTo>
                <a:lnTo>
                  <a:pt x="147588" y="58198"/>
                </a:lnTo>
                <a:lnTo>
                  <a:pt x="112861" y="92925"/>
                </a:lnTo>
                <a:lnTo>
                  <a:pt x="103125" y="83189"/>
                </a:lnTo>
                <a:lnTo>
                  <a:pt x="31192" y="155122"/>
                </a:lnTo>
                <a:cubicBezTo>
                  <a:pt x="26355" y="159959"/>
                  <a:pt x="18510" y="159959"/>
                  <a:pt x="13643" y="155122"/>
                </a:cubicBezTo>
                <a:cubicBezTo>
                  <a:pt x="8775" y="150285"/>
                  <a:pt x="8806" y="142441"/>
                  <a:pt x="13643" y="137573"/>
                </a:cubicBezTo>
                <a:lnTo>
                  <a:pt x="85576" y="65639"/>
                </a:lnTo>
                <a:close/>
                <a:moveTo>
                  <a:pt x="121202" y="116148"/>
                </a:moveTo>
                <a:cubicBezTo>
                  <a:pt x="117326" y="112272"/>
                  <a:pt x="117326" y="105978"/>
                  <a:pt x="121202" y="102102"/>
                </a:cubicBezTo>
                <a:lnTo>
                  <a:pt x="156766" y="66539"/>
                </a:lnTo>
                <a:cubicBezTo>
                  <a:pt x="160641" y="62663"/>
                  <a:pt x="166936" y="62663"/>
                  <a:pt x="170811" y="66539"/>
                </a:cubicBezTo>
                <a:lnTo>
                  <a:pt x="176609" y="72337"/>
                </a:lnTo>
                <a:cubicBezTo>
                  <a:pt x="180485" y="76212"/>
                  <a:pt x="180485" y="82507"/>
                  <a:pt x="176609" y="86382"/>
                </a:cubicBezTo>
                <a:lnTo>
                  <a:pt x="141046" y="121977"/>
                </a:lnTo>
                <a:cubicBezTo>
                  <a:pt x="137170" y="125853"/>
                  <a:pt x="130876" y="125853"/>
                  <a:pt x="127000" y="121977"/>
                </a:cubicBezTo>
                <a:lnTo>
                  <a:pt x="121202" y="11617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992188" y="5199063"/>
            <a:ext cx="896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Regulación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15938" y="5627688"/>
            <a:ext cx="3262313" cy="571500"/>
          </a:xfrm>
          <a:custGeom>
            <a:avLst/>
            <a:gdLst/>
            <a:ahLst/>
            <a:cxnLst/>
            <a:rect l="l" t="t" r="r" b="b"/>
            <a:pathLst>
              <a:path w="3262313" h="571500">
                <a:moveTo>
                  <a:pt x="95252" y="0"/>
                </a:moveTo>
                <a:lnTo>
                  <a:pt x="3167061" y="0"/>
                </a:lnTo>
                <a:cubicBezTo>
                  <a:pt x="3219667" y="0"/>
                  <a:pt x="3262313" y="42646"/>
                  <a:pt x="3262313" y="95252"/>
                </a:cubicBezTo>
                <a:lnTo>
                  <a:pt x="3262313" y="476248"/>
                </a:lnTo>
                <a:cubicBezTo>
                  <a:pt x="3262313" y="528854"/>
                  <a:pt x="3219667" y="571500"/>
                  <a:pt x="3167061" y="571500"/>
                </a:cubicBezTo>
                <a:lnTo>
                  <a:pt x="95252" y="571500"/>
                </a:lnTo>
                <a:cubicBezTo>
                  <a:pt x="42681" y="571500"/>
                  <a:pt x="0" y="528819"/>
                  <a:pt x="0" y="476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7" name="Text 25"/>
          <p:cNvSpPr/>
          <p:nvPr/>
        </p:nvSpPr>
        <p:spPr>
          <a:xfrm>
            <a:off x="611188" y="5722938"/>
            <a:ext cx="3135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Act UE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1188" y="5945188"/>
            <a:ext cx="3127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Regulación europea de inteligencia artificial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15938" y="6294438"/>
            <a:ext cx="3262313" cy="571500"/>
          </a:xfrm>
          <a:custGeom>
            <a:avLst/>
            <a:gdLst/>
            <a:ahLst/>
            <a:cxnLst/>
            <a:rect l="l" t="t" r="r" b="b"/>
            <a:pathLst>
              <a:path w="3262313" h="571500">
                <a:moveTo>
                  <a:pt x="95252" y="0"/>
                </a:moveTo>
                <a:lnTo>
                  <a:pt x="3167061" y="0"/>
                </a:lnTo>
                <a:cubicBezTo>
                  <a:pt x="3219667" y="0"/>
                  <a:pt x="3262313" y="42646"/>
                  <a:pt x="3262313" y="95252"/>
                </a:cubicBezTo>
                <a:lnTo>
                  <a:pt x="3262313" y="476248"/>
                </a:lnTo>
                <a:cubicBezTo>
                  <a:pt x="3262313" y="528854"/>
                  <a:pt x="3219667" y="571500"/>
                  <a:pt x="3167061" y="571500"/>
                </a:cubicBezTo>
                <a:lnTo>
                  <a:pt x="95252" y="571500"/>
                </a:lnTo>
                <a:cubicBezTo>
                  <a:pt x="42681" y="571500"/>
                  <a:pt x="0" y="528819"/>
                  <a:pt x="0" y="476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30" name="Text 28"/>
          <p:cNvSpPr/>
          <p:nvPr/>
        </p:nvSpPr>
        <p:spPr>
          <a:xfrm>
            <a:off x="611188" y="6389688"/>
            <a:ext cx="3135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Cumplimiento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1188" y="6611938"/>
            <a:ext cx="3127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Requisitos legales para empresas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168552" y="1464469"/>
            <a:ext cx="7699375" cy="5595938"/>
          </a:xfrm>
          <a:custGeom>
            <a:avLst/>
            <a:gdLst/>
            <a:ahLst/>
            <a:cxnLst/>
            <a:rect l="l" t="t" r="r" b="b"/>
            <a:pathLst>
              <a:path w="7699375" h="5595938">
                <a:moveTo>
                  <a:pt x="127028" y="0"/>
                </a:moveTo>
                <a:lnTo>
                  <a:pt x="7572347" y="0"/>
                </a:lnTo>
                <a:cubicBezTo>
                  <a:pt x="7642503" y="0"/>
                  <a:pt x="7699375" y="56872"/>
                  <a:pt x="7699375" y="127028"/>
                </a:cubicBezTo>
                <a:lnTo>
                  <a:pt x="7699375" y="5468910"/>
                </a:lnTo>
                <a:cubicBezTo>
                  <a:pt x="7699375" y="5539065"/>
                  <a:pt x="7642503" y="5595938"/>
                  <a:pt x="7572347" y="5595938"/>
                </a:cubicBezTo>
                <a:lnTo>
                  <a:pt x="127028" y="5595938"/>
                </a:lnTo>
                <a:cubicBezTo>
                  <a:pt x="56872" y="5595938"/>
                  <a:pt x="0" y="5539065"/>
                  <a:pt x="0" y="5468910"/>
                </a:cubicBezTo>
                <a:lnTo>
                  <a:pt x="0" y="127028"/>
                </a:lnTo>
                <a:cubicBezTo>
                  <a:pt x="0" y="56919"/>
                  <a:pt x="56919" y="0"/>
                  <a:pt x="12702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3813" dist="7938" dir="5400000">
              <a:srgbClr val="000000">
                <a:alpha val="10196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363021" y="16589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34" name="Shape 32"/>
          <p:cNvSpPr/>
          <p:nvPr/>
        </p:nvSpPr>
        <p:spPr>
          <a:xfrm>
            <a:off x="4474146" y="177006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0" y="24805"/>
                </a:moveTo>
                <a:cubicBezTo>
                  <a:pt x="0" y="16588"/>
                  <a:pt x="6666" y="9922"/>
                  <a:pt x="14883" y="9922"/>
                </a:cubicBezTo>
                <a:lnTo>
                  <a:pt x="44648" y="9922"/>
                </a:lnTo>
                <a:cubicBezTo>
                  <a:pt x="52865" y="9922"/>
                  <a:pt x="59531" y="16588"/>
                  <a:pt x="59531" y="24805"/>
                </a:cubicBezTo>
                <a:lnTo>
                  <a:pt x="59531" y="29766"/>
                </a:lnTo>
                <a:lnTo>
                  <a:pt x="99219" y="29766"/>
                </a:lnTo>
                <a:lnTo>
                  <a:pt x="99219" y="24805"/>
                </a:lnTo>
                <a:cubicBezTo>
                  <a:pt x="99219" y="16588"/>
                  <a:pt x="105885" y="9922"/>
                  <a:pt x="114102" y="9922"/>
                </a:cubicBezTo>
                <a:lnTo>
                  <a:pt x="143867" y="9922"/>
                </a:lnTo>
                <a:cubicBezTo>
                  <a:pt x="152084" y="9922"/>
                  <a:pt x="158750" y="16588"/>
                  <a:pt x="158750" y="24805"/>
                </a:cubicBezTo>
                <a:lnTo>
                  <a:pt x="158750" y="54570"/>
                </a:lnTo>
                <a:cubicBezTo>
                  <a:pt x="158750" y="62787"/>
                  <a:pt x="152084" y="69453"/>
                  <a:pt x="143867" y="69453"/>
                </a:cubicBezTo>
                <a:lnTo>
                  <a:pt x="114102" y="69453"/>
                </a:lnTo>
                <a:cubicBezTo>
                  <a:pt x="105885" y="69453"/>
                  <a:pt x="99219" y="62787"/>
                  <a:pt x="99219" y="54570"/>
                </a:cubicBezTo>
                <a:lnTo>
                  <a:pt x="99219" y="49609"/>
                </a:lnTo>
                <a:lnTo>
                  <a:pt x="59531" y="49609"/>
                </a:lnTo>
                <a:lnTo>
                  <a:pt x="59531" y="54570"/>
                </a:lnTo>
                <a:cubicBezTo>
                  <a:pt x="59531" y="56834"/>
                  <a:pt x="59004" y="59004"/>
                  <a:pt x="58105" y="60927"/>
                </a:cubicBezTo>
                <a:lnTo>
                  <a:pt x="79375" y="89297"/>
                </a:lnTo>
                <a:lnTo>
                  <a:pt x="104180" y="89297"/>
                </a:lnTo>
                <a:cubicBezTo>
                  <a:pt x="112396" y="89297"/>
                  <a:pt x="119062" y="95963"/>
                  <a:pt x="119062" y="104180"/>
                </a:cubicBezTo>
                <a:lnTo>
                  <a:pt x="119062" y="133945"/>
                </a:lnTo>
                <a:cubicBezTo>
                  <a:pt x="119062" y="142162"/>
                  <a:pt x="112396" y="148828"/>
                  <a:pt x="104180" y="148828"/>
                </a:cubicBezTo>
                <a:lnTo>
                  <a:pt x="74414" y="148828"/>
                </a:lnTo>
                <a:cubicBezTo>
                  <a:pt x="66198" y="148828"/>
                  <a:pt x="59531" y="142162"/>
                  <a:pt x="59531" y="133945"/>
                </a:cubicBezTo>
                <a:lnTo>
                  <a:pt x="59531" y="104180"/>
                </a:lnTo>
                <a:cubicBezTo>
                  <a:pt x="59531" y="101916"/>
                  <a:pt x="60058" y="99746"/>
                  <a:pt x="60958" y="97823"/>
                </a:cubicBezTo>
                <a:lnTo>
                  <a:pt x="39688" y="69453"/>
                </a:lnTo>
                <a:lnTo>
                  <a:pt x="14883" y="69453"/>
                </a:lnTo>
                <a:cubicBezTo>
                  <a:pt x="6666" y="69453"/>
                  <a:pt x="0" y="62787"/>
                  <a:pt x="0" y="54570"/>
                </a:cubicBezTo>
                <a:lnTo>
                  <a:pt x="0" y="2480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4839271" y="1722438"/>
            <a:ext cx="1333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363021" y="2166938"/>
            <a:ext cx="3595688" cy="2079625"/>
          </a:xfrm>
          <a:custGeom>
            <a:avLst/>
            <a:gdLst/>
            <a:ahLst/>
            <a:cxnLst/>
            <a:rect l="l" t="t" r="r" b="b"/>
            <a:pathLst>
              <a:path w="3595688" h="2079625">
                <a:moveTo>
                  <a:pt x="95247" y="0"/>
                </a:moveTo>
                <a:lnTo>
                  <a:pt x="3500441" y="0"/>
                </a:lnTo>
                <a:cubicBezTo>
                  <a:pt x="3553044" y="0"/>
                  <a:pt x="3595688" y="42643"/>
                  <a:pt x="3595688" y="95247"/>
                </a:cubicBezTo>
                <a:lnTo>
                  <a:pt x="3595688" y="1984378"/>
                </a:lnTo>
                <a:cubicBezTo>
                  <a:pt x="3595688" y="2036982"/>
                  <a:pt x="3553044" y="2079625"/>
                  <a:pt x="3500441" y="2079625"/>
                </a:cubicBezTo>
                <a:lnTo>
                  <a:pt x="95247" y="2079625"/>
                </a:lnTo>
                <a:cubicBezTo>
                  <a:pt x="42643" y="2079625"/>
                  <a:pt x="0" y="2036982"/>
                  <a:pt x="0" y="1984378"/>
                </a:cubicBezTo>
                <a:lnTo>
                  <a:pt x="0" y="95247"/>
                </a:lnTo>
                <a:cubicBezTo>
                  <a:pt x="0" y="42643"/>
                  <a:pt x="42643" y="0"/>
                  <a:pt x="95247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37" name="Shape 35"/>
          <p:cNvSpPr/>
          <p:nvPr/>
        </p:nvSpPr>
        <p:spPr>
          <a:xfrm>
            <a:off x="4490021" y="229393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8" name="Text 36"/>
          <p:cNvSpPr/>
          <p:nvPr/>
        </p:nvSpPr>
        <p:spPr>
          <a:xfrm>
            <a:off x="4458271" y="2293938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807521" y="2325688"/>
            <a:ext cx="452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Diseño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490021" y="2611438"/>
            <a:ext cx="3397250" cy="150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Definición del problema, objetivos, alcance y selección de herramientas de IA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082979" y="2166938"/>
            <a:ext cx="3595688" cy="2079625"/>
          </a:xfrm>
          <a:custGeom>
            <a:avLst/>
            <a:gdLst/>
            <a:ahLst/>
            <a:cxnLst/>
            <a:rect l="l" t="t" r="r" b="b"/>
            <a:pathLst>
              <a:path w="3595688" h="2079625">
                <a:moveTo>
                  <a:pt x="95247" y="0"/>
                </a:moveTo>
                <a:lnTo>
                  <a:pt x="3500441" y="0"/>
                </a:lnTo>
                <a:cubicBezTo>
                  <a:pt x="3553044" y="0"/>
                  <a:pt x="3595688" y="42643"/>
                  <a:pt x="3595688" y="95247"/>
                </a:cubicBezTo>
                <a:lnTo>
                  <a:pt x="3595688" y="1984378"/>
                </a:lnTo>
                <a:cubicBezTo>
                  <a:pt x="3595688" y="2036982"/>
                  <a:pt x="3553044" y="2079625"/>
                  <a:pt x="3500441" y="2079625"/>
                </a:cubicBezTo>
                <a:lnTo>
                  <a:pt x="95247" y="2079625"/>
                </a:lnTo>
                <a:cubicBezTo>
                  <a:pt x="42643" y="2079625"/>
                  <a:pt x="0" y="2036982"/>
                  <a:pt x="0" y="1984378"/>
                </a:cubicBezTo>
                <a:lnTo>
                  <a:pt x="0" y="95247"/>
                </a:lnTo>
                <a:cubicBezTo>
                  <a:pt x="0" y="42643"/>
                  <a:pt x="42643" y="0"/>
                  <a:pt x="95247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42" name="Shape 40"/>
          <p:cNvSpPr/>
          <p:nvPr/>
        </p:nvSpPr>
        <p:spPr>
          <a:xfrm>
            <a:off x="8209979" y="229393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43" name="Text 41"/>
          <p:cNvSpPr/>
          <p:nvPr/>
        </p:nvSpPr>
        <p:spPr>
          <a:xfrm>
            <a:off x="8178229" y="2293938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527479" y="2325688"/>
            <a:ext cx="63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Desarrollo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209979" y="2611438"/>
            <a:ext cx="3397250" cy="150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Implementación práctica, integración de múltiples tecnologías y pruebas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363021" y="4373563"/>
            <a:ext cx="7310438" cy="730250"/>
          </a:xfrm>
          <a:custGeom>
            <a:avLst/>
            <a:gdLst/>
            <a:ahLst/>
            <a:cxnLst/>
            <a:rect l="l" t="t" r="r" b="b"/>
            <a:pathLst>
              <a:path w="7310438" h="730250">
                <a:moveTo>
                  <a:pt x="95247" y="0"/>
                </a:moveTo>
                <a:lnTo>
                  <a:pt x="7215191" y="0"/>
                </a:lnTo>
                <a:cubicBezTo>
                  <a:pt x="7267794" y="0"/>
                  <a:pt x="7310438" y="42643"/>
                  <a:pt x="7310438" y="95247"/>
                </a:cubicBezTo>
                <a:lnTo>
                  <a:pt x="7310438" y="635003"/>
                </a:lnTo>
                <a:cubicBezTo>
                  <a:pt x="7310438" y="687607"/>
                  <a:pt x="7267794" y="730250"/>
                  <a:pt x="7215191" y="730250"/>
                </a:cubicBezTo>
                <a:lnTo>
                  <a:pt x="95247" y="730250"/>
                </a:lnTo>
                <a:cubicBezTo>
                  <a:pt x="42643" y="730250"/>
                  <a:pt x="0" y="687607"/>
                  <a:pt x="0" y="63500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>
                  <a:alpha val="10000"/>
                </a:srgbClr>
              </a:gs>
              <a:gs pos="100000">
                <a:srgbClr val="34C759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47" name="Shape 45"/>
          <p:cNvSpPr/>
          <p:nvPr/>
        </p:nvSpPr>
        <p:spPr>
          <a:xfrm>
            <a:off x="4490021" y="450056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48" name="Text 46"/>
          <p:cNvSpPr/>
          <p:nvPr/>
        </p:nvSpPr>
        <p:spPr>
          <a:xfrm>
            <a:off x="4458271" y="4500563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807521" y="4532313"/>
            <a:ext cx="801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Presentación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490021" y="4818063"/>
            <a:ext cx="711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 del proyecto, documentación técnica, análisis de resultados y lecciones aprendidas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363021" y="6421438"/>
            <a:ext cx="7310438" cy="444500"/>
          </a:xfrm>
          <a:custGeom>
            <a:avLst/>
            <a:gdLst/>
            <a:ahLst/>
            <a:cxnLst/>
            <a:rect l="l" t="t" r="r" b="b"/>
            <a:pathLst>
              <a:path w="7310438" h="444500">
                <a:moveTo>
                  <a:pt x="95252" y="0"/>
                </a:moveTo>
                <a:lnTo>
                  <a:pt x="7215186" y="0"/>
                </a:lnTo>
                <a:cubicBezTo>
                  <a:pt x="7267792" y="0"/>
                  <a:pt x="7310438" y="42646"/>
                  <a:pt x="7310438" y="95252"/>
                </a:cubicBezTo>
                <a:lnTo>
                  <a:pt x="7310438" y="349248"/>
                </a:lnTo>
                <a:cubicBezTo>
                  <a:pt x="7310438" y="401854"/>
                  <a:pt x="7267792" y="444500"/>
                  <a:pt x="7215186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4509864" y="656431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44741" y="0"/>
                </a:moveTo>
                <a:lnTo>
                  <a:pt x="114195" y="0"/>
                </a:lnTo>
                <a:cubicBezTo>
                  <a:pt x="122411" y="0"/>
                  <a:pt x="129108" y="6759"/>
                  <a:pt x="128798" y="14945"/>
                </a:cubicBezTo>
                <a:cubicBezTo>
                  <a:pt x="128736" y="16588"/>
                  <a:pt x="128674" y="18231"/>
                  <a:pt x="128581" y="19844"/>
                </a:cubicBezTo>
                <a:lnTo>
                  <a:pt x="143960" y="19844"/>
                </a:lnTo>
                <a:cubicBezTo>
                  <a:pt x="152053" y="19844"/>
                  <a:pt x="159184" y="26541"/>
                  <a:pt x="158564" y="35285"/>
                </a:cubicBezTo>
                <a:cubicBezTo>
                  <a:pt x="156239" y="67438"/>
                  <a:pt x="139805" y="85111"/>
                  <a:pt x="121977" y="94351"/>
                </a:cubicBezTo>
                <a:cubicBezTo>
                  <a:pt x="117078" y="96893"/>
                  <a:pt x="112086" y="98785"/>
                  <a:pt x="107342" y="100180"/>
                </a:cubicBezTo>
                <a:cubicBezTo>
                  <a:pt x="101079" y="109048"/>
                  <a:pt x="94568" y="113729"/>
                  <a:pt x="89390" y="116241"/>
                </a:cubicBezTo>
                <a:lnTo>
                  <a:pt x="89390" y="138906"/>
                </a:lnTo>
                <a:lnTo>
                  <a:pt x="109234" y="138906"/>
                </a:lnTo>
                <a:cubicBezTo>
                  <a:pt x="114722" y="138906"/>
                  <a:pt x="119156" y="143340"/>
                  <a:pt x="119156" y="148828"/>
                </a:cubicBezTo>
                <a:cubicBezTo>
                  <a:pt x="119156" y="154316"/>
                  <a:pt x="114722" y="158750"/>
                  <a:pt x="109234" y="158750"/>
                </a:cubicBezTo>
                <a:lnTo>
                  <a:pt x="49702" y="158750"/>
                </a:lnTo>
                <a:cubicBezTo>
                  <a:pt x="44214" y="158750"/>
                  <a:pt x="39781" y="154316"/>
                  <a:pt x="39781" y="148828"/>
                </a:cubicBezTo>
                <a:cubicBezTo>
                  <a:pt x="39781" y="143340"/>
                  <a:pt x="44214" y="138906"/>
                  <a:pt x="49702" y="138906"/>
                </a:cubicBezTo>
                <a:lnTo>
                  <a:pt x="69546" y="138906"/>
                </a:lnTo>
                <a:lnTo>
                  <a:pt x="69546" y="116241"/>
                </a:lnTo>
                <a:cubicBezTo>
                  <a:pt x="64585" y="113854"/>
                  <a:pt x="58415" y="109420"/>
                  <a:pt x="52400" y="101265"/>
                </a:cubicBezTo>
                <a:cubicBezTo>
                  <a:pt x="46695" y="99777"/>
                  <a:pt x="40494" y="97513"/>
                  <a:pt x="34448" y="94103"/>
                </a:cubicBezTo>
                <a:cubicBezTo>
                  <a:pt x="17673" y="84708"/>
                  <a:pt x="2542" y="67004"/>
                  <a:pt x="372" y="35223"/>
                </a:cubicBezTo>
                <a:cubicBezTo>
                  <a:pt x="-217" y="26510"/>
                  <a:pt x="6883" y="19813"/>
                  <a:pt x="14976" y="19813"/>
                </a:cubicBezTo>
                <a:lnTo>
                  <a:pt x="30355" y="19813"/>
                </a:lnTo>
                <a:cubicBezTo>
                  <a:pt x="30262" y="18200"/>
                  <a:pt x="30200" y="16588"/>
                  <a:pt x="30138" y="14914"/>
                </a:cubicBezTo>
                <a:cubicBezTo>
                  <a:pt x="29828" y="6697"/>
                  <a:pt x="36525" y="-31"/>
                  <a:pt x="44741" y="-31"/>
                </a:cubicBezTo>
                <a:close/>
                <a:moveTo>
                  <a:pt x="31471" y="34727"/>
                </a:moveTo>
                <a:lnTo>
                  <a:pt x="15224" y="34727"/>
                </a:lnTo>
                <a:cubicBezTo>
                  <a:pt x="17146" y="60989"/>
                  <a:pt x="29208" y="74135"/>
                  <a:pt x="41641" y="81111"/>
                </a:cubicBezTo>
                <a:cubicBezTo>
                  <a:pt x="37176" y="69546"/>
                  <a:pt x="33486" y="54446"/>
                  <a:pt x="31471" y="34727"/>
                </a:cubicBezTo>
                <a:close/>
                <a:moveTo>
                  <a:pt x="117822" y="79623"/>
                </a:moveTo>
                <a:cubicBezTo>
                  <a:pt x="130380" y="72244"/>
                  <a:pt x="141728" y="59128"/>
                  <a:pt x="143650" y="34727"/>
                </a:cubicBezTo>
                <a:lnTo>
                  <a:pt x="127434" y="34727"/>
                </a:lnTo>
                <a:cubicBezTo>
                  <a:pt x="125512" y="53609"/>
                  <a:pt x="122039" y="68275"/>
                  <a:pt x="117822" y="7962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3" name="Text 51"/>
          <p:cNvSpPr/>
          <p:nvPr/>
        </p:nvSpPr>
        <p:spPr>
          <a:xfrm>
            <a:off x="4783708" y="6548438"/>
            <a:ext cx="5151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Objetivo: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Integrar todos los conocimientos adquiridos en una solución empresarial completa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b0cab93f112a07f52140ce1cd3b949ac7a1803a6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10664" b="1066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5F5F7">
                  <a:alpha val="95000"/>
                </a:srgbClr>
              </a:gs>
              <a:gs pos="50000">
                <a:srgbClr val="F5F5F7">
                  <a:alpha val="90000"/>
                </a:srgbClr>
              </a:gs>
              <a:gs pos="100000">
                <a:srgbClr val="0071E3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514231" y="333375"/>
            <a:ext cx="1162050" cy="342900"/>
          </a:xfrm>
          <a:custGeom>
            <a:avLst/>
            <a:gdLst/>
            <a:ahLst/>
            <a:cxnLst/>
            <a:rect l="l" t="t" r="r" b="b"/>
            <a:pathLst>
              <a:path w="1162050" h="342900">
                <a:moveTo>
                  <a:pt x="171450" y="0"/>
                </a:moveTo>
                <a:lnTo>
                  <a:pt x="990600" y="0"/>
                </a:lnTo>
                <a:cubicBezTo>
                  <a:pt x="1085226" y="0"/>
                  <a:pt x="1162050" y="76824"/>
                  <a:pt x="1162050" y="171450"/>
                </a:cubicBezTo>
                <a:lnTo>
                  <a:pt x="1162050" y="171450"/>
                </a:lnTo>
                <a:cubicBezTo>
                  <a:pt x="1162050" y="266076"/>
                  <a:pt x="1085226" y="342900"/>
                  <a:pt x="990600" y="342900"/>
                </a:cubicBezTo>
                <a:lnTo>
                  <a:pt x="171450" y="342900"/>
                </a:lnTo>
                <a:cubicBezTo>
                  <a:pt x="76824" y="342900"/>
                  <a:pt x="0" y="266076"/>
                  <a:pt x="0" y="171450"/>
                </a:cubicBezTo>
                <a:lnTo>
                  <a:pt x="0" y="171450"/>
                </a:lnTo>
                <a:cubicBezTo>
                  <a:pt x="0" y="76824"/>
                  <a:pt x="76824" y="0"/>
                  <a:pt x="17145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" name="Text 2"/>
          <p:cNvSpPr/>
          <p:nvPr/>
        </p:nvSpPr>
        <p:spPr>
          <a:xfrm>
            <a:off x="5480893" y="333375"/>
            <a:ext cx="1228725" cy="3429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 algn="ctr">
              <a:lnSpc>
                <a:spcPct val="120000"/>
              </a:lnSpc>
            </a:pPr>
            <a:r>
              <a:rPr lang="en-US" sz="1050" b="1" spc="53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CURSO 2025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976116" y="1209675"/>
            <a:ext cx="6238875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 IA Generativa Aplicada a la Empresa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381250" y="2867025"/>
            <a:ext cx="74295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Este curso de 14 semanas equipa a los profesionales con las herramientas y conocimientos necesarios para liderar la transformación digital en sus organizaciones mediante la aplicación estratégica de la Inteligencia Artificial Generativa.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049488" y="4733925"/>
            <a:ext cx="1352550" cy="1143000"/>
          </a:xfrm>
          <a:custGeom>
            <a:avLst/>
            <a:gdLst/>
            <a:ahLst/>
            <a:cxnLst/>
            <a:rect l="l" t="t" r="r" b="b"/>
            <a:pathLst>
              <a:path w="1352550" h="1143000">
                <a:moveTo>
                  <a:pt x="152396" y="0"/>
                </a:moveTo>
                <a:lnTo>
                  <a:pt x="1200154" y="0"/>
                </a:lnTo>
                <a:cubicBezTo>
                  <a:pt x="1284320" y="0"/>
                  <a:pt x="1352550" y="68230"/>
                  <a:pt x="1352550" y="152396"/>
                </a:cubicBezTo>
                <a:lnTo>
                  <a:pt x="1352550" y="990604"/>
                </a:lnTo>
                <a:cubicBezTo>
                  <a:pt x="1352550" y="1074770"/>
                  <a:pt x="1284320" y="1143000"/>
                  <a:pt x="1200154" y="1143000"/>
                </a:cubicBezTo>
                <a:lnTo>
                  <a:pt x="152396" y="1143000"/>
                </a:lnTo>
                <a:cubicBezTo>
                  <a:pt x="68230" y="1143000"/>
                  <a:pt x="0" y="1074770"/>
                  <a:pt x="0" y="990604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192363" y="4962525"/>
            <a:ext cx="1066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239988" y="5419725"/>
            <a:ext cx="97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Semanas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629894" y="4733925"/>
            <a:ext cx="1352550" cy="1143000"/>
          </a:xfrm>
          <a:custGeom>
            <a:avLst/>
            <a:gdLst/>
            <a:ahLst/>
            <a:cxnLst/>
            <a:rect l="l" t="t" r="r" b="b"/>
            <a:pathLst>
              <a:path w="1352550" h="1143000">
                <a:moveTo>
                  <a:pt x="152396" y="0"/>
                </a:moveTo>
                <a:lnTo>
                  <a:pt x="1200154" y="0"/>
                </a:lnTo>
                <a:cubicBezTo>
                  <a:pt x="1284320" y="0"/>
                  <a:pt x="1352550" y="68230"/>
                  <a:pt x="1352550" y="152396"/>
                </a:cubicBezTo>
                <a:lnTo>
                  <a:pt x="1352550" y="990604"/>
                </a:lnTo>
                <a:cubicBezTo>
                  <a:pt x="1352550" y="1074770"/>
                  <a:pt x="1284320" y="1143000"/>
                  <a:pt x="1200154" y="1143000"/>
                </a:cubicBezTo>
                <a:lnTo>
                  <a:pt x="152396" y="1143000"/>
                </a:lnTo>
                <a:cubicBezTo>
                  <a:pt x="68230" y="1143000"/>
                  <a:pt x="0" y="1074770"/>
                  <a:pt x="0" y="990604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772769" y="4962525"/>
            <a:ext cx="1066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34C7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820394" y="5419725"/>
            <a:ext cx="97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Módulos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210300" y="4733925"/>
            <a:ext cx="1352550" cy="1143000"/>
          </a:xfrm>
          <a:custGeom>
            <a:avLst/>
            <a:gdLst/>
            <a:ahLst/>
            <a:cxnLst/>
            <a:rect l="l" t="t" r="r" b="b"/>
            <a:pathLst>
              <a:path w="1352550" h="1143000">
                <a:moveTo>
                  <a:pt x="152396" y="0"/>
                </a:moveTo>
                <a:lnTo>
                  <a:pt x="1200154" y="0"/>
                </a:lnTo>
                <a:cubicBezTo>
                  <a:pt x="1284320" y="0"/>
                  <a:pt x="1352550" y="68230"/>
                  <a:pt x="1352550" y="152396"/>
                </a:cubicBezTo>
                <a:lnTo>
                  <a:pt x="1352550" y="990604"/>
                </a:lnTo>
                <a:cubicBezTo>
                  <a:pt x="1352550" y="1074770"/>
                  <a:pt x="1284320" y="1143000"/>
                  <a:pt x="1200154" y="1143000"/>
                </a:cubicBezTo>
                <a:lnTo>
                  <a:pt x="152396" y="1143000"/>
                </a:lnTo>
                <a:cubicBezTo>
                  <a:pt x="68230" y="1143000"/>
                  <a:pt x="0" y="1074770"/>
                  <a:pt x="0" y="990604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353175" y="4962525"/>
            <a:ext cx="1066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400800" y="5419725"/>
            <a:ext cx="97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Práctico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790706" y="4733925"/>
            <a:ext cx="1352550" cy="1143000"/>
          </a:xfrm>
          <a:custGeom>
            <a:avLst/>
            <a:gdLst/>
            <a:ahLst/>
            <a:cxnLst/>
            <a:rect l="l" t="t" r="r" b="b"/>
            <a:pathLst>
              <a:path w="1352550" h="1143000">
                <a:moveTo>
                  <a:pt x="152396" y="0"/>
                </a:moveTo>
                <a:lnTo>
                  <a:pt x="1200154" y="0"/>
                </a:lnTo>
                <a:cubicBezTo>
                  <a:pt x="1284320" y="0"/>
                  <a:pt x="1352550" y="68230"/>
                  <a:pt x="1352550" y="152396"/>
                </a:cubicBezTo>
                <a:lnTo>
                  <a:pt x="1352550" y="990604"/>
                </a:lnTo>
                <a:cubicBezTo>
                  <a:pt x="1352550" y="1074770"/>
                  <a:pt x="1284320" y="1143000"/>
                  <a:pt x="1200154" y="1143000"/>
                </a:cubicBezTo>
                <a:lnTo>
                  <a:pt x="152396" y="1143000"/>
                </a:lnTo>
                <a:cubicBezTo>
                  <a:pt x="68230" y="1143000"/>
                  <a:pt x="0" y="1074770"/>
                  <a:pt x="0" y="990604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933581" y="4962525"/>
            <a:ext cx="1066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34C7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∞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981206" y="5419725"/>
            <a:ext cx="97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Posibilidades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313486" y="630555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6073" y="65566"/>
                </a:moveTo>
                <a:lnTo>
                  <a:pt x="86127" y="94398"/>
                </a:lnTo>
                <a:cubicBezTo>
                  <a:pt x="89408" y="95737"/>
                  <a:pt x="92891" y="96441"/>
                  <a:pt x="96441" y="96441"/>
                </a:cubicBezTo>
                <a:cubicBezTo>
                  <a:pt x="99990" y="96441"/>
                  <a:pt x="103473" y="95737"/>
                  <a:pt x="106754" y="94398"/>
                </a:cubicBezTo>
                <a:lnTo>
                  <a:pt x="187925" y="60979"/>
                </a:lnTo>
                <a:cubicBezTo>
                  <a:pt x="190939" y="59740"/>
                  <a:pt x="192881" y="56826"/>
                  <a:pt x="192881" y="53578"/>
                </a:cubicBezTo>
                <a:cubicBezTo>
                  <a:pt x="192881" y="50330"/>
                  <a:pt x="190939" y="47417"/>
                  <a:pt x="187925" y="46178"/>
                </a:cubicBezTo>
                <a:lnTo>
                  <a:pt x="106754" y="12758"/>
                </a:lnTo>
                <a:cubicBezTo>
                  <a:pt x="103473" y="11419"/>
                  <a:pt x="99990" y="10716"/>
                  <a:pt x="96441" y="10716"/>
                </a:cubicBezTo>
                <a:cubicBezTo>
                  <a:pt x="92891" y="10716"/>
                  <a:pt x="89408" y="11419"/>
                  <a:pt x="86127" y="12758"/>
                </a:cubicBezTo>
                <a:lnTo>
                  <a:pt x="4956" y="46178"/>
                </a:lnTo>
                <a:cubicBezTo>
                  <a:pt x="1942" y="47417"/>
                  <a:pt x="0" y="50330"/>
                  <a:pt x="0" y="53578"/>
                </a:cubicBezTo>
                <a:lnTo>
                  <a:pt x="0" y="152698"/>
                </a:lnTo>
                <a:cubicBezTo>
                  <a:pt x="0" y="157151"/>
                  <a:pt x="3583" y="160734"/>
                  <a:pt x="8037" y="160734"/>
                </a:cubicBezTo>
                <a:cubicBezTo>
                  <a:pt x="12490" y="160734"/>
                  <a:pt x="16073" y="157151"/>
                  <a:pt x="16073" y="152698"/>
                </a:cubicBezTo>
                <a:lnTo>
                  <a:pt x="16073" y="65566"/>
                </a:lnTo>
                <a:close/>
                <a:moveTo>
                  <a:pt x="32147" y="89576"/>
                </a:moveTo>
                <a:lnTo>
                  <a:pt x="32147" y="128588"/>
                </a:lnTo>
                <a:cubicBezTo>
                  <a:pt x="32147" y="146335"/>
                  <a:pt x="60945" y="160734"/>
                  <a:pt x="96441" y="160734"/>
                </a:cubicBezTo>
                <a:cubicBezTo>
                  <a:pt x="131936" y="160734"/>
                  <a:pt x="160734" y="146335"/>
                  <a:pt x="160734" y="128588"/>
                </a:cubicBezTo>
                <a:lnTo>
                  <a:pt x="160734" y="89542"/>
                </a:lnTo>
                <a:lnTo>
                  <a:pt x="112882" y="109266"/>
                </a:lnTo>
                <a:cubicBezTo>
                  <a:pt x="107659" y="111409"/>
                  <a:pt x="102100" y="112514"/>
                  <a:pt x="96441" y="112514"/>
                </a:cubicBezTo>
                <a:cubicBezTo>
                  <a:pt x="90781" y="112514"/>
                  <a:pt x="85223" y="111409"/>
                  <a:pt x="79999" y="109266"/>
                </a:cubicBezTo>
                <a:lnTo>
                  <a:pt x="32147" y="89542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1" name="Text 18"/>
          <p:cNvSpPr/>
          <p:nvPr/>
        </p:nvSpPr>
        <p:spPr>
          <a:xfrm>
            <a:off x="4533751" y="6257925"/>
            <a:ext cx="3400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Preparando líderes para el futuro del trabajo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Planificación Semanal y Diaria - IA Generativa</dc:title>
  <dc:subject>Planificación Semanal y Diaria - IA Generativa</dc:subject>
  <dc:creator>Kimi</dc:creator>
  <cp:lastModifiedBy>Kimi</cp:lastModifiedBy>
  <cp:revision>1</cp:revision>
  <dcterms:created xsi:type="dcterms:W3CDTF">2026-02-16T14:40:51Z</dcterms:created>
  <dcterms:modified xsi:type="dcterms:W3CDTF">2026-02-16T14:40:51Z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{"Label":"Planificación Semanal y Diaria - IA Generativa","ContentProducer":"001191110108MACG2KBH8F10000","ProduceID":"19c66ddd-49c2-8e7d-8000-0000f9e04019","ReservedCode1":"","ContentPropagator":"001191110108MACG2KBH8F20000","PropagateID":"19c66ddd-49c2-8e7d-8000-0000f9e04019","ReservedCode2":""}</vt:lpwstr>
  </property>
</Properties>
</file>