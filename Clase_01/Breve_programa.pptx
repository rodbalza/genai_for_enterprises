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Mi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2.ftcdn.net/044ed1d2135d38195a84c04ca0e72aa86c27135b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222" r="22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185863"/>
            <a:ext cx="2266950" cy="390525"/>
          </a:xfrm>
          <a:custGeom>
            <a:avLst/>
            <a:gdLst/>
            <a:ahLst/>
            <a:cxnLst/>
            <a:rect l="l" t="t" r="r" b="b"/>
            <a:pathLst>
              <a:path w="2266950" h="390525">
                <a:moveTo>
                  <a:pt x="195263" y="0"/>
                </a:moveTo>
                <a:lnTo>
                  <a:pt x="2071688" y="0"/>
                </a:lnTo>
                <a:cubicBezTo>
                  <a:pt x="2179456" y="0"/>
                  <a:pt x="2266950" y="87494"/>
                  <a:pt x="2266950" y="195263"/>
                </a:cubicBezTo>
                <a:lnTo>
                  <a:pt x="2266950" y="195263"/>
                </a:lnTo>
                <a:cubicBezTo>
                  <a:pt x="2266950" y="303031"/>
                  <a:pt x="2179456" y="390525"/>
                  <a:pt x="20716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276350"/>
            <a:ext cx="19563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 FORMATIVO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14550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Generativa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aplicada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la Empresa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52244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4350" y="535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52197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Duración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52500" y="541020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280 horas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15889" y="52244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56383" y="535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682627" y="52197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Duración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82627" y="541020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semanas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8502" y="52244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85183" y="535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4535239" y="52197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35239" y="541020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No-Code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ESTRUCTURA DEL PROGRAMA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 del Programa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52563"/>
            <a:ext cx="5610225" cy="1543050"/>
          </a:xfrm>
          <a:custGeom>
            <a:avLst/>
            <a:gdLst/>
            <a:ahLst/>
            <a:cxnLst/>
            <a:rect l="l" t="t" r="r" b="b"/>
            <a:pathLst>
              <a:path w="5610225" h="1543050">
                <a:moveTo>
                  <a:pt x="152407" y="0"/>
                </a:moveTo>
                <a:lnTo>
                  <a:pt x="5457818" y="0"/>
                </a:lnTo>
                <a:cubicBezTo>
                  <a:pt x="5541990" y="0"/>
                  <a:pt x="5610225" y="68235"/>
                  <a:pt x="5610225" y="152407"/>
                </a:cubicBezTo>
                <a:lnTo>
                  <a:pt x="5610225" y="1390643"/>
                </a:lnTo>
                <a:cubicBezTo>
                  <a:pt x="5610225" y="1474815"/>
                  <a:pt x="5541990" y="1543050"/>
                  <a:pt x="5457818" y="1543050"/>
                </a:cubicBezTo>
                <a:lnTo>
                  <a:pt x="152407" y="1543050"/>
                </a:lnTo>
                <a:cubicBezTo>
                  <a:pt x="68235" y="1543050"/>
                  <a:pt x="0" y="1474815"/>
                  <a:pt x="0" y="13906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917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5543" y="205100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9225" y="1936700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Datos Generales del Curso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9225" y="22796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Información fundamental del programa formativo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6013" y="1452563"/>
            <a:ext cx="5610225" cy="1543050"/>
          </a:xfrm>
          <a:custGeom>
            <a:avLst/>
            <a:gdLst/>
            <a:ahLst/>
            <a:cxnLst/>
            <a:rect l="l" t="t" r="r" b="b"/>
            <a:pathLst>
              <a:path w="5610225" h="1543050">
                <a:moveTo>
                  <a:pt x="152407" y="0"/>
                </a:moveTo>
                <a:lnTo>
                  <a:pt x="5457818" y="0"/>
                </a:lnTo>
                <a:cubicBezTo>
                  <a:pt x="5541990" y="0"/>
                  <a:pt x="5610225" y="68235"/>
                  <a:pt x="5610225" y="152407"/>
                </a:cubicBezTo>
                <a:lnTo>
                  <a:pt x="5610225" y="1390643"/>
                </a:lnTo>
                <a:cubicBezTo>
                  <a:pt x="5610225" y="1474815"/>
                  <a:pt x="5541990" y="1543050"/>
                  <a:pt x="5457818" y="1543050"/>
                </a:cubicBezTo>
                <a:lnTo>
                  <a:pt x="152407" y="1543050"/>
                </a:lnTo>
                <a:cubicBezTo>
                  <a:pt x="68235" y="1543050"/>
                  <a:pt x="0" y="1474815"/>
                  <a:pt x="0" y="13906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9375" y="1917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59897" y="205100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9475" y="1936700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del Programa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9475" y="2279600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Metas generales y específicas del curso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192363"/>
            <a:ext cx="5610225" cy="1543050"/>
          </a:xfrm>
          <a:custGeom>
            <a:avLst/>
            <a:gdLst/>
            <a:ahLst/>
            <a:cxnLst/>
            <a:rect l="l" t="t" r="r" b="b"/>
            <a:pathLst>
              <a:path w="5610225" h="1543050">
                <a:moveTo>
                  <a:pt x="152407" y="0"/>
                </a:moveTo>
                <a:lnTo>
                  <a:pt x="5457818" y="0"/>
                </a:lnTo>
                <a:cubicBezTo>
                  <a:pt x="5541990" y="0"/>
                  <a:pt x="5610225" y="68235"/>
                  <a:pt x="5610225" y="152407"/>
                </a:cubicBezTo>
                <a:lnTo>
                  <a:pt x="5610225" y="1390643"/>
                </a:lnTo>
                <a:cubicBezTo>
                  <a:pt x="5610225" y="1474815"/>
                  <a:pt x="5541990" y="1543050"/>
                  <a:pt x="5457818" y="1543050"/>
                </a:cubicBezTo>
                <a:lnTo>
                  <a:pt x="152407" y="1543050"/>
                </a:lnTo>
                <a:cubicBezTo>
                  <a:pt x="68235" y="1543050"/>
                  <a:pt x="0" y="1474815"/>
                  <a:pt x="0" y="13906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125" y="36574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8457" y="379080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9225" y="3676501"/>
            <a:ext cx="272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Estructura de Módulos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9225" y="4019401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módulos organizados temáticamente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013" y="3192363"/>
            <a:ext cx="5610225" cy="1543050"/>
          </a:xfrm>
          <a:custGeom>
            <a:avLst/>
            <a:gdLst/>
            <a:ahLst/>
            <a:cxnLst/>
            <a:rect l="l" t="t" r="r" b="b"/>
            <a:pathLst>
              <a:path w="5610225" h="1543050">
                <a:moveTo>
                  <a:pt x="152407" y="0"/>
                </a:moveTo>
                <a:lnTo>
                  <a:pt x="5457818" y="0"/>
                </a:lnTo>
                <a:cubicBezTo>
                  <a:pt x="5541990" y="0"/>
                  <a:pt x="5610225" y="68235"/>
                  <a:pt x="5610225" y="152407"/>
                </a:cubicBezTo>
                <a:lnTo>
                  <a:pt x="5610225" y="1390643"/>
                </a:lnTo>
                <a:cubicBezTo>
                  <a:pt x="5610225" y="1474815"/>
                  <a:pt x="5541990" y="1543050"/>
                  <a:pt x="5457818" y="1543050"/>
                </a:cubicBezTo>
                <a:lnTo>
                  <a:pt x="152407" y="1543050"/>
                </a:lnTo>
                <a:cubicBezTo>
                  <a:pt x="68235" y="1543050"/>
                  <a:pt x="0" y="1474815"/>
                  <a:pt x="0" y="13906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9375" y="36574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58855" y="379080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9475" y="3676501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Metodología y Evaluación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9475" y="4019401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de aprendizaje y calificación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4932313"/>
            <a:ext cx="11420475" cy="1543050"/>
          </a:xfrm>
          <a:custGeom>
            <a:avLst/>
            <a:gdLst/>
            <a:ahLst/>
            <a:cxnLst/>
            <a:rect l="l" t="t" r="r" b="b"/>
            <a:pathLst>
              <a:path w="11420475" h="1543050">
                <a:moveTo>
                  <a:pt x="152407" y="0"/>
                </a:moveTo>
                <a:lnTo>
                  <a:pt x="11268068" y="0"/>
                </a:lnTo>
                <a:cubicBezTo>
                  <a:pt x="11352240" y="0"/>
                  <a:pt x="11420475" y="68235"/>
                  <a:pt x="11420475" y="152407"/>
                </a:cubicBezTo>
                <a:lnTo>
                  <a:pt x="11420475" y="1390643"/>
                </a:lnTo>
                <a:cubicBezTo>
                  <a:pt x="11420475" y="1474815"/>
                  <a:pt x="11352240" y="1543050"/>
                  <a:pt x="11268068" y="1543050"/>
                </a:cubicBezTo>
                <a:lnTo>
                  <a:pt x="152407" y="1543050"/>
                </a:lnTo>
                <a:cubicBezTo>
                  <a:pt x="68235" y="1543050"/>
                  <a:pt x="0" y="1474815"/>
                  <a:pt x="0" y="13906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125" y="53974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50391" y="5530751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9225" y="5416451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Perfil de Salida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9225" y="5759351"/>
            <a:ext cx="421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Competencias y habilidades adquiridas al finalizar el programa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INFORMACIÓN DEL PROGRAMA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Datos Generales del Curso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3695700" cy="1724025"/>
          </a:xfrm>
          <a:custGeom>
            <a:avLst/>
            <a:gdLst/>
            <a:ahLst/>
            <a:cxnLst/>
            <a:rect l="l" t="t" r="r" b="b"/>
            <a:pathLst>
              <a:path w="3695700" h="1724025">
                <a:moveTo>
                  <a:pt x="152404" y="0"/>
                </a:moveTo>
                <a:lnTo>
                  <a:pt x="3543296" y="0"/>
                </a:lnTo>
                <a:cubicBezTo>
                  <a:pt x="3627466" y="0"/>
                  <a:pt x="3695700" y="68234"/>
                  <a:pt x="3695700" y="152404"/>
                </a:cubicBezTo>
                <a:lnTo>
                  <a:pt x="3695700" y="1571621"/>
                </a:lnTo>
                <a:cubicBezTo>
                  <a:pt x="3695700" y="1655791"/>
                  <a:pt x="3627466" y="1724025"/>
                  <a:pt x="3543296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2469" y="1552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81025" y="199072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Nombre del Curso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333625"/>
            <a:ext cx="3381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 Generativa aplicada a la Empresa (No-Code)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46513" y="1223963"/>
            <a:ext cx="3695700" cy="1724025"/>
          </a:xfrm>
          <a:custGeom>
            <a:avLst/>
            <a:gdLst/>
            <a:ahLst/>
            <a:cxnLst/>
            <a:rect l="l" t="t" r="r" b="b"/>
            <a:pathLst>
              <a:path w="3695700" h="1724025">
                <a:moveTo>
                  <a:pt x="152404" y="0"/>
                </a:moveTo>
                <a:lnTo>
                  <a:pt x="3543296" y="0"/>
                </a:lnTo>
                <a:cubicBezTo>
                  <a:pt x="3627466" y="0"/>
                  <a:pt x="3695700" y="68234"/>
                  <a:pt x="3695700" y="152404"/>
                </a:cubicBezTo>
                <a:lnTo>
                  <a:pt x="3695700" y="1571621"/>
                </a:lnTo>
                <a:cubicBezTo>
                  <a:pt x="3695700" y="1655791"/>
                  <a:pt x="3627466" y="1724025"/>
                  <a:pt x="3543296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177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5125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441775" y="199072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Duración Total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1775" y="2333625"/>
            <a:ext cx="3381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280 horas distribuidas en 14 semanas de formación intensiva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7263" y="1223963"/>
            <a:ext cx="3695700" cy="1724025"/>
          </a:xfrm>
          <a:custGeom>
            <a:avLst/>
            <a:gdLst/>
            <a:ahLst/>
            <a:cxnLst/>
            <a:rect l="l" t="t" r="r" b="b"/>
            <a:pathLst>
              <a:path w="3695700" h="1724025">
                <a:moveTo>
                  <a:pt x="152404" y="0"/>
                </a:moveTo>
                <a:lnTo>
                  <a:pt x="3543296" y="0"/>
                </a:lnTo>
                <a:cubicBezTo>
                  <a:pt x="3627466" y="0"/>
                  <a:pt x="3695700" y="68234"/>
                  <a:pt x="3695700" y="152404"/>
                </a:cubicBezTo>
                <a:lnTo>
                  <a:pt x="3695700" y="1571621"/>
                </a:lnTo>
                <a:cubicBezTo>
                  <a:pt x="3695700" y="1655791"/>
                  <a:pt x="3627466" y="1724025"/>
                  <a:pt x="3543296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526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35876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1570" y="20836"/>
                </a:moveTo>
                <a:cubicBezTo>
                  <a:pt x="181570" y="15887"/>
                  <a:pt x="177589" y="11906"/>
                  <a:pt x="172641" y="11906"/>
                </a:cubicBezTo>
                <a:cubicBezTo>
                  <a:pt x="167692" y="11906"/>
                  <a:pt x="163711" y="15887"/>
                  <a:pt x="163711" y="20836"/>
                </a:cubicBezTo>
                <a:lnTo>
                  <a:pt x="163711" y="169664"/>
                </a:lnTo>
                <a:cubicBezTo>
                  <a:pt x="163711" y="174613"/>
                  <a:pt x="167692" y="178594"/>
                  <a:pt x="172641" y="178594"/>
                </a:cubicBezTo>
                <a:cubicBezTo>
                  <a:pt x="177589" y="178594"/>
                  <a:pt x="181570" y="174613"/>
                  <a:pt x="181570" y="169664"/>
                </a:cubicBezTo>
                <a:lnTo>
                  <a:pt x="181570" y="20836"/>
                </a:lnTo>
                <a:close/>
                <a:moveTo>
                  <a:pt x="133945" y="47625"/>
                </a:moveTo>
                <a:cubicBezTo>
                  <a:pt x="128997" y="47625"/>
                  <a:pt x="125016" y="51606"/>
                  <a:pt x="125016" y="56555"/>
                </a:cubicBezTo>
                <a:lnTo>
                  <a:pt x="125016" y="169664"/>
                </a:lnTo>
                <a:cubicBezTo>
                  <a:pt x="125016" y="174613"/>
                  <a:pt x="128997" y="178594"/>
                  <a:pt x="133945" y="178594"/>
                </a:cubicBezTo>
                <a:cubicBezTo>
                  <a:pt x="138894" y="178594"/>
                  <a:pt x="142875" y="174613"/>
                  <a:pt x="142875" y="169664"/>
                </a:cubicBezTo>
                <a:lnTo>
                  <a:pt x="142875" y="56555"/>
                </a:lnTo>
                <a:cubicBezTo>
                  <a:pt x="142875" y="51606"/>
                  <a:pt x="138894" y="47625"/>
                  <a:pt x="133945" y="47625"/>
                </a:cubicBezTo>
                <a:close/>
                <a:moveTo>
                  <a:pt x="104180" y="92273"/>
                </a:moveTo>
                <a:cubicBezTo>
                  <a:pt x="104180" y="87325"/>
                  <a:pt x="100199" y="83344"/>
                  <a:pt x="95250" y="83344"/>
                </a:cubicBezTo>
                <a:cubicBezTo>
                  <a:pt x="90301" y="83344"/>
                  <a:pt x="86320" y="87325"/>
                  <a:pt x="86320" y="92273"/>
                </a:cubicBezTo>
                <a:lnTo>
                  <a:pt x="86320" y="169664"/>
                </a:lnTo>
                <a:cubicBezTo>
                  <a:pt x="86320" y="174613"/>
                  <a:pt x="90301" y="178594"/>
                  <a:pt x="95250" y="178594"/>
                </a:cubicBezTo>
                <a:cubicBezTo>
                  <a:pt x="100199" y="178594"/>
                  <a:pt x="104180" y="174613"/>
                  <a:pt x="104180" y="169664"/>
                </a:cubicBezTo>
                <a:lnTo>
                  <a:pt x="104180" y="92273"/>
                </a:lnTo>
                <a:close/>
                <a:moveTo>
                  <a:pt x="56555" y="119063"/>
                </a:moveTo>
                <a:cubicBezTo>
                  <a:pt x="51606" y="119063"/>
                  <a:pt x="47625" y="123044"/>
                  <a:pt x="47625" y="127992"/>
                </a:cubicBezTo>
                <a:lnTo>
                  <a:pt x="47625" y="169664"/>
                </a:lnTo>
                <a:cubicBezTo>
                  <a:pt x="47625" y="174613"/>
                  <a:pt x="51606" y="178594"/>
                  <a:pt x="56555" y="178594"/>
                </a:cubicBezTo>
                <a:cubicBezTo>
                  <a:pt x="61503" y="178594"/>
                  <a:pt x="65484" y="174613"/>
                  <a:pt x="65484" y="169664"/>
                </a:cubicBezTo>
                <a:lnTo>
                  <a:pt x="65484" y="127992"/>
                </a:lnTo>
                <a:cubicBezTo>
                  <a:pt x="65484" y="123044"/>
                  <a:pt x="61503" y="119063"/>
                  <a:pt x="56555" y="119063"/>
                </a:cubicBezTo>
                <a:close/>
                <a:moveTo>
                  <a:pt x="17859" y="142875"/>
                </a:moveTo>
                <a:cubicBezTo>
                  <a:pt x="12911" y="142875"/>
                  <a:pt x="8930" y="146856"/>
                  <a:pt x="8930" y="151805"/>
                </a:cubicBezTo>
                <a:lnTo>
                  <a:pt x="8930" y="169664"/>
                </a:lnTo>
                <a:cubicBezTo>
                  <a:pt x="8930" y="174613"/>
                  <a:pt x="12911" y="178594"/>
                  <a:pt x="17859" y="178594"/>
                </a:cubicBezTo>
                <a:cubicBezTo>
                  <a:pt x="22808" y="178594"/>
                  <a:pt x="26789" y="174613"/>
                  <a:pt x="26789" y="169664"/>
                </a:cubicBezTo>
                <a:lnTo>
                  <a:pt x="26789" y="151805"/>
                </a:lnTo>
                <a:cubicBezTo>
                  <a:pt x="26789" y="146856"/>
                  <a:pt x="22808" y="142875"/>
                  <a:pt x="17859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526" y="199072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2526" y="2333625"/>
            <a:ext cx="3381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Usuario - No se requiere experiencia previa en programación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109913"/>
            <a:ext cx="5629275" cy="1266825"/>
          </a:xfrm>
          <a:custGeom>
            <a:avLst/>
            <a:gdLst/>
            <a:ahLst/>
            <a:cxnLst/>
            <a:rect l="l" t="t" r="r" b="b"/>
            <a:pathLst>
              <a:path w="5629275" h="1266825">
                <a:moveTo>
                  <a:pt x="152399" y="0"/>
                </a:moveTo>
                <a:lnTo>
                  <a:pt x="5476876" y="0"/>
                </a:lnTo>
                <a:cubicBezTo>
                  <a:pt x="5561044" y="0"/>
                  <a:pt x="5629275" y="68231"/>
                  <a:pt x="5629275" y="152399"/>
                </a:cubicBezTo>
                <a:lnTo>
                  <a:pt x="5629275" y="1114426"/>
                </a:lnTo>
                <a:cubicBezTo>
                  <a:pt x="5629275" y="1198594"/>
                  <a:pt x="5561044" y="1266825"/>
                  <a:pt x="5476876" y="1266825"/>
                </a:cubicBezTo>
                <a:lnTo>
                  <a:pt x="152399" y="1266825"/>
                </a:lnTo>
                <a:cubicBezTo>
                  <a:pt x="68231" y="1266825"/>
                  <a:pt x="0" y="1198594"/>
                  <a:pt x="0" y="11144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025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0563" y="34385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11906"/>
                </a:moveTo>
                <a:cubicBezTo>
                  <a:pt x="34491" y="11906"/>
                  <a:pt x="23812" y="22585"/>
                  <a:pt x="23812" y="35719"/>
                </a:cubicBezTo>
                <a:lnTo>
                  <a:pt x="23812" y="125016"/>
                </a:lnTo>
                <a:lnTo>
                  <a:pt x="47625" y="125016"/>
                </a:lnTo>
                <a:lnTo>
                  <a:pt x="47625" y="35719"/>
                </a:lnTo>
                <a:lnTo>
                  <a:pt x="190500" y="35719"/>
                </a:lnTo>
                <a:lnTo>
                  <a:pt x="190500" y="125016"/>
                </a:lnTo>
                <a:lnTo>
                  <a:pt x="214313" y="125016"/>
                </a:lnTo>
                <a:lnTo>
                  <a:pt x="214313" y="35719"/>
                </a:lnTo>
                <a:cubicBezTo>
                  <a:pt x="214313" y="22585"/>
                  <a:pt x="203634" y="11906"/>
                  <a:pt x="190500" y="11906"/>
                </a:cubicBezTo>
                <a:lnTo>
                  <a:pt x="47625" y="11906"/>
                </a:lnTo>
                <a:close/>
                <a:moveTo>
                  <a:pt x="7144" y="142875"/>
                </a:moveTo>
                <a:cubicBezTo>
                  <a:pt x="3200" y="142875"/>
                  <a:pt x="0" y="146075"/>
                  <a:pt x="0" y="150019"/>
                </a:cubicBezTo>
                <a:cubicBezTo>
                  <a:pt x="0" y="165795"/>
                  <a:pt x="12799" y="178594"/>
                  <a:pt x="28575" y="178594"/>
                </a:cubicBezTo>
                <a:lnTo>
                  <a:pt x="209550" y="178594"/>
                </a:lnTo>
                <a:cubicBezTo>
                  <a:pt x="225326" y="178594"/>
                  <a:pt x="238125" y="165795"/>
                  <a:pt x="238125" y="150019"/>
                </a:cubicBezTo>
                <a:cubicBezTo>
                  <a:pt x="238125" y="146075"/>
                  <a:pt x="234925" y="142875"/>
                  <a:pt x="230981" y="142875"/>
                </a:cubicBezTo>
                <a:lnTo>
                  <a:pt x="7144" y="1428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1190625" y="330517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Modalidad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0625" y="3609975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con clases en directo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95388" y="3900488"/>
            <a:ext cx="657225" cy="276225"/>
          </a:xfrm>
          <a:custGeom>
            <a:avLst/>
            <a:gdLst/>
            <a:ahLst/>
            <a:cxnLst/>
            <a:rect l="l" t="t" r="r" b="b"/>
            <a:pathLst>
              <a:path w="657225" h="276225">
                <a:moveTo>
                  <a:pt x="138113" y="0"/>
                </a:moveTo>
                <a:lnTo>
                  <a:pt x="519113" y="0"/>
                </a:lnTo>
                <a:cubicBezTo>
                  <a:pt x="595339" y="0"/>
                  <a:pt x="657225" y="61886"/>
                  <a:pt x="657225" y="138113"/>
                </a:cubicBezTo>
                <a:lnTo>
                  <a:pt x="657225" y="138113"/>
                </a:lnTo>
                <a:cubicBezTo>
                  <a:pt x="657225" y="214339"/>
                  <a:pt x="595339" y="276225"/>
                  <a:pt x="519113" y="276225"/>
                </a:cubicBezTo>
                <a:lnTo>
                  <a:pt x="138113" y="276225"/>
                </a:lnTo>
                <a:cubicBezTo>
                  <a:pt x="61886" y="276225"/>
                  <a:pt x="0" y="214339"/>
                  <a:pt x="0" y="138113"/>
                </a:cubicBezTo>
                <a:lnTo>
                  <a:pt x="0" y="138113"/>
                </a:lnTo>
                <a:cubicBezTo>
                  <a:pt x="0" y="61886"/>
                  <a:pt x="61886" y="0"/>
                  <a:pt x="1381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90625" y="3895725"/>
            <a:ext cx="714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vivo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38784" y="3900488"/>
            <a:ext cx="866775" cy="276225"/>
          </a:xfrm>
          <a:custGeom>
            <a:avLst/>
            <a:gdLst/>
            <a:ahLst/>
            <a:cxnLst/>
            <a:rect l="l" t="t" r="r" b="b"/>
            <a:pathLst>
              <a:path w="866775" h="276225">
                <a:moveTo>
                  <a:pt x="138113" y="0"/>
                </a:moveTo>
                <a:lnTo>
                  <a:pt x="728663" y="0"/>
                </a:lnTo>
                <a:cubicBezTo>
                  <a:pt x="804889" y="0"/>
                  <a:pt x="866775" y="61886"/>
                  <a:pt x="866775" y="138113"/>
                </a:cubicBezTo>
                <a:lnTo>
                  <a:pt x="866775" y="138113"/>
                </a:lnTo>
                <a:cubicBezTo>
                  <a:pt x="866775" y="214339"/>
                  <a:pt x="804889" y="276225"/>
                  <a:pt x="728663" y="276225"/>
                </a:cubicBezTo>
                <a:lnTo>
                  <a:pt x="138113" y="276225"/>
                </a:lnTo>
                <a:cubicBezTo>
                  <a:pt x="61886" y="276225"/>
                  <a:pt x="0" y="214339"/>
                  <a:pt x="0" y="138113"/>
                </a:cubicBezTo>
                <a:lnTo>
                  <a:pt x="0" y="138113"/>
                </a:lnTo>
                <a:cubicBezTo>
                  <a:pt x="0" y="61886"/>
                  <a:pt x="61886" y="0"/>
                  <a:pt x="1381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34021" y="3895725"/>
            <a:ext cx="923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963" y="3109913"/>
            <a:ext cx="5629275" cy="1266825"/>
          </a:xfrm>
          <a:custGeom>
            <a:avLst/>
            <a:gdLst/>
            <a:ahLst/>
            <a:cxnLst/>
            <a:rect l="l" t="t" r="r" b="b"/>
            <a:pathLst>
              <a:path w="5629275" h="1266825">
                <a:moveTo>
                  <a:pt x="152399" y="0"/>
                </a:moveTo>
                <a:lnTo>
                  <a:pt x="5476876" y="0"/>
                </a:lnTo>
                <a:cubicBezTo>
                  <a:pt x="5561044" y="0"/>
                  <a:pt x="5629275" y="68231"/>
                  <a:pt x="5629275" y="152399"/>
                </a:cubicBezTo>
                <a:lnTo>
                  <a:pt x="5629275" y="1114426"/>
                </a:lnTo>
                <a:cubicBezTo>
                  <a:pt x="5629275" y="1198594"/>
                  <a:pt x="5561044" y="1266825"/>
                  <a:pt x="5476876" y="1266825"/>
                </a:cubicBezTo>
                <a:lnTo>
                  <a:pt x="152399" y="1266825"/>
                </a:lnTo>
                <a:cubicBezTo>
                  <a:pt x="68231" y="1266825"/>
                  <a:pt x="0" y="1198594"/>
                  <a:pt x="0" y="11144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2225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3669" y="34385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981825" y="3305175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81825" y="3609975"/>
            <a:ext cx="2266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Plataformas gratuitas y No-Code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86588" y="3900488"/>
            <a:ext cx="771525" cy="276225"/>
          </a:xfrm>
          <a:custGeom>
            <a:avLst/>
            <a:gdLst/>
            <a:ahLst/>
            <a:cxnLst/>
            <a:rect l="l" t="t" r="r" b="b"/>
            <a:pathLst>
              <a:path w="771525" h="276225">
                <a:moveTo>
                  <a:pt x="138113" y="0"/>
                </a:moveTo>
                <a:lnTo>
                  <a:pt x="633413" y="0"/>
                </a:lnTo>
                <a:cubicBezTo>
                  <a:pt x="709639" y="0"/>
                  <a:pt x="771525" y="61886"/>
                  <a:pt x="771525" y="138113"/>
                </a:cubicBezTo>
                <a:lnTo>
                  <a:pt x="771525" y="138113"/>
                </a:lnTo>
                <a:cubicBezTo>
                  <a:pt x="771525" y="214339"/>
                  <a:pt x="709639" y="276225"/>
                  <a:pt x="633413" y="276225"/>
                </a:cubicBezTo>
                <a:lnTo>
                  <a:pt x="138113" y="276225"/>
                </a:lnTo>
                <a:cubicBezTo>
                  <a:pt x="61886" y="276225"/>
                  <a:pt x="0" y="214339"/>
                  <a:pt x="0" y="138113"/>
                </a:cubicBezTo>
                <a:lnTo>
                  <a:pt x="0" y="138113"/>
                </a:lnTo>
                <a:cubicBezTo>
                  <a:pt x="0" y="61886"/>
                  <a:pt x="61886" y="0"/>
                  <a:pt x="1381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1825" y="3895725"/>
            <a:ext cx="828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Gratuitas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846665" y="3900488"/>
            <a:ext cx="781050" cy="276225"/>
          </a:xfrm>
          <a:custGeom>
            <a:avLst/>
            <a:gdLst/>
            <a:ahLst/>
            <a:cxnLst/>
            <a:rect l="l" t="t" r="r" b="b"/>
            <a:pathLst>
              <a:path w="781050" h="276225">
                <a:moveTo>
                  <a:pt x="138113" y="0"/>
                </a:moveTo>
                <a:lnTo>
                  <a:pt x="642938" y="0"/>
                </a:lnTo>
                <a:cubicBezTo>
                  <a:pt x="719164" y="0"/>
                  <a:pt x="781050" y="61886"/>
                  <a:pt x="781050" y="138113"/>
                </a:cubicBezTo>
                <a:lnTo>
                  <a:pt x="781050" y="138113"/>
                </a:lnTo>
                <a:cubicBezTo>
                  <a:pt x="781050" y="214339"/>
                  <a:pt x="719164" y="276225"/>
                  <a:pt x="642938" y="276225"/>
                </a:cubicBezTo>
                <a:lnTo>
                  <a:pt x="138113" y="276225"/>
                </a:lnTo>
                <a:cubicBezTo>
                  <a:pt x="61886" y="276225"/>
                  <a:pt x="0" y="214339"/>
                  <a:pt x="0" y="138113"/>
                </a:cubicBezTo>
                <a:lnTo>
                  <a:pt x="0" y="138113"/>
                </a:lnTo>
                <a:cubicBezTo>
                  <a:pt x="0" y="61886"/>
                  <a:pt x="61886" y="0"/>
                  <a:pt x="1381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1903" y="3895725"/>
            <a:ext cx="838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No-Code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4538663"/>
            <a:ext cx="5629275" cy="904875"/>
          </a:xfrm>
          <a:custGeom>
            <a:avLst/>
            <a:gdLst/>
            <a:ahLst/>
            <a:cxnLst/>
            <a:rect l="l" t="t" r="r" b="b"/>
            <a:pathLst>
              <a:path w="5629275" h="904875">
                <a:moveTo>
                  <a:pt x="152399" y="0"/>
                </a:moveTo>
                <a:lnTo>
                  <a:pt x="5476876" y="0"/>
                </a:lnTo>
                <a:cubicBezTo>
                  <a:pt x="5561044" y="0"/>
                  <a:pt x="5629275" y="68231"/>
                  <a:pt x="5629275" y="152399"/>
                </a:cubicBezTo>
                <a:lnTo>
                  <a:pt x="5629275" y="752476"/>
                </a:lnTo>
                <a:cubicBezTo>
                  <a:pt x="5629275" y="836644"/>
                  <a:pt x="5561044" y="904875"/>
                  <a:pt x="5476876" y="904875"/>
                </a:cubicBezTo>
                <a:lnTo>
                  <a:pt x="152399" y="904875"/>
                </a:lnTo>
                <a:cubicBezTo>
                  <a:pt x="68288" y="904875"/>
                  <a:pt x="0" y="836587"/>
                  <a:pt x="0" y="75247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1025" y="476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6281" y="4895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1190625" y="473392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Horario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90625" y="5038725"/>
            <a:ext cx="3457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Lunes a Viernes • 4 horas diarias • 70 clases totales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963" y="4538663"/>
            <a:ext cx="5629275" cy="904875"/>
          </a:xfrm>
          <a:custGeom>
            <a:avLst/>
            <a:gdLst/>
            <a:ahLst/>
            <a:cxnLst/>
            <a:rect l="l" t="t" r="r" b="b"/>
            <a:pathLst>
              <a:path w="5629275" h="904875">
                <a:moveTo>
                  <a:pt x="152399" y="0"/>
                </a:moveTo>
                <a:lnTo>
                  <a:pt x="5476876" y="0"/>
                </a:lnTo>
                <a:cubicBezTo>
                  <a:pt x="5561044" y="0"/>
                  <a:pt x="5629275" y="68231"/>
                  <a:pt x="5629275" y="152399"/>
                </a:cubicBezTo>
                <a:lnTo>
                  <a:pt x="5629275" y="752476"/>
                </a:lnTo>
                <a:cubicBezTo>
                  <a:pt x="5629275" y="836644"/>
                  <a:pt x="5561044" y="904875"/>
                  <a:pt x="5476876" y="904875"/>
                </a:cubicBezTo>
                <a:lnTo>
                  <a:pt x="152399" y="904875"/>
                </a:lnTo>
                <a:cubicBezTo>
                  <a:pt x="68288" y="904875"/>
                  <a:pt x="0" y="836587"/>
                  <a:pt x="0" y="75247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2225" y="476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05575" y="4895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6981825" y="4733925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Fecha de Inicio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81825" y="5038725"/>
            <a:ext cx="1981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Lunes 16 de febrero de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omfire.com/36fc39f1b5b737838708e9ad08627244f97c12a5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0325" b="1032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/>
              </a:gs>
              <a:gs pos="50000">
                <a:srgbClr val="191919">
                  <a:alpha val="95000"/>
                </a:srgbClr>
              </a:gs>
              <a:gs pos="100000">
                <a:srgbClr val="191919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PROPÓSITO DEL PROGRAMA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5763" y="1900238"/>
            <a:ext cx="11420475" cy="3362325"/>
          </a:xfrm>
          <a:custGeom>
            <a:avLst/>
            <a:gdLst/>
            <a:ahLst/>
            <a:cxnLst/>
            <a:rect l="l" t="t" r="r" b="b"/>
            <a:pathLst>
              <a:path w="11420475" h="3362325">
                <a:moveTo>
                  <a:pt x="152414" y="0"/>
                </a:moveTo>
                <a:lnTo>
                  <a:pt x="11268061" y="0"/>
                </a:lnTo>
                <a:cubicBezTo>
                  <a:pt x="11352237" y="0"/>
                  <a:pt x="11420475" y="68238"/>
                  <a:pt x="11420475" y="152414"/>
                </a:cubicBezTo>
                <a:lnTo>
                  <a:pt x="11420475" y="3209911"/>
                </a:lnTo>
                <a:cubicBezTo>
                  <a:pt x="11420475" y="3294087"/>
                  <a:pt x="11352237" y="3362325"/>
                  <a:pt x="11268061" y="3362325"/>
                </a:cubicBezTo>
                <a:lnTo>
                  <a:pt x="152414" y="3362325"/>
                </a:lnTo>
                <a:cubicBezTo>
                  <a:pt x="68238" y="3362325"/>
                  <a:pt x="0" y="3294087"/>
                  <a:pt x="0" y="3209911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5325" y="2209800"/>
            <a:ext cx="10915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Capacitar a los participantes para utilizar herramientas de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 Generativa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 no-code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contextos empresariales.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0088" y="3186113"/>
            <a:ext cx="3486150" cy="1762125"/>
          </a:xfrm>
          <a:custGeom>
            <a:avLst/>
            <a:gdLst/>
            <a:ahLst/>
            <a:cxnLst/>
            <a:rect l="l" t="t" r="r" b="b"/>
            <a:pathLst>
              <a:path w="3486150" h="1762125">
                <a:moveTo>
                  <a:pt x="114291" y="0"/>
                </a:moveTo>
                <a:lnTo>
                  <a:pt x="3371859" y="0"/>
                </a:lnTo>
                <a:cubicBezTo>
                  <a:pt x="3434980" y="0"/>
                  <a:pt x="3486150" y="51170"/>
                  <a:pt x="3486150" y="114291"/>
                </a:cubicBezTo>
                <a:lnTo>
                  <a:pt x="3486150" y="1647834"/>
                </a:lnTo>
                <a:cubicBezTo>
                  <a:pt x="3486150" y="1710955"/>
                  <a:pt x="3434980" y="1762125"/>
                  <a:pt x="337185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5350" y="3381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28700" y="3514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895350" y="3952875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Mejorar Productividad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5350" y="4295775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Optimizar procesos y tareas diarias mediante IA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1288" y="3186113"/>
            <a:ext cx="3486150" cy="1762125"/>
          </a:xfrm>
          <a:custGeom>
            <a:avLst/>
            <a:gdLst/>
            <a:ahLst/>
            <a:cxnLst/>
            <a:rect l="l" t="t" r="r" b="b"/>
            <a:pathLst>
              <a:path w="3486150" h="1762125">
                <a:moveTo>
                  <a:pt x="114291" y="0"/>
                </a:moveTo>
                <a:lnTo>
                  <a:pt x="3371859" y="0"/>
                </a:lnTo>
                <a:cubicBezTo>
                  <a:pt x="3434980" y="0"/>
                  <a:pt x="3486150" y="51170"/>
                  <a:pt x="3486150" y="114291"/>
                </a:cubicBezTo>
                <a:lnTo>
                  <a:pt x="3486150" y="1647834"/>
                </a:lnTo>
                <a:cubicBezTo>
                  <a:pt x="3486150" y="1710955"/>
                  <a:pt x="3434980" y="1762125"/>
                  <a:pt x="337185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46550" y="3381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56088" y="35147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4546550" y="3952875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Automatizar Procesos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46550" y="4295775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workflows inteligentes sin programación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02488" y="3186113"/>
            <a:ext cx="3486150" cy="1762125"/>
          </a:xfrm>
          <a:custGeom>
            <a:avLst/>
            <a:gdLst/>
            <a:ahLst/>
            <a:cxnLst/>
            <a:rect l="l" t="t" r="r" b="b"/>
            <a:pathLst>
              <a:path w="3486150" h="1762125">
                <a:moveTo>
                  <a:pt x="114291" y="0"/>
                </a:moveTo>
                <a:lnTo>
                  <a:pt x="3371859" y="0"/>
                </a:lnTo>
                <a:cubicBezTo>
                  <a:pt x="3434980" y="0"/>
                  <a:pt x="3486150" y="51170"/>
                  <a:pt x="3486150" y="114291"/>
                </a:cubicBezTo>
                <a:lnTo>
                  <a:pt x="3486150" y="1647834"/>
                </a:lnTo>
                <a:cubicBezTo>
                  <a:pt x="3486150" y="1710955"/>
                  <a:pt x="3434980" y="1762125"/>
                  <a:pt x="3371859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97751" y="3381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307288" y="35147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8197751" y="3952875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Diseñar Agentes IA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97751" y="4295775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Desarrollar soluciones basadas en agentes de IA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187476" y="5495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311301" y="561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2682776" y="557212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 necesidad de programación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89327" y="5495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213152" y="561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5"/>
          <p:cNvSpPr/>
          <p:nvPr/>
        </p:nvSpPr>
        <p:spPr>
          <a:xfrm>
            <a:off x="5584627" y="5572125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 práctico empresarial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856041" y="5495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979866" y="561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8"/>
          <p:cNvSpPr/>
          <p:nvPr/>
        </p:nvSpPr>
        <p:spPr>
          <a:xfrm>
            <a:off x="8351341" y="5572125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accesibles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COMPETENCIAS A DESARROLLAR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Específicos del Curso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 finalizar el curso, el estudiante será capaz de: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04963"/>
            <a:ext cx="2733675" cy="1895475"/>
          </a:xfrm>
          <a:custGeom>
            <a:avLst/>
            <a:gdLst/>
            <a:ahLst/>
            <a:cxnLst/>
            <a:rect l="l" t="t" r="r" b="b"/>
            <a:pathLst>
              <a:path w="2733675" h="1895475">
                <a:moveTo>
                  <a:pt x="114297" y="0"/>
                </a:moveTo>
                <a:lnTo>
                  <a:pt x="2619378" y="0"/>
                </a:lnTo>
                <a:cubicBezTo>
                  <a:pt x="2682460" y="0"/>
                  <a:pt x="2733675" y="51215"/>
                  <a:pt x="2733675" y="114297"/>
                </a:cubicBezTo>
                <a:lnTo>
                  <a:pt x="2733675" y="1781178"/>
                </a:lnTo>
                <a:cubicBezTo>
                  <a:pt x="2733675" y="1844260"/>
                  <a:pt x="2682460" y="1895475"/>
                  <a:pt x="2619378" y="1895475"/>
                </a:cubicBezTo>
                <a:lnTo>
                  <a:pt x="114297" y="1895475"/>
                </a:lnTo>
                <a:cubicBezTo>
                  <a:pt x="51215" y="1895475"/>
                  <a:pt x="0" y="1844260"/>
                  <a:pt x="0" y="1781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800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10654" y="189547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3717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Fundamentos de 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676525"/>
            <a:ext cx="2419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Comprender los fundamentos de la IA y su evolución histórica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81363" y="1604963"/>
            <a:ext cx="2733675" cy="1895475"/>
          </a:xfrm>
          <a:custGeom>
            <a:avLst/>
            <a:gdLst/>
            <a:ahLst/>
            <a:cxnLst/>
            <a:rect l="l" t="t" r="r" b="b"/>
            <a:pathLst>
              <a:path w="2733675" h="1895475">
                <a:moveTo>
                  <a:pt x="114297" y="0"/>
                </a:moveTo>
                <a:lnTo>
                  <a:pt x="2619378" y="0"/>
                </a:lnTo>
                <a:cubicBezTo>
                  <a:pt x="2682460" y="0"/>
                  <a:pt x="2733675" y="51215"/>
                  <a:pt x="2733675" y="114297"/>
                </a:cubicBezTo>
                <a:lnTo>
                  <a:pt x="2733675" y="1781178"/>
                </a:lnTo>
                <a:cubicBezTo>
                  <a:pt x="2733675" y="1844260"/>
                  <a:pt x="2682460" y="1895475"/>
                  <a:pt x="2619378" y="1895475"/>
                </a:cubicBezTo>
                <a:lnTo>
                  <a:pt x="114297" y="1895475"/>
                </a:lnTo>
                <a:cubicBezTo>
                  <a:pt x="51215" y="1895475"/>
                  <a:pt x="0" y="1844260"/>
                  <a:pt x="0" y="1781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6625" y="1800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588990" y="18954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6625" y="23717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6625" y="2676525"/>
            <a:ext cx="2419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Identificar los distintos tipos de IA y sus aplicaciones prácticas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6963" y="1604963"/>
            <a:ext cx="2733675" cy="1895475"/>
          </a:xfrm>
          <a:custGeom>
            <a:avLst/>
            <a:gdLst/>
            <a:ahLst/>
            <a:cxnLst/>
            <a:rect l="l" t="t" r="r" b="b"/>
            <a:pathLst>
              <a:path w="2733675" h="1895475">
                <a:moveTo>
                  <a:pt x="114297" y="0"/>
                </a:moveTo>
                <a:lnTo>
                  <a:pt x="2619378" y="0"/>
                </a:lnTo>
                <a:cubicBezTo>
                  <a:pt x="2682460" y="0"/>
                  <a:pt x="2733675" y="51215"/>
                  <a:pt x="2733675" y="114297"/>
                </a:cubicBezTo>
                <a:lnTo>
                  <a:pt x="2733675" y="1781178"/>
                </a:lnTo>
                <a:cubicBezTo>
                  <a:pt x="2733675" y="1844260"/>
                  <a:pt x="2682460" y="1895475"/>
                  <a:pt x="2619378" y="1895475"/>
                </a:cubicBezTo>
                <a:lnTo>
                  <a:pt x="114297" y="1895475"/>
                </a:lnTo>
                <a:cubicBezTo>
                  <a:pt x="51215" y="1895475"/>
                  <a:pt x="0" y="1844260"/>
                  <a:pt x="0" y="1781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2225" y="1800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83846" y="18954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2225" y="23717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2225" y="2676525"/>
            <a:ext cx="2419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Utilizar herramientas de IA generativa para tareas empresariales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72563" y="1604963"/>
            <a:ext cx="2733675" cy="1895475"/>
          </a:xfrm>
          <a:custGeom>
            <a:avLst/>
            <a:gdLst/>
            <a:ahLst/>
            <a:cxnLst/>
            <a:rect l="l" t="t" r="r" b="b"/>
            <a:pathLst>
              <a:path w="2733675" h="1895475">
                <a:moveTo>
                  <a:pt x="114297" y="0"/>
                </a:moveTo>
                <a:lnTo>
                  <a:pt x="2619378" y="0"/>
                </a:lnTo>
                <a:cubicBezTo>
                  <a:pt x="2682460" y="0"/>
                  <a:pt x="2733675" y="51215"/>
                  <a:pt x="2733675" y="114297"/>
                </a:cubicBezTo>
                <a:lnTo>
                  <a:pt x="2733675" y="1781178"/>
                </a:lnTo>
                <a:cubicBezTo>
                  <a:pt x="2733675" y="1844260"/>
                  <a:pt x="2682460" y="1895475"/>
                  <a:pt x="2619378" y="1895475"/>
                </a:cubicBezTo>
                <a:lnTo>
                  <a:pt x="114297" y="1895475"/>
                </a:lnTo>
                <a:cubicBezTo>
                  <a:pt x="51215" y="1895475"/>
                  <a:pt x="0" y="1844260"/>
                  <a:pt x="0" y="1781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7825" y="1800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379446" y="18954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7825" y="23717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67825" y="2676525"/>
            <a:ext cx="2419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Diseñar prompts efectivos para diferentes áreas de negocio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3662362"/>
            <a:ext cx="2733675" cy="1685925"/>
          </a:xfrm>
          <a:custGeom>
            <a:avLst/>
            <a:gdLst/>
            <a:ahLst/>
            <a:cxnLst/>
            <a:rect l="l" t="t" r="r" b="b"/>
            <a:pathLst>
              <a:path w="2733675" h="1685925">
                <a:moveTo>
                  <a:pt x="114306" y="0"/>
                </a:moveTo>
                <a:lnTo>
                  <a:pt x="2619369" y="0"/>
                </a:lnTo>
                <a:cubicBezTo>
                  <a:pt x="2682499" y="0"/>
                  <a:pt x="2733675" y="51176"/>
                  <a:pt x="2733675" y="114306"/>
                </a:cubicBezTo>
                <a:lnTo>
                  <a:pt x="2733675" y="1571619"/>
                </a:lnTo>
                <a:cubicBezTo>
                  <a:pt x="2733675" y="1634749"/>
                  <a:pt x="2682499" y="1685925"/>
                  <a:pt x="26193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025" y="3857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3986" y="39528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1025" y="44291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1025" y="4733925"/>
            <a:ext cx="2419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Automatizar procesos mediante plataformas no-code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81363" y="3662362"/>
            <a:ext cx="2733675" cy="1685925"/>
          </a:xfrm>
          <a:custGeom>
            <a:avLst/>
            <a:gdLst/>
            <a:ahLst/>
            <a:cxnLst/>
            <a:rect l="l" t="t" r="r" b="b"/>
            <a:pathLst>
              <a:path w="2733675" h="1685925">
                <a:moveTo>
                  <a:pt x="114306" y="0"/>
                </a:moveTo>
                <a:lnTo>
                  <a:pt x="2619369" y="0"/>
                </a:lnTo>
                <a:cubicBezTo>
                  <a:pt x="2682499" y="0"/>
                  <a:pt x="2733675" y="51176"/>
                  <a:pt x="2733675" y="114306"/>
                </a:cubicBezTo>
                <a:lnTo>
                  <a:pt x="2733675" y="1571619"/>
                </a:lnTo>
                <a:cubicBezTo>
                  <a:pt x="2733675" y="1634749"/>
                  <a:pt x="2682499" y="1685925"/>
                  <a:pt x="26193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6625" y="3857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587353" y="39528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76625" y="44291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Agentes IA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76625" y="4733925"/>
            <a:ext cx="2419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agentes de IA aplicados a contextos empresariales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6963" y="3662362"/>
            <a:ext cx="2733675" cy="1685925"/>
          </a:xfrm>
          <a:custGeom>
            <a:avLst/>
            <a:gdLst/>
            <a:ahLst/>
            <a:cxnLst/>
            <a:rect l="l" t="t" r="r" b="b"/>
            <a:pathLst>
              <a:path w="2733675" h="1685925">
                <a:moveTo>
                  <a:pt x="114306" y="0"/>
                </a:moveTo>
                <a:lnTo>
                  <a:pt x="2619369" y="0"/>
                </a:lnTo>
                <a:cubicBezTo>
                  <a:pt x="2682499" y="0"/>
                  <a:pt x="2733675" y="51176"/>
                  <a:pt x="2733675" y="114306"/>
                </a:cubicBezTo>
                <a:lnTo>
                  <a:pt x="2733675" y="1571619"/>
                </a:lnTo>
                <a:cubicBezTo>
                  <a:pt x="2733675" y="1634749"/>
                  <a:pt x="2682499" y="1685925"/>
                  <a:pt x="26193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2225" y="3857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91288" y="39528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72225" y="44291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Aplicación Departamental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2225" y="4733925"/>
            <a:ext cx="2419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Aplicar IA en distintos departamentos organizacionales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72563" y="3662362"/>
            <a:ext cx="2733675" cy="1685925"/>
          </a:xfrm>
          <a:custGeom>
            <a:avLst/>
            <a:gdLst/>
            <a:ahLst/>
            <a:cxnLst/>
            <a:rect l="l" t="t" r="r" b="b"/>
            <a:pathLst>
              <a:path w="2733675" h="1685925">
                <a:moveTo>
                  <a:pt x="114306" y="0"/>
                </a:moveTo>
                <a:lnTo>
                  <a:pt x="2619369" y="0"/>
                </a:lnTo>
                <a:cubicBezTo>
                  <a:pt x="2682499" y="0"/>
                  <a:pt x="2733675" y="51176"/>
                  <a:pt x="2733675" y="114306"/>
                </a:cubicBezTo>
                <a:lnTo>
                  <a:pt x="2733675" y="1571619"/>
                </a:lnTo>
                <a:cubicBezTo>
                  <a:pt x="2733675" y="1634749"/>
                  <a:pt x="2682499" y="1685925"/>
                  <a:pt x="26193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67825" y="3857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77065" y="39528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67825" y="44291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Ética y Regulación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67825" y="4733925"/>
            <a:ext cx="2419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Evaluar riesgos éticos y regulatorios de la IA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5763" y="5548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0075" y="5705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981075" y="5705475"/>
            <a:ext cx="956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Profesionales capacitados para implementar soluciones de IA en sus organizaciones sin requerir conocimientos técnicos avanzados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FUNDAMENTOS DE LA INTELIGENCIA ARTIFICIAL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Módulos 1-3: Fundamentos de la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3695700" cy="5057775"/>
          </a:xfrm>
          <a:custGeom>
            <a:avLst/>
            <a:gdLst/>
            <a:ahLst/>
            <a:cxnLst/>
            <a:rect l="l" t="t" r="r" b="b"/>
            <a:pathLst>
              <a:path w="3695700" h="5057775">
                <a:moveTo>
                  <a:pt x="152411" y="0"/>
                </a:moveTo>
                <a:lnTo>
                  <a:pt x="3543289" y="0"/>
                </a:lnTo>
                <a:cubicBezTo>
                  <a:pt x="3627463" y="0"/>
                  <a:pt x="3695700" y="68237"/>
                  <a:pt x="3695700" y="152411"/>
                </a:cubicBezTo>
                <a:lnTo>
                  <a:pt x="3695700" y="4905364"/>
                </a:lnTo>
                <a:cubicBezTo>
                  <a:pt x="3695700" y="4989538"/>
                  <a:pt x="3627463" y="5057775"/>
                  <a:pt x="3543289" y="5057775"/>
                </a:cubicBezTo>
                <a:lnTo>
                  <a:pt x="152411" y="5057775"/>
                </a:lnTo>
                <a:cubicBezTo>
                  <a:pt x="68237" y="5057775"/>
                  <a:pt x="0" y="4989538"/>
                  <a:pt x="0" y="49053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9939" y="1533525"/>
            <a:ext cx="409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8725" y="1438275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 de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8725" y="1704975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horas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078" y="21431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23913" y="210502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Concepto de Inteligencia Artificial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078" y="24479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23913" y="240982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vs Automatización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078" y="27527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3913" y="2714625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IA, Machine Learning y Deep Learning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078" y="30575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3913" y="3019425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Historia de la 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078" y="33623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3913" y="3324225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Sistemas expertos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078" y="36671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23913" y="362902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Invierno de la 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078" y="39719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913" y="3933825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Auge del Machine Learning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5078" y="42767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23913" y="423862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Revolución del Deep Learning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078" y="45815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23913" y="4543425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Aparición de la IA generativa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5078" y="48863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23913" y="4848225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actual en la empresa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6513" y="1223963"/>
            <a:ext cx="3695700" cy="5057775"/>
          </a:xfrm>
          <a:custGeom>
            <a:avLst/>
            <a:gdLst/>
            <a:ahLst/>
            <a:cxnLst/>
            <a:rect l="l" t="t" r="r" b="b"/>
            <a:pathLst>
              <a:path w="3695700" h="5057775">
                <a:moveTo>
                  <a:pt x="152411" y="0"/>
                </a:moveTo>
                <a:lnTo>
                  <a:pt x="3543289" y="0"/>
                </a:lnTo>
                <a:cubicBezTo>
                  <a:pt x="3627463" y="0"/>
                  <a:pt x="3695700" y="68237"/>
                  <a:pt x="3695700" y="152411"/>
                </a:cubicBezTo>
                <a:lnTo>
                  <a:pt x="3695700" y="4905364"/>
                </a:lnTo>
                <a:cubicBezTo>
                  <a:pt x="3695700" y="4989538"/>
                  <a:pt x="3627463" y="5057775"/>
                  <a:pt x="3543289" y="5057775"/>
                </a:cubicBezTo>
                <a:lnTo>
                  <a:pt x="152411" y="5057775"/>
                </a:lnTo>
                <a:cubicBezTo>
                  <a:pt x="68237" y="5057775"/>
                  <a:pt x="0" y="4989538"/>
                  <a:pt x="0" y="49053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1775" y="1419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40002" y="1533525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89475" y="1438275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IA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89475" y="170497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horas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6538" y="2109788"/>
            <a:ext cx="3295650" cy="1419225"/>
          </a:xfrm>
          <a:custGeom>
            <a:avLst/>
            <a:gdLst/>
            <a:ahLst/>
            <a:cxnLst/>
            <a:rect l="l" t="t" r="r" b="b"/>
            <a:pathLst>
              <a:path w="3295650" h="141922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1343027"/>
                </a:lnTo>
                <a:cubicBezTo>
                  <a:pt x="3295650" y="1385110"/>
                  <a:pt x="3261535" y="1419225"/>
                  <a:pt x="3219452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5600" y="2228850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Clasificación General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65600" y="2533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IA débil vs IA fuerte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65600" y="27622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IA predictiva vs generativa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65600" y="29908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IA discriminativa vs generativa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65600" y="32194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IA simbólica vs conexionista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46538" y="3614738"/>
            <a:ext cx="3295650" cy="1190625"/>
          </a:xfrm>
          <a:custGeom>
            <a:avLst/>
            <a:gdLst/>
            <a:ahLst/>
            <a:cxnLst/>
            <a:rect l="l" t="t" r="r" b="b"/>
            <a:pathLst>
              <a:path w="3295650" h="1190625">
                <a:moveTo>
                  <a:pt x="76200" y="0"/>
                </a:moveTo>
                <a:lnTo>
                  <a:pt x="3219450" y="0"/>
                </a:lnTo>
                <a:cubicBezTo>
                  <a:pt x="3261506" y="0"/>
                  <a:pt x="3295650" y="34144"/>
                  <a:pt x="3295650" y="76200"/>
                </a:cubicBezTo>
                <a:lnTo>
                  <a:pt x="3295650" y="1114425"/>
                </a:lnTo>
                <a:cubicBezTo>
                  <a:pt x="3295650" y="1156481"/>
                  <a:pt x="3261506" y="1190625"/>
                  <a:pt x="32194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5600" y="3733800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Aprendizaje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65600" y="40386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Supervisado: predicción y clasificación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65600" y="42672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supervisado: segmentación y patrones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65600" y="44958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Por refuerzo: optimización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46538" y="4891088"/>
            <a:ext cx="3295650" cy="1190625"/>
          </a:xfrm>
          <a:custGeom>
            <a:avLst/>
            <a:gdLst/>
            <a:ahLst/>
            <a:cxnLst/>
            <a:rect l="l" t="t" r="r" b="b"/>
            <a:pathLst>
              <a:path w="3295650" h="1190625">
                <a:moveTo>
                  <a:pt x="76200" y="0"/>
                </a:moveTo>
                <a:lnTo>
                  <a:pt x="3219450" y="0"/>
                </a:lnTo>
                <a:cubicBezTo>
                  <a:pt x="3261506" y="0"/>
                  <a:pt x="3295650" y="34144"/>
                  <a:pt x="3295650" y="76200"/>
                </a:cubicBezTo>
                <a:lnTo>
                  <a:pt x="3295650" y="1114425"/>
                </a:lnTo>
                <a:cubicBezTo>
                  <a:pt x="3295650" y="1156481"/>
                  <a:pt x="3261506" y="1190625"/>
                  <a:pt x="32194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65600" y="5010150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65600" y="53149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Redes neuronales artificiales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65600" y="55435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Visión artificial y NLP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65600" y="57721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Reconocimiento de voz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7263" y="1223963"/>
            <a:ext cx="3695700" cy="5057775"/>
          </a:xfrm>
          <a:custGeom>
            <a:avLst/>
            <a:gdLst/>
            <a:ahLst/>
            <a:cxnLst/>
            <a:rect l="l" t="t" r="r" b="b"/>
            <a:pathLst>
              <a:path w="3695700" h="5057775">
                <a:moveTo>
                  <a:pt x="152411" y="0"/>
                </a:moveTo>
                <a:lnTo>
                  <a:pt x="3543289" y="0"/>
                </a:lnTo>
                <a:cubicBezTo>
                  <a:pt x="3627463" y="0"/>
                  <a:pt x="3695700" y="68237"/>
                  <a:pt x="3695700" y="152411"/>
                </a:cubicBezTo>
                <a:lnTo>
                  <a:pt x="3695700" y="4905364"/>
                </a:lnTo>
                <a:cubicBezTo>
                  <a:pt x="3695700" y="4989538"/>
                  <a:pt x="3627463" y="5057775"/>
                  <a:pt x="3543289" y="5057775"/>
                </a:cubicBezTo>
                <a:lnTo>
                  <a:pt x="152411" y="5057775"/>
                </a:lnTo>
                <a:cubicBezTo>
                  <a:pt x="68237" y="5057775"/>
                  <a:pt x="0" y="4989538"/>
                  <a:pt x="0" y="49053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02526" y="1419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399711" y="1533525"/>
            <a:ext cx="45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50226" y="14382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Fundamentos IA Generativa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50226" y="1704975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 horas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07288" y="2109788"/>
            <a:ext cx="3295650" cy="1000125"/>
          </a:xfrm>
          <a:custGeom>
            <a:avLst/>
            <a:gdLst/>
            <a:ahLst/>
            <a:cxnLst/>
            <a:rect l="l" t="t" r="r" b="b"/>
            <a:pathLst>
              <a:path w="3295650" h="1000125">
                <a:moveTo>
                  <a:pt x="76200" y="0"/>
                </a:moveTo>
                <a:lnTo>
                  <a:pt x="3219450" y="0"/>
                </a:lnTo>
                <a:cubicBezTo>
                  <a:pt x="3261534" y="0"/>
                  <a:pt x="3295650" y="34116"/>
                  <a:pt x="3295650" y="76200"/>
                </a:cubicBezTo>
                <a:lnTo>
                  <a:pt x="3295650" y="923925"/>
                </a:lnTo>
                <a:cubicBezTo>
                  <a:pt x="3295650" y="966009"/>
                  <a:pt x="3261534" y="1000125"/>
                  <a:pt x="3219450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88263" y="2286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8816876" y="226695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Concepto de IA Generativa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64451" y="25717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capaces de crear contenido nuevo y original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07288" y="3233738"/>
            <a:ext cx="3295650" cy="1000125"/>
          </a:xfrm>
          <a:custGeom>
            <a:avLst/>
            <a:gdLst/>
            <a:ahLst/>
            <a:cxnLst/>
            <a:rect l="l" t="t" r="r" b="b"/>
            <a:pathLst>
              <a:path w="3295650" h="1000125">
                <a:moveTo>
                  <a:pt x="76200" y="0"/>
                </a:moveTo>
                <a:lnTo>
                  <a:pt x="3219450" y="0"/>
                </a:lnTo>
                <a:cubicBezTo>
                  <a:pt x="3261534" y="0"/>
                  <a:pt x="3295650" y="34116"/>
                  <a:pt x="3295650" y="76200"/>
                </a:cubicBezTo>
                <a:lnTo>
                  <a:pt x="3295650" y="923925"/>
                </a:lnTo>
                <a:cubicBezTo>
                  <a:pt x="3295650" y="966009"/>
                  <a:pt x="3261534" y="1000125"/>
                  <a:pt x="3219450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76357" y="3409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9"/>
          <p:cNvSpPr/>
          <p:nvPr/>
        </p:nvSpPr>
        <p:spPr>
          <a:xfrm>
            <a:off x="8816876" y="33909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de Lenguaje LLM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64451" y="36957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Tokens, contexto y funcionamiento de modelos generativos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07288" y="4357688"/>
            <a:ext cx="3295650" cy="809625"/>
          </a:xfrm>
          <a:custGeom>
            <a:avLst/>
            <a:gdLst/>
            <a:ahLst/>
            <a:cxnLst/>
            <a:rect l="l" t="t" r="r" b="b"/>
            <a:pathLst>
              <a:path w="3295650" h="809625">
                <a:moveTo>
                  <a:pt x="76202" y="0"/>
                </a:moveTo>
                <a:lnTo>
                  <a:pt x="3219448" y="0"/>
                </a:lnTo>
                <a:cubicBezTo>
                  <a:pt x="3261533" y="0"/>
                  <a:pt x="3295650" y="34117"/>
                  <a:pt x="3295650" y="76202"/>
                </a:cubicBezTo>
                <a:lnTo>
                  <a:pt x="3295650" y="733423"/>
                </a:lnTo>
                <a:cubicBezTo>
                  <a:pt x="3295650" y="775508"/>
                  <a:pt x="3261533" y="809625"/>
                  <a:pt x="321944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88263" y="4533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8816876" y="451485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464451" y="481965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Alucinaciones y casos de uso empresariales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PRODUCTIVIDAD Y PROMPT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Módulos 4-5: Prompt Engineering y Productividad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10225" cy="4638675"/>
          </a:xfrm>
          <a:custGeom>
            <a:avLst/>
            <a:gdLst/>
            <a:ahLst/>
            <a:cxnLst/>
            <a:rect l="l" t="t" r="r" b="b"/>
            <a:pathLst>
              <a:path w="5610225" h="4638675">
                <a:moveTo>
                  <a:pt x="152380" y="0"/>
                </a:moveTo>
                <a:lnTo>
                  <a:pt x="5457845" y="0"/>
                </a:lnTo>
                <a:cubicBezTo>
                  <a:pt x="5542002" y="0"/>
                  <a:pt x="5610225" y="68223"/>
                  <a:pt x="5610225" y="152380"/>
                </a:cubicBezTo>
                <a:lnTo>
                  <a:pt x="5610225" y="4486295"/>
                </a:lnTo>
                <a:cubicBezTo>
                  <a:pt x="5610225" y="4570452"/>
                  <a:pt x="5542002" y="4638675"/>
                  <a:pt x="5457845" y="4638675"/>
                </a:cubicBezTo>
                <a:lnTo>
                  <a:pt x="152380" y="4638675"/>
                </a:lnTo>
                <a:cubicBezTo>
                  <a:pt x="68223" y="4638675"/>
                  <a:pt x="0" y="4570452"/>
                  <a:pt x="0" y="4486295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74191" y="1552575"/>
            <a:ext cx="56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3025" y="1438275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3025" y="1743075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horas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85988"/>
            <a:ext cx="5210175" cy="1419225"/>
          </a:xfrm>
          <a:custGeom>
            <a:avLst/>
            <a:gdLst/>
            <a:ahLst/>
            <a:cxnLst/>
            <a:rect l="l" t="t" r="r" b="b"/>
            <a:pathLst>
              <a:path w="5210175" h="1419225">
                <a:moveTo>
                  <a:pt x="114304" y="0"/>
                </a:moveTo>
                <a:lnTo>
                  <a:pt x="5095871" y="0"/>
                </a:lnTo>
                <a:cubicBezTo>
                  <a:pt x="5158999" y="0"/>
                  <a:pt x="5210175" y="51176"/>
                  <a:pt x="5210175" y="114304"/>
                </a:cubicBezTo>
                <a:lnTo>
                  <a:pt x="5210175" y="1304921"/>
                </a:lnTo>
                <a:cubicBezTo>
                  <a:pt x="5210175" y="1368049"/>
                  <a:pt x="5158999" y="1419225"/>
                  <a:pt x="509587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381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42875"/>
                </a:moveTo>
                <a:cubicBezTo>
                  <a:pt x="118289" y="142875"/>
                  <a:pt x="152400" y="110877"/>
                  <a:pt x="152400" y="71438"/>
                </a:cubicBezTo>
                <a:cubicBezTo>
                  <a:pt x="152400" y="31998"/>
                  <a:pt x="118289" y="0"/>
                  <a:pt x="76200" y="0"/>
                </a:cubicBezTo>
                <a:cubicBezTo>
                  <a:pt x="34111" y="0"/>
                  <a:pt x="0" y="31998"/>
                  <a:pt x="0" y="71438"/>
                </a:cubicBezTo>
                <a:cubicBezTo>
                  <a:pt x="0" y="87600"/>
                  <a:pt x="5715" y="102483"/>
                  <a:pt x="15359" y="114449"/>
                </a:cubicBezTo>
                <a:lnTo>
                  <a:pt x="833" y="141923"/>
                </a:lnTo>
                <a:cubicBezTo>
                  <a:pt x="-595" y="144601"/>
                  <a:pt x="-149" y="147876"/>
                  <a:pt x="1905" y="150108"/>
                </a:cubicBezTo>
                <a:cubicBezTo>
                  <a:pt x="3959" y="152340"/>
                  <a:pt x="7203" y="153025"/>
                  <a:pt x="9971" y="151834"/>
                </a:cubicBezTo>
                <a:lnTo>
                  <a:pt x="45214" y="136743"/>
                </a:lnTo>
                <a:cubicBezTo>
                  <a:pt x="54679" y="140672"/>
                  <a:pt x="65157" y="142875"/>
                  <a:pt x="76200" y="142875"/>
                </a:cubicBezTo>
                <a:close/>
                <a:moveTo>
                  <a:pt x="38100" y="61912"/>
                </a:moveTo>
                <a:cubicBezTo>
                  <a:pt x="43357" y="61912"/>
                  <a:pt x="47625" y="66181"/>
                  <a:pt x="47625" y="71438"/>
                </a:cubicBezTo>
                <a:cubicBezTo>
                  <a:pt x="47625" y="76694"/>
                  <a:pt x="43357" y="80962"/>
                  <a:pt x="38100" y="80962"/>
                </a:cubicBezTo>
                <a:cubicBezTo>
                  <a:pt x="32843" y="80962"/>
                  <a:pt x="28575" y="76694"/>
                  <a:pt x="28575" y="71438"/>
                </a:cubicBezTo>
                <a:cubicBezTo>
                  <a:pt x="28575" y="66181"/>
                  <a:pt x="32843" y="61912"/>
                  <a:pt x="38100" y="61912"/>
                </a:cubicBezTo>
                <a:close/>
                <a:moveTo>
                  <a:pt x="76200" y="61912"/>
                </a:moveTo>
                <a:cubicBezTo>
                  <a:pt x="81457" y="61912"/>
                  <a:pt x="85725" y="66181"/>
                  <a:pt x="85725" y="71438"/>
                </a:cubicBezTo>
                <a:cubicBezTo>
                  <a:pt x="85725" y="76694"/>
                  <a:pt x="81457" y="80962"/>
                  <a:pt x="76200" y="80962"/>
                </a:cubicBezTo>
                <a:cubicBezTo>
                  <a:pt x="70943" y="80962"/>
                  <a:pt x="66675" y="76694"/>
                  <a:pt x="66675" y="71438"/>
                </a:cubicBezTo>
                <a:cubicBezTo>
                  <a:pt x="66675" y="66181"/>
                  <a:pt x="70943" y="61912"/>
                  <a:pt x="76200" y="61912"/>
                </a:cubicBezTo>
                <a:close/>
                <a:moveTo>
                  <a:pt x="104775" y="71438"/>
                </a:moveTo>
                <a:cubicBezTo>
                  <a:pt x="104775" y="66181"/>
                  <a:pt x="109043" y="61912"/>
                  <a:pt x="114300" y="61912"/>
                </a:cubicBezTo>
                <a:cubicBezTo>
                  <a:pt x="119557" y="61912"/>
                  <a:pt x="123825" y="66181"/>
                  <a:pt x="123825" y="71438"/>
                </a:cubicBezTo>
                <a:cubicBezTo>
                  <a:pt x="123825" y="76694"/>
                  <a:pt x="119557" y="80962"/>
                  <a:pt x="114300" y="80962"/>
                </a:cubicBezTo>
                <a:cubicBezTo>
                  <a:pt x="109043" y="80962"/>
                  <a:pt x="104775" y="76694"/>
                  <a:pt x="104775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" y="234315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Concepto y Tipos de Prompts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2950" y="26860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19150" y="276225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Prompt estructurado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28975" y="26860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3305175" y="276225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Zero-shot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2950" y="31051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19150" y="318135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Few-shot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28975" y="31051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3305175" y="318135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Chain-of-thought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3729038"/>
            <a:ext cx="5210175" cy="1381125"/>
          </a:xfrm>
          <a:custGeom>
            <a:avLst/>
            <a:gdLst/>
            <a:ahLst/>
            <a:cxnLst/>
            <a:rect l="l" t="t" r="r" b="b"/>
            <a:pathLst>
              <a:path w="5210175" h="1381125">
                <a:moveTo>
                  <a:pt x="114302" y="0"/>
                </a:moveTo>
                <a:lnTo>
                  <a:pt x="5095873" y="0"/>
                </a:lnTo>
                <a:cubicBezTo>
                  <a:pt x="5159000" y="0"/>
                  <a:pt x="5210175" y="51175"/>
                  <a:pt x="5210175" y="114302"/>
                </a:cubicBezTo>
                <a:lnTo>
                  <a:pt x="5210175" y="1266823"/>
                </a:lnTo>
                <a:cubicBezTo>
                  <a:pt x="5210175" y="1329950"/>
                  <a:pt x="5159000" y="1381125"/>
                  <a:pt x="50958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3924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" y="38862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Plantillas Empresariales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2950" y="4286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95350" y="422910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Prompts por departamento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2950" y="4552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95350" y="44958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informes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2950" y="4819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95350" y="476250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Comunicación empresarial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788" y="52339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314324"/>
                </a:lnTo>
                <a:cubicBezTo>
                  <a:pt x="5210175" y="377451"/>
                  <a:pt x="5159001" y="428625"/>
                  <a:pt x="509587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850" y="53530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Dominar el arte de comunicarse efectivamente con modelos de 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6013" y="1223963"/>
            <a:ext cx="5610225" cy="4638675"/>
          </a:xfrm>
          <a:custGeom>
            <a:avLst/>
            <a:gdLst/>
            <a:ahLst/>
            <a:cxnLst/>
            <a:rect l="l" t="t" r="r" b="b"/>
            <a:pathLst>
              <a:path w="5610225" h="4638675">
                <a:moveTo>
                  <a:pt x="152380" y="0"/>
                </a:moveTo>
                <a:lnTo>
                  <a:pt x="5457845" y="0"/>
                </a:lnTo>
                <a:cubicBezTo>
                  <a:pt x="5542002" y="0"/>
                  <a:pt x="5610225" y="68223"/>
                  <a:pt x="5610225" y="152380"/>
                </a:cubicBezTo>
                <a:lnTo>
                  <a:pt x="5610225" y="4486295"/>
                </a:lnTo>
                <a:cubicBezTo>
                  <a:pt x="5610225" y="4570452"/>
                  <a:pt x="5542002" y="4638675"/>
                  <a:pt x="5457845" y="4638675"/>
                </a:cubicBezTo>
                <a:lnTo>
                  <a:pt x="152380" y="4638675"/>
                </a:lnTo>
                <a:cubicBezTo>
                  <a:pt x="68223" y="4638675"/>
                  <a:pt x="0" y="4570452"/>
                  <a:pt x="0" y="4486295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127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86227" y="1552575"/>
            <a:ext cx="56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53275" y="1438275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para Productividad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3275" y="1743075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 horas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6038" y="2185988"/>
            <a:ext cx="5210175" cy="1381125"/>
          </a:xfrm>
          <a:custGeom>
            <a:avLst/>
            <a:gdLst/>
            <a:ahLst/>
            <a:cxnLst/>
            <a:rect l="l" t="t" r="r" b="b"/>
            <a:pathLst>
              <a:path w="5210175" h="1381125">
                <a:moveTo>
                  <a:pt x="114302" y="0"/>
                </a:moveTo>
                <a:lnTo>
                  <a:pt x="5095873" y="0"/>
                </a:lnTo>
                <a:cubicBezTo>
                  <a:pt x="5159000" y="0"/>
                  <a:pt x="5210175" y="51175"/>
                  <a:pt x="5210175" y="114302"/>
                </a:cubicBezTo>
                <a:lnTo>
                  <a:pt x="5210175" y="1266823"/>
                </a:lnTo>
                <a:cubicBezTo>
                  <a:pt x="5210175" y="1329950"/>
                  <a:pt x="5159000" y="1381125"/>
                  <a:pt x="50958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91300" y="23812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6743700" y="234315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Documentación Corporativa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80584" y="27241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796088" y="2686050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Creación y edición de documentos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80584" y="2990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6796088" y="295275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Presentaciones profesionales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80584" y="3257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796088" y="32194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Hojas de cálculo con IA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6038" y="3690937"/>
            <a:ext cx="5210175" cy="1114425"/>
          </a:xfrm>
          <a:custGeom>
            <a:avLst/>
            <a:gdLst/>
            <a:ahLst/>
            <a:cxnLst/>
            <a:rect l="l" t="t" r="r" b="b"/>
            <a:pathLst>
              <a:path w="5210175" h="1114425">
                <a:moveTo>
                  <a:pt x="114295" y="0"/>
                </a:moveTo>
                <a:lnTo>
                  <a:pt x="5095880" y="0"/>
                </a:lnTo>
                <a:cubicBezTo>
                  <a:pt x="5158961" y="0"/>
                  <a:pt x="5210175" y="51214"/>
                  <a:pt x="5210175" y="114295"/>
                </a:cubicBezTo>
                <a:lnTo>
                  <a:pt x="5210175" y="1000130"/>
                </a:lnTo>
                <a:cubicBezTo>
                  <a:pt x="5210175" y="1063211"/>
                  <a:pt x="5158961" y="1114425"/>
                  <a:pt x="509588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53200" y="38862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743700" y="38481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Administrativa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80584" y="4229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6796088" y="4191000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Traducción y comunicación internacional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80584" y="4495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6796088" y="44577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contenido corporativo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6038" y="49291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314324"/>
                </a:lnTo>
                <a:cubicBezTo>
                  <a:pt x="5210175" y="377451"/>
                  <a:pt x="5159001" y="428625"/>
                  <a:pt x="509587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5100" y="50482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Aumentar la eficiencia en tareas diarias mediante 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Y MULTIMODALIDAD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Módulos 6-7: Automatización y Multimodalidad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10225" cy="4924425"/>
          </a:xfrm>
          <a:custGeom>
            <a:avLst/>
            <a:gdLst/>
            <a:ahLst/>
            <a:cxnLst/>
            <a:rect l="l" t="t" r="r" b="b"/>
            <a:pathLst>
              <a:path w="5610225" h="4924425">
                <a:moveTo>
                  <a:pt x="152411" y="0"/>
                </a:moveTo>
                <a:lnTo>
                  <a:pt x="5457814" y="0"/>
                </a:lnTo>
                <a:cubicBezTo>
                  <a:pt x="5541988" y="0"/>
                  <a:pt x="5610225" y="68237"/>
                  <a:pt x="5610225" y="152411"/>
                </a:cubicBezTo>
                <a:lnTo>
                  <a:pt x="5610225" y="4772014"/>
                </a:lnTo>
                <a:cubicBezTo>
                  <a:pt x="5610225" y="4856188"/>
                  <a:pt x="5541988" y="4924425"/>
                  <a:pt x="5457814" y="4924425"/>
                </a:cubicBezTo>
                <a:lnTo>
                  <a:pt x="152411" y="4924425"/>
                </a:lnTo>
                <a:cubicBezTo>
                  <a:pt x="68237" y="4924425"/>
                  <a:pt x="0" y="4856188"/>
                  <a:pt x="0" y="47720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72852" y="1552575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3025" y="1438275"/>
            <a:ext cx="2657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No-Code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3025" y="1743075"/>
            <a:ext cx="262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 horas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85988"/>
            <a:ext cx="5210175" cy="1419225"/>
          </a:xfrm>
          <a:custGeom>
            <a:avLst/>
            <a:gdLst/>
            <a:ahLst/>
            <a:cxnLst/>
            <a:rect l="l" t="t" r="r" b="b"/>
            <a:pathLst>
              <a:path w="5210175" h="1419225">
                <a:moveTo>
                  <a:pt x="114304" y="0"/>
                </a:moveTo>
                <a:lnTo>
                  <a:pt x="5095871" y="0"/>
                </a:lnTo>
                <a:cubicBezTo>
                  <a:pt x="5158999" y="0"/>
                  <a:pt x="5210175" y="51176"/>
                  <a:pt x="5210175" y="114304"/>
                </a:cubicBezTo>
                <a:lnTo>
                  <a:pt x="5210175" y="1304921"/>
                </a:lnTo>
                <a:cubicBezTo>
                  <a:pt x="5210175" y="1368049"/>
                  <a:pt x="5158999" y="1419225"/>
                  <a:pt x="509587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234315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de Procesos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950" y="26860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846534" y="27908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-8334"/>
                </a:moveTo>
                <a:cubicBezTo>
                  <a:pt x="37947" y="-8334"/>
                  <a:pt x="41672" y="-4610"/>
                  <a:pt x="41672" y="0"/>
                </a:cubicBezTo>
                <a:lnTo>
                  <a:pt x="41672" y="25003"/>
                </a:lnTo>
                <a:lnTo>
                  <a:pt x="75009" y="25003"/>
                </a:lnTo>
                <a:lnTo>
                  <a:pt x="75009" y="0"/>
                </a:lnTo>
                <a:cubicBezTo>
                  <a:pt x="75009" y="-4610"/>
                  <a:pt x="78734" y="-8334"/>
                  <a:pt x="83344" y="-8334"/>
                </a:cubicBezTo>
                <a:cubicBezTo>
                  <a:pt x="87954" y="-8334"/>
                  <a:pt x="91678" y="-4610"/>
                  <a:pt x="91678" y="0"/>
                </a:cubicBezTo>
                <a:lnTo>
                  <a:pt x="91678" y="25003"/>
                </a:ln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cubicBezTo>
                  <a:pt x="116681" y="37947"/>
                  <a:pt x="112957" y="41672"/>
                  <a:pt x="108347" y="41672"/>
                </a:cubicBezTo>
                <a:lnTo>
                  <a:pt x="108347" y="58341"/>
                </a:lnTo>
                <a:cubicBezTo>
                  <a:pt x="108347" y="83109"/>
                  <a:pt x="90324" y="103685"/>
                  <a:pt x="66675" y="107644"/>
                </a:cubicBezTo>
                <a:lnTo>
                  <a:pt x="66675" y="125016"/>
                </a:lnTo>
                <a:cubicBezTo>
                  <a:pt x="66675" y="129626"/>
                  <a:pt x="62951" y="133350"/>
                  <a:pt x="58341" y="133350"/>
                </a:cubicBezTo>
                <a:cubicBezTo>
                  <a:pt x="53731" y="133350"/>
                  <a:pt x="50006" y="129626"/>
                  <a:pt x="50006" y="125016"/>
                </a:cubicBezTo>
                <a:lnTo>
                  <a:pt x="50006" y="107644"/>
                </a:lnTo>
                <a:cubicBezTo>
                  <a:pt x="26357" y="103685"/>
                  <a:pt x="8334" y="83109"/>
                  <a:pt x="8334" y="58341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lnTo>
                  <a:pt x="25003" y="0"/>
                </a:lnTo>
                <a:cubicBezTo>
                  <a:pt x="25003" y="-4610"/>
                  <a:pt x="28728" y="-8334"/>
                  <a:pt x="33337" y="-83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62038" y="27622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Integraciones sin código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28975" y="26860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3324225" y="2790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20836"/>
                </a:moveTo>
                <a:cubicBezTo>
                  <a:pt x="0" y="13934"/>
                  <a:pt x="5600" y="8334"/>
                  <a:pt x="12502" y="8334"/>
                </a:cubicBezTo>
                <a:lnTo>
                  <a:pt x="37505" y="8334"/>
                </a:lnTo>
                <a:cubicBezTo>
                  <a:pt x="44407" y="8334"/>
                  <a:pt x="50006" y="13934"/>
                  <a:pt x="50006" y="20836"/>
                </a:cubicBezTo>
                <a:lnTo>
                  <a:pt x="50006" y="25003"/>
                </a:lnTo>
                <a:lnTo>
                  <a:pt x="83344" y="25003"/>
                </a:lnTo>
                <a:lnTo>
                  <a:pt x="83344" y="20836"/>
                </a:lnTo>
                <a:cubicBezTo>
                  <a:pt x="83344" y="13934"/>
                  <a:pt x="88943" y="8334"/>
                  <a:pt x="95845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45839"/>
                </a:lnTo>
                <a:cubicBezTo>
                  <a:pt x="133350" y="52741"/>
                  <a:pt x="127750" y="58341"/>
                  <a:pt x="120848" y="58341"/>
                </a:cubicBezTo>
                <a:lnTo>
                  <a:pt x="95845" y="58341"/>
                </a:lnTo>
                <a:cubicBezTo>
                  <a:pt x="88943" y="58341"/>
                  <a:pt x="83344" y="52741"/>
                  <a:pt x="83344" y="45839"/>
                </a:cubicBezTo>
                <a:lnTo>
                  <a:pt x="83344" y="41672"/>
                </a:lnTo>
                <a:lnTo>
                  <a:pt x="50006" y="41672"/>
                </a:lnTo>
                <a:lnTo>
                  <a:pt x="50006" y="45839"/>
                </a:lnTo>
                <a:cubicBezTo>
                  <a:pt x="50006" y="47740"/>
                  <a:pt x="49563" y="49563"/>
                  <a:pt x="48808" y="51178"/>
                </a:cubicBezTo>
                <a:lnTo>
                  <a:pt x="66675" y="75009"/>
                </a:lnTo>
                <a:lnTo>
                  <a:pt x="87511" y="75009"/>
                </a:lnTo>
                <a:cubicBezTo>
                  <a:pt x="94413" y="75009"/>
                  <a:pt x="100013" y="80609"/>
                  <a:pt x="100013" y="87511"/>
                </a:cubicBezTo>
                <a:lnTo>
                  <a:pt x="100013" y="112514"/>
                </a:lnTo>
                <a:cubicBezTo>
                  <a:pt x="100013" y="119416"/>
                  <a:pt x="94413" y="125016"/>
                  <a:pt x="87511" y="125016"/>
                </a:cubicBezTo>
                <a:lnTo>
                  <a:pt x="62508" y="125016"/>
                </a:lnTo>
                <a:cubicBezTo>
                  <a:pt x="55606" y="125016"/>
                  <a:pt x="50006" y="119416"/>
                  <a:pt x="50006" y="112514"/>
                </a:cubicBezTo>
                <a:lnTo>
                  <a:pt x="50006" y="87511"/>
                </a:lnTo>
                <a:cubicBezTo>
                  <a:pt x="50006" y="85610"/>
                  <a:pt x="50449" y="83787"/>
                  <a:pt x="51204" y="82172"/>
                </a:cubicBezTo>
                <a:lnTo>
                  <a:pt x="33337" y="58341"/>
                </a:lnTo>
                <a:lnTo>
                  <a:pt x="12502" y="58341"/>
                </a:lnTo>
                <a:cubicBezTo>
                  <a:pt x="5600" y="58341"/>
                  <a:pt x="0" y="52741"/>
                  <a:pt x="0" y="45839"/>
                </a:cubicBezTo>
                <a:lnTo>
                  <a:pt x="0" y="2083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3548063" y="27622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Workflows inteligentes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2950" y="31051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200" y="3209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62038" y="31813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Comunicaciones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28975" y="3105150"/>
            <a:ext cx="2409825" cy="342900"/>
          </a:xfrm>
          <a:custGeom>
            <a:avLst/>
            <a:gdLst/>
            <a:ahLst/>
            <a:cxnLst/>
            <a:rect l="l" t="t" r="r" b="b"/>
            <a:pathLst>
              <a:path w="2409825" h="342900">
                <a:moveTo>
                  <a:pt x="76199" y="0"/>
                </a:moveTo>
                <a:lnTo>
                  <a:pt x="2333626" y="0"/>
                </a:lnTo>
                <a:cubicBezTo>
                  <a:pt x="2375709" y="0"/>
                  <a:pt x="2409825" y="34116"/>
                  <a:pt x="2409825" y="76199"/>
                </a:cubicBezTo>
                <a:lnTo>
                  <a:pt x="2409825" y="266701"/>
                </a:lnTo>
                <a:cubicBezTo>
                  <a:pt x="2409825" y="308784"/>
                  <a:pt x="2375709" y="342900"/>
                  <a:pt x="23336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4225" y="3209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3548063" y="318135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Informes automáticos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788" y="3729038"/>
            <a:ext cx="5210175" cy="1495425"/>
          </a:xfrm>
          <a:custGeom>
            <a:avLst/>
            <a:gdLst/>
            <a:ahLst/>
            <a:cxnLst/>
            <a:rect l="l" t="t" r="r" b="b"/>
            <a:pathLst>
              <a:path w="5210175" h="1495425">
                <a:moveTo>
                  <a:pt x="114295" y="0"/>
                </a:moveTo>
                <a:lnTo>
                  <a:pt x="5095880" y="0"/>
                </a:lnTo>
                <a:cubicBezTo>
                  <a:pt x="5159003" y="0"/>
                  <a:pt x="5210175" y="51172"/>
                  <a:pt x="5210175" y="114295"/>
                </a:cubicBezTo>
                <a:lnTo>
                  <a:pt x="5210175" y="1381130"/>
                </a:lnTo>
                <a:cubicBezTo>
                  <a:pt x="5210175" y="1444253"/>
                  <a:pt x="5159003" y="1495425"/>
                  <a:pt x="509588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950" y="388620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Áreas de Aplicación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2950" y="4229100"/>
            <a:ext cx="4895850" cy="381000"/>
          </a:xfrm>
          <a:custGeom>
            <a:avLst/>
            <a:gdLst/>
            <a:ahLst/>
            <a:cxnLst/>
            <a:rect l="l" t="t" r="r" b="b"/>
            <a:pathLst>
              <a:path w="4895850" h="381000">
                <a:moveTo>
                  <a:pt x="76200" y="0"/>
                </a:moveTo>
                <a:lnTo>
                  <a:pt x="4819650" y="0"/>
                </a:lnTo>
                <a:cubicBezTo>
                  <a:pt x="4861706" y="0"/>
                  <a:pt x="4895850" y="34144"/>
                  <a:pt x="4895850" y="76200"/>
                </a:cubicBezTo>
                <a:lnTo>
                  <a:pt x="4895850" y="304800"/>
                </a:lnTo>
                <a:cubicBezTo>
                  <a:pt x="4895850" y="346856"/>
                  <a:pt x="4861706" y="381000"/>
                  <a:pt x="48196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200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4300" y="57150"/>
                </a:moveTo>
                <a:cubicBezTo>
                  <a:pt x="130076" y="57150"/>
                  <a:pt x="142875" y="44351"/>
                  <a:pt x="142875" y="28575"/>
                </a:cubicBezTo>
                <a:cubicBezTo>
                  <a:pt x="142875" y="12799"/>
                  <a:pt x="130076" y="0"/>
                  <a:pt x="114300" y="0"/>
                </a:cubicBezTo>
                <a:cubicBezTo>
                  <a:pt x="98524" y="0"/>
                  <a:pt x="85725" y="12799"/>
                  <a:pt x="85725" y="28575"/>
                </a:cubicBezTo>
                <a:cubicBezTo>
                  <a:pt x="85725" y="30182"/>
                  <a:pt x="85874" y="31790"/>
                  <a:pt x="86112" y="33338"/>
                </a:cubicBezTo>
                <a:lnTo>
                  <a:pt x="47506" y="54799"/>
                </a:lnTo>
                <a:cubicBezTo>
                  <a:pt x="42476" y="50334"/>
                  <a:pt x="35838" y="47625"/>
                  <a:pt x="28575" y="47625"/>
                </a:cubicBezTo>
                <a:cubicBezTo>
                  <a:pt x="12799" y="47625"/>
                  <a:pt x="0" y="60424"/>
                  <a:pt x="0" y="76200"/>
                </a:cubicBezTo>
                <a:cubicBezTo>
                  <a:pt x="0" y="91976"/>
                  <a:pt x="12799" y="104775"/>
                  <a:pt x="28575" y="104775"/>
                </a:cubicBezTo>
                <a:cubicBezTo>
                  <a:pt x="35838" y="104775"/>
                  <a:pt x="42446" y="102066"/>
                  <a:pt x="47506" y="97601"/>
                </a:cubicBezTo>
                <a:lnTo>
                  <a:pt x="86112" y="119062"/>
                </a:lnTo>
                <a:cubicBezTo>
                  <a:pt x="85844" y="120610"/>
                  <a:pt x="85725" y="122188"/>
                  <a:pt x="85725" y="123825"/>
                </a:cubicBezTo>
                <a:cubicBezTo>
                  <a:pt x="85725" y="139601"/>
                  <a:pt x="98524" y="152400"/>
                  <a:pt x="114300" y="152400"/>
                </a:cubicBezTo>
                <a:cubicBezTo>
                  <a:pt x="130076" y="152400"/>
                  <a:pt x="142875" y="139601"/>
                  <a:pt x="142875" y="123825"/>
                </a:cubicBezTo>
                <a:cubicBezTo>
                  <a:pt x="142875" y="108049"/>
                  <a:pt x="130076" y="95250"/>
                  <a:pt x="114300" y="95250"/>
                </a:cubicBezTo>
                <a:cubicBezTo>
                  <a:pt x="107037" y="95250"/>
                  <a:pt x="100429" y="97959"/>
                  <a:pt x="95369" y="102424"/>
                </a:cubicBezTo>
                <a:lnTo>
                  <a:pt x="56763" y="80962"/>
                </a:lnTo>
                <a:cubicBezTo>
                  <a:pt x="57031" y="79415"/>
                  <a:pt x="57150" y="77837"/>
                  <a:pt x="57150" y="76200"/>
                </a:cubicBezTo>
                <a:cubicBezTo>
                  <a:pt x="57150" y="74563"/>
                  <a:pt x="57001" y="72985"/>
                  <a:pt x="56763" y="71438"/>
                </a:cubicBezTo>
                <a:lnTo>
                  <a:pt x="95369" y="49976"/>
                </a:lnTo>
                <a:cubicBezTo>
                  <a:pt x="100399" y="54441"/>
                  <a:pt x="107037" y="57150"/>
                  <a:pt x="114300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1085850" y="43243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Redes sociales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68652" y="4305300"/>
            <a:ext cx="390525" cy="228600"/>
          </a:xfrm>
          <a:custGeom>
            <a:avLst/>
            <a:gdLst/>
            <a:ahLst/>
            <a:cxnLst/>
            <a:rect l="l" t="t" r="r" b="b"/>
            <a:pathLst>
              <a:path w="390525" h="228600">
                <a:moveTo>
                  <a:pt x="114300" y="0"/>
                </a:moveTo>
                <a:lnTo>
                  <a:pt x="276225" y="0"/>
                </a:lnTo>
                <a:cubicBezTo>
                  <a:pt x="339309" y="0"/>
                  <a:pt x="390525" y="51216"/>
                  <a:pt x="390525" y="114300"/>
                </a:cubicBezTo>
                <a:lnTo>
                  <a:pt x="390525" y="114300"/>
                </a:lnTo>
                <a:cubicBezTo>
                  <a:pt x="390525" y="177384"/>
                  <a:pt x="339309" y="228600"/>
                  <a:pt x="2762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168652" y="4305300"/>
            <a:ext cx="447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2950" y="4686300"/>
            <a:ext cx="4895850" cy="381000"/>
          </a:xfrm>
          <a:custGeom>
            <a:avLst/>
            <a:gdLst/>
            <a:ahLst/>
            <a:cxnLst/>
            <a:rect l="l" t="t" r="r" b="b"/>
            <a:pathLst>
              <a:path w="4895850" h="381000">
                <a:moveTo>
                  <a:pt x="76200" y="0"/>
                </a:moveTo>
                <a:lnTo>
                  <a:pt x="4819650" y="0"/>
                </a:lnTo>
                <a:cubicBezTo>
                  <a:pt x="4861706" y="0"/>
                  <a:pt x="4895850" y="34144"/>
                  <a:pt x="4895850" y="76200"/>
                </a:cubicBezTo>
                <a:lnTo>
                  <a:pt x="4895850" y="304800"/>
                </a:lnTo>
                <a:cubicBezTo>
                  <a:pt x="4895850" y="346856"/>
                  <a:pt x="4861706" y="381000"/>
                  <a:pt x="48196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1" name="Shape 29"/>
          <p:cNvSpPr/>
          <p:nvPr/>
        </p:nvSpPr>
        <p:spPr>
          <a:xfrm>
            <a:off x="847725" y="4800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19050"/>
                </a:moveTo>
                <a:cubicBezTo>
                  <a:pt x="43160" y="19050"/>
                  <a:pt x="23604" y="36106"/>
                  <a:pt x="19735" y="58549"/>
                </a:cubicBezTo>
                <a:cubicBezTo>
                  <a:pt x="22503" y="57656"/>
                  <a:pt x="25479" y="57150"/>
                  <a:pt x="28575" y="57150"/>
                </a:cubicBezTo>
                <a:lnTo>
                  <a:pt x="33338" y="57150"/>
                </a:lnTo>
                <a:cubicBezTo>
                  <a:pt x="41225" y="57150"/>
                  <a:pt x="47625" y="63550"/>
                  <a:pt x="47625" y="71438"/>
                </a:cubicBezTo>
                <a:lnTo>
                  <a:pt x="47625" y="100013"/>
                </a:lnTo>
                <a:cubicBezTo>
                  <a:pt x="47625" y="107900"/>
                  <a:pt x="41225" y="114300"/>
                  <a:pt x="33338" y="114300"/>
                </a:cubicBezTo>
                <a:lnTo>
                  <a:pt x="28575" y="114300"/>
                </a:lnTo>
                <a:cubicBezTo>
                  <a:pt x="12799" y="114300"/>
                  <a:pt x="0" y="101501"/>
                  <a:pt x="0" y="85725"/>
                </a:cubicBezTo>
                <a:lnTo>
                  <a:pt x="0" y="66675"/>
                </a:lnTo>
                <a:cubicBezTo>
                  <a:pt x="0" y="29855"/>
                  <a:pt x="29855" y="0"/>
                  <a:pt x="66675" y="0"/>
                </a:cubicBezTo>
                <a:cubicBezTo>
                  <a:pt x="103495" y="0"/>
                  <a:pt x="133350" y="29855"/>
                  <a:pt x="133350" y="66675"/>
                </a:cubicBezTo>
                <a:lnTo>
                  <a:pt x="133350" y="116711"/>
                </a:lnTo>
                <a:cubicBezTo>
                  <a:pt x="133350" y="136446"/>
                  <a:pt x="117336" y="152430"/>
                  <a:pt x="97601" y="152430"/>
                </a:cubicBezTo>
                <a:lnTo>
                  <a:pt x="71438" y="152400"/>
                </a:lnTo>
                <a:lnTo>
                  <a:pt x="61912" y="152400"/>
                </a:lnTo>
                <a:cubicBezTo>
                  <a:pt x="54025" y="152400"/>
                  <a:pt x="47625" y="146000"/>
                  <a:pt x="47625" y="138113"/>
                </a:cubicBezTo>
                <a:cubicBezTo>
                  <a:pt x="47625" y="130225"/>
                  <a:pt x="54025" y="123825"/>
                  <a:pt x="61912" y="123825"/>
                </a:cubicBezTo>
                <a:lnTo>
                  <a:pt x="71438" y="123825"/>
                </a:lnTo>
                <a:cubicBezTo>
                  <a:pt x="79325" y="123825"/>
                  <a:pt x="85725" y="130225"/>
                  <a:pt x="85725" y="138113"/>
                </a:cubicBezTo>
                <a:lnTo>
                  <a:pt x="85725" y="138113"/>
                </a:lnTo>
                <a:lnTo>
                  <a:pt x="97631" y="138113"/>
                </a:lnTo>
                <a:cubicBezTo>
                  <a:pt x="109478" y="138113"/>
                  <a:pt x="119062" y="128528"/>
                  <a:pt x="119062" y="116681"/>
                </a:cubicBezTo>
                <a:lnTo>
                  <a:pt x="119062" y="110460"/>
                </a:lnTo>
                <a:cubicBezTo>
                  <a:pt x="114866" y="112901"/>
                  <a:pt x="109984" y="114270"/>
                  <a:pt x="104775" y="114270"/>
                </a:cubicBezTo>
                <a:lnTo>
                  <a:pt x="100013" y="114270"/>
                </a:lnTo>
                <a:cubicBezTo>
                  <a:pt x="92125" y="114270"/>
                  <a:pt x="85725" y="107871"/>
                  <a:pt x="85725" y="99983"/>
                </a:cubicBezTo>
                <a:lnTo>
                  <a:pt x="85725" y="71408"/>
                </a:lnTo>
                <a:cubicBezTo>
                  <a:pt x="85725" y="63520"/>
                  <a:pt x="92125" y="57120"/>
                  <a:pt x="100013" y="57120"/>
                </a:cubicBezTo>
                <a:lnTo>
                  <a:pt x="104775" y="57120"/>
                </a:lnTo>
                <a:cubicBezTo>
                  <a:pt x="107871" y="57120"/>
                  <a:pt x="110817" y="57596"/>
                  <a:pt x="113615" y="58519"/>
                </a:cubicBezTo>
                <a:cubicBezTo>
                  <a:pt x="109746" y="36106"/>
                  <a:pt x="90220" y="19020"/>
                  <a:pt x="66675" y="190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85850" y="47815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Atención al cliente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68652" y="4762500"/>
            <a:ext cx="390525" cy="228600"/>
          </a:xfrm>
          <a:custGeom>
            <a:avLst/>
            <a:gdLst/>
            <a:ahLst/>
            <a:cxnLst/>
            <a:rect l="l" t="t" r="r" b="b"/>
            <a:pathLst>
              <a:path w="390525" h="228600">
                <a:moveTo>
                  <a:pt x="114300" y="0"/>
                </a:moveTo>
                <a:lnTo>
                  <a:pt x="276225" y="0"/>
                </a:lnTo>
                <a:cubicBezTo>
                  <a:pt x="339309" y="0"/>
                  <a:pt x="390525" y="51216"/>
                  <a:pt x="390525" y="114300"/>
                </a:cubicBezTo>
                <a:lnTo>
                  <a:pt x="390525" y="114300"/>
                </a:lnTo>
                <a:cubicBezTo>
                  <a:pt x="390525" y="177384"/>
                  <a:pt x="339309" y="228600"/>
                  <a:pt x="2762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168652" y="4762500"/>
            <a:ext cx="447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6013" y="1223963"/>
            <a:ext cx="5610225" cy="4924425"/>
          </a:xfrm>
          <a:custGeom>
            <a:avLst/>
            <a:gdLst/>
            <a:ahLst/>
            <a:cxnLst/>
            <a:rect l="l" t="t" r="r" b="b"/>
            <a:pathLst>
              <a:path w="5610225" h="4924425">
                <a:moveTo>
                  <a:pt x="152411" y="0"/>
                </a:moveTo>
                <a:lnTo>
                  <a:pt x="5457814" y="0"/>
                </a:lnTo>
                <a:cubicBezTo>
                  <a:pt x="5541988" y="0"/>
                  <a:pt x="5610225" y="68237"/>
                  <a:pt x="5610225" y="152411"/>
                </a:cubicBezTo>
                <a:lnTo>
                  <a:pt x="5610225" y="4772014"/>
                </a:lnTo>
                <a:cubicBezTo>
                  <a:pt x="5610225" y="4856188"/>
                  <a:pt x="5541988" y="4924425"/>
                  <a:pt x="5457814" y="4924425"/>
                </a:cubicBezTo>
                <a:lnTo>
                  <a:pt x="152411" y="4924425"/>
                </a:lnTo>
                <a:cubicBezTo>
                  <a:pt x="68237" y="4924425"/>
                  <a:pt x="0" y="4856188"/>
                  <a:pt x="0" y="47720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127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95455" y="1552575"/>
            <a:ext cx="542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53275" y="1438275"/>
            <a:ext cx="264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Generativa Multimodal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53275" y="1743075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 horas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6038" y="2185988"/>
            <a:ext cx="5210175" cy="2257425"/>
          </a:xfrm>
          <a:custGeom>
            <a:avLst/>
            <a:gdLst/>
            <a:ahLst/>
            <a:cxnLst/>
            <a:rect l="l" t="t" r="r" b="b"/>
            <a:pathLst>
              <a:path w="5210175" h="2257425">
                <a:moveTo>
                  <a:pt x="114293" y="0"/>
                </a:moveTo>
                <a:lnTo>
                  <a:pt x="5095882" y="0"/>
                </a:lnTo>
                <a:cubicBezTo>
                  <a:pt x="5158962" y="0"/>
                  <a:pt x="5210175" y="51213"/>
                  <a:pt x="5210175" y="114293"/>
                </a:cubicBezTo>
                <a:lnTo>
                  <a:pt x="5210175" y="2143132"/>
                </a:lnTo>
                <a:cubicBezTo>
                  <a:pt x="5210175" y="2206212"/>
                  <a:pt x="5158962" y="2257425"/>
                  <a:pt x="509588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53200" y="2343150"/>
            <a:ext cx="2390775" cy="914400"/>
          </a:xfrm>
          <a:custGeom>
            <a:avLst/>
            <a:gdLst/>
            <a:ahLst/>
            <a:cxnLst/>
            <a:rect l="l" t="t" r="r" b="b"/>
            <a:pathLst>
              <a:path w="2390775" h="914400">
                <a:moveTo>
                  <a:pt x="76197" y="0"/>
                </a:moveTo>
                <a:lnTo>
                  <a:pt x="2314578" y="0"/>
                </a:lnTo>
                <a:cubicBezTo>
                  <a:pt x="2356660" y="0"/>
                  <a:pt x="2390775" y="34115"/>
                  <a:pt x="2390775" y="76197"/>
                </a:cubicBezTo>
                <a:lnTo>
                  <a:pt x="2390775" y="838203"/>
                </a:lnTo>
                <a:cubicBezTo>
                  <a:pt x="2390775" y="880285"/>
                  <a:pt x="2356660" y="914400"/>
                  <a:pt x="23145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2" name="Shape 40"/>
          <p:cNvSpPr/>
          <p:nvPr/>
        </p:nvSpPr>
        <p:spPr>
          <a:xfrm>
            <a:off x="7648575" y="2457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634163" y="27622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Imágenes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38925" y="2990850"/>
            <a:ext cx="2219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y edición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58275" y="2343150"/>
            <a:ext cx="2390775" cy="914400"/>
          </a:xfrm>
          <a:custGeom>
            <a:avLst/>
            <a:gdLst/>
            <a:ahLst/>
            <a:cxnLst/>
            <a:rect l="l" t="t" r="r" b="b"/>
            <a:pathLst>
              <a:path w="2390775" h="914400">
                <a:moveTo>
                  <a:pt x="76197" y="0"/>
                </a:moveTo>
                <a:lnTo>
                  <a:pt x="2314578" y="0"/>
                </a:lnTo>
                <a:cubicBezTo>
                  <a:pt x="2356660" y="0"/>
                  <a:pt x="2390775" y="34115"/>
                  <a:pt x="2390775" y="76197"/>
                </a:cubicBezTo>
                <a:lnTo>
                  <a:pt x="2390775" y="838203"/>
                </a:lnTo>
                <a:cubicBezTo>
                  <a:pt x="2390775" y="880285"/>
                  <a:pt x="2356660" y="914400"/>
                  <a:pt x="23145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39363" y="2457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8955" y="3125"/>
                </a:moveTo>
                <a:cubicBezTo>
                  <a:pt x="212348" y="5849"/>
                  <a:pt x="214313" y="9957"/>
                  <a:pt x="214313" y="14288"/>
                </a:cubicBezTo>
                <a:lnTo>
                  <a:pt x="214313" y="150019"/>
                </a:lnTo>
                <a:cubicBezTo>
                  <a:pt x="214313" y="169753"/>
                  <a:pt x="195114" y="185738"/>
                  <a:pt x="171450" y="185738"/>
                </a:cubicBezTo>
                <a:cubicBezTo>
                  <a:pt x="147786" y="185738"/>
                  <a:pt x="128588" y="169753"/>
                  <a:pt x="128588" y="150019"/>
                </a:cubicBezTo>
                <a:cubicBezTo>
                  <a:pt x="128588" y="130284"/>
                  <a:pt x="147786" y="114300"/>
                  <a:pt x="171450" y="114300"/>
                </a:cubicBezTo>
                <a:cubicBezTo>
                  <a:pt x="176451" y="114300"/>
                  <a:pt x="181273" y="115014"/>
                  <a:pt x="185738" y="116354"/>
                </a:cubicBezTo>
                <a:lnTo>
                  <a:pt x="185738" y="64249"/>
                </a:lnTo>
                <a:lnTo>
                  <a:pt x="85725" y="86484"/>
                </a:lnTo>
                <a:lnTo>
                  <a:pt x="85725" y="178594"/>
                </a:lnTo>
                <a:cubicBezTo>
                  <a:pt x="85725" y="198328"/>
                  <a:pt x="66526" y="214313"/>
                  <a:pt x="42863" y="214313"/>
                </a:cubicBezTo>
                <a:cubicBezTo>
                  <a:pt x="19199" y="214313"/>
                  <a:pt x="0" y="198328"/>
                  <a:pt x="0" y="178594"/>
                </a:cubicBezTo>
                <a:cubicBezTo>
                  <a:pt x="0" y="158859"/>
                  <a:pt x="19199" y="142875"/>
                  <a:pt x="42863" y="142875"/>
                </a:cubicBezTo>
                <a:cubicBezTo>
                  <a:pt x="47863" y="142875"/>
                  <a:pt x="52685" y="143589"/>
                  <a:pt x="57150" y="144929"/>
                </a:cubicBezTo>
                <a:lnTo>
                  <a:pt x="57150" y="42863"/>
                </a:lnTo>
                <a:cubicBezTo>
                  <a:pt x="57150" y="36165"/>
                  <a:pt x="61793" y="30361"/>
                  <a:pt x="68357" y="28932"/>
                </a:cubicBezTo>
                <a:lnTo>
                  <a:pt x="196944" y="357"/>
                </a:lnTo>
                <a:cubicBezTo>
                  <a:pt x="201186" y="-580"/>
                  <a:pt x="205606" y="446"/>
                  <a:pt x="208999" y="31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9139238" y="27622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44000" y="2990850"/>
            <a:ext cx="2219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Voz y música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553200" y="3371850"/>
            <a:ext cx="2390775" cy="914400"/>
          </a:xfrm>
          <a:custGeom>
            <a:avLst/>
            <a:gdLst/>
            <a:ahLst/>
            <a:cxnLst/>
            <a:rect l="l" t="t" r="r" b="b"/>
            <a:pathLst>
              <a:path w="2390775" h="914400">
                <a:moveTo>
                  <a:pt x="76197" y="0"/>
                </a:moveTo>
                <a:lnTo>
                  <a:pt x="2314578" y="0"/>
                </a:lnTo>
                <a:cubicBezTo>
                  <a:pt x="2356660" y="0"/>
                  <a:pt x="2390775" y="34115"/>
                  <a:pt x="2390775" y="76197"/>
                </a:cubicBezTo>
                <a:lnTo>
                  <a:pt x="2390775" y="838203"/>
                </a:lnTo>
                <a:cubicBezTo>
                  <a:pt x="2390775" y="880285"/>
                  <a:pt x="2356660" y="914400"/>
                  <a:pt x="23145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0" name="Shape 48"/>
          <p:cNvSpPr/>
          <p:nvPr/>
        </p:nvSpPr>
        <p:spPr>
          <a:xfrm>
            <a:off x="7620000" y="34861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6634163" y="37909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38925" y="4019550"/>
            <a:ext cx="2219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Creación y edición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58275" y="3371850"/>
            <a:ext cx="2390775" cy="914400"/>
          </a:xfrm>
          <a:custGeom>
            <a:avLst/>
            <a:gdLst/>
            <a:ahLst/>
            <a:cxnLst/>
            <a:rect l="l" t="t" r="r" b="b"/>
            <a:pathLst>
              <a:path w="2390775" h="914400">
                <a:moveTo>
                  <a:pt x="76197" y="0"/>
                </a:moveTo>
                <a:lnTo>
                  <a:pt x="2314578" y="0"/>
                </a:lnTo>
                <a:cubicBezTo>
                  <a:pt x="2356660" y="0"/>
                  <a:pt x="2390775" y="34115"/>
                  <a:pt x="2390775" y="76197"/>
                </a:cubicBezTo>
                <a:lnTo>
                  <a:pt x="2390775" y="838203"/>
                </a:lnTo>
                <a:cubicBezTo>
                  <a:pt x="2390775" y="880285"/>
                  <a:pt x="2356660" y="914400"/>
                  <a:pt x="23145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39363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9139238" y="37909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Edición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44000" y="4019550"/>
            <a:ext cx="2219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Automática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96038" y="4567238"/>
            <a:ext cx="5210175" cy="1381125"/>
          </a:xfrm>
          <a:custGeom>
            <a:avLst/>
            <a:gdLst/>
            <a:ahLst/>
            <a:cxnLst/>
            <a:rect l="l" t="t" r="r" b="b"/>
            <a:pathLst>
              <a:path w="5210175" h="1381125">
                <a:moveTo>
                  <a:pt x="114302" y="0"/>
                </a:moveTo>
                <a:lnTo>
                  <a:pt x="5095873" y="0"/>
                </a:lnTo>
                <a:cubicBezTo>
                  <a:pt x="5159000" y="0"/>
                  <a:pt x="5210175" y="51175"/>
                  <a:pt x="5210175" y="114302"/>
                </a:cubicBezTo>
                <a:lnTo>
                  <a:pt x="5210175" y="1266823"/>
                </a:lnTo>
                <a:cubicBezTo>
                  <a:pt x="5210175" y="1329950"/>
                  <a:pt x="5159000" y="1381125"/>
                  <a:pt x="50958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7225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7279" y="5626"/>
                </a:moveTo>
                <a:cubicBezTo>
                  <a:pt x="140702" y="7144"/>
                  <a:pt x="142875" y="10537"/>
                  <a:pt x="142875" y="14288"/>
                </a:cubicBezTo>
                <a:lnTo>
                  <a:pt x="142875" y="138113"/>
                </a:lnTo>
                <a:cubicBezTo>
                  <a:pt x="142875" y="141863"/>
                  <a:pt x="140702" y="145256"/>
                  <a:pt x="137279" y="146774"/>
                </a:cubicBezTo>
                <a:cubicBezTo>
                  <a:pt x="133856" y="148292"/>
                  <a:pt x="129897" y="147727"/>
                  <a:pt x="127069" y="145256"/>
                </a:cubicBezTo>
                <a:lnTo>
                  <a:pt x="113199" y="133142"/>
                </a:lnTo>
                <a:cubicBezTo>
                  <a:pt x="100221" y="121801"/>
                  <a:pt x="83820" y="115193"/>
                  <a:pt x="66645" y="114389"/>
                </a:cubicBezTo>
                <a:lnTo>
                  <a:pt x="66645" y="142875"/>
                </a:lnTo>
                <a:cubicBezTo>
                  <a:pt x="66645" y="148144"/>
                  <a:pt x="62389" y="152400"/>
                  <a:pt x="57120" y="152400"/>
                </a:cubicBezTo>
                <a:lnTo>
                  <a:pt x="47595" y="152400"/>
                </a:lnTo>
                <a:cubicBezTo>
                  <a:pt x="42327" y="152400"/>
                  <a:pt x="38070" y="148144"/>
                  <a:pt x="38070" y="142875"/>
                </a:cubicBezTo>
                <a:lnTo>
                  <a:pt x="38070" y="114300"/>
                </a:lnTo>
                <a:cubicBezTo>
                  <a:pt x="17056" y="114300"/>
                  <a:pt x="0" y="97244"/>
                  <a:pt x="0" y="76200"/>
                </a:cubicBezTo>
                <a:cubicBezTo>
                  <a:pt x="0" y="55156"/>
                  <a:pt x="17056" y="38100"/>
                  <a:pt x="38100" y="38100"/>
                </a:cubicBezTo>
                <a:lnTo>
                  <a:pt x="63252" y="38100"/>
                </a:lnTo>
                <a:cubicBezTo>
                  <a:pt x="81647" y="38040"/>
                  <a:pt x="99387" y="31343"/>
                  <a:pt x="113228" y="19258"/>
                </a:cubicBezTo>
                <a:lnTo>
                  <a:pt x="127099" y="7144"/>
                </a:lnTo>
                <a:cubicBezTo>
                  <a:pt x="129897" y="4673"/>
                  <a:pt x="133916" y="4108"/>
                  <a:pt x="137309" y="5626"/>
                </a:cubicBezTo>
                <a:close/>
                <a:moveTo>
                  <a:pt x="66675" y="95250"/>
                </a:moveTo>
                <a:lnTo>
                  <a:pt x="66675" y="95310"/>
                </a:lnTo>
                <a:cubicBezTo>
                  <a:pt x="87600" y="96113"/>
                  <a:pt x="107692" y="103793"/>
                  <a:pt x="123825" y="117157"/>
                </a:cubicBezTo>
                <a:lnTo>
                  <a:pt x="123825" y="35213"/>
                </a:lnTo>
                <a:cubicBezTo>
                  <a:pt x="107692" y="48578"/>
                  <a:pt x="87600" y="56257"/>
                  <a:pt x="66675" y="57061"/>
                </a:cubicBezTo>
                <a:lnTo>
                  <a:pt x="66675" y="9525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6743700" y="47244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en Marketing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580584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9"/>
          <p:cNvSpPr/>
          <p:nvPr/>
        </p:nvSpPr>
        <p:spPr>
          <a:xfrm>
            <a:off x="6796088" y="5067300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Creación de contenido visual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580584" y="5372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3" name="Text 61"/>
          <p:cNvSpPr/>
          <p:nvPr/>
        </p:nvSpPr>
        <p:spPr>
          <a:xfrm>
            <a:off x="6796088" y="53340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Producción de videos corporativos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580584" y="5638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6796088" y="560070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Voiceovers y podcasts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AGENTES DE IA Y APLICACIÓN EMPRESARIAL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Módulos 8-9: Agentes de IA y Aplicación por Departamentos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10225" cy="4924425"/>
          </a:xfrm>
          <a:custGeom>
            <a:avLst/>
            <a:gdLst/>
            <a:ahLst/>
            <a:cxnLst/>
            <a:rect l="l" t="t" r="r" b="b"/>
            <a:pathLst>
              <a:path w="5610225" h="4924425">
                <a:moveTo>
                  <a:pt x="152411" y="0"/>
                </a:moveTo>
                <a:lnTo>
                  <a:pt x="5457814" y="0"/>
                </a:lnTo>
                <a:cubicBezTo>
                  <a:pt x="5541988" y="0"/>
                  <a:pt x="5610225" y="68237"/>
                  <a:pt x="5610225" y="152411"/>
                </a:cubicBezTo>
                <a:lnTo>
                  <a:pt x="5610225" y="4772014"/>
                </a:lnTo>
                <a:cubicBezTo>
                  <a:pt x="5610225" y="4856188"/>
                  <a:pt x="5541988" y="4924425"/>
                  <a:pt x="5457814" y="4924425"/>
                </a:cubicBezTo>
                <a:lnTo>
                  <a:pt x="152411" y="4924425"/>
                </a:lnTo>
                <a:cubicBezTo>
                  <a:pt x="68237" y="4924425"/>
                  <a:pt x="0" y="4856188"/>
                  <a:pt x="0" y="47720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70620" y="1552575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3025" y="1438275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Agentes de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3025" y="1743075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 horas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85988"/>
            <a:ext cx="5210175" cy="1838325"/>
          </a:xfrm>
          <a:custGeom>
            <a:avLst/>
            <a:gdLst/>
            <a:ahLst/>
            <a:cxnLst/>
            <a:rect l="l" t="t" r="r" b="b"/>
            <a:pathLst>
              <a:path w="5210175" h="1838325">
                <a:moveTo>
                  <a:pt x="114307" y="0"/>
                </a:moveTo>
                <a:lnTo>
                  <a:pt x="5095868" y="0"/>
                </a:lnTo>
                <a:cubicBezTo>
                  <a:pt x="5158998" y="0"/>
                  <a:pt x="5210175" y="51177"/>
                  <a:pt x="5210175" y="114307"/>
                </a:cubicBezTo>
                <a:lnTo>
                  <a:pt x="5210175" y="1724018"/>
                </a:lnTo>
                <a:cubicBezTo>
                  <a:pt x="5210175" y="1787148"/>
                  <a:pt x="5158998" y="1838325"/>
                  <a:pt x="509586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234315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Conceptos Fundamentales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950" y="26860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4388" y="27717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162050" y="26860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Agente de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2050" y="2876550"/>
            <a:ext cx="1895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autónomo que realiza tareas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950" y="3105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722" y="31908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162050" y="310515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 vs Agentes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2050" y="32956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Diferencias y capacidades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2950" y="3524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722" y="36099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162050" y="352425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Sistemas Multiagente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2050" y="371475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como empleado digital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788" y="4148137"/>
            <a:ext cx="5210175" cy="1800225"/>
          </a:xfrm>
          <a:custGeom>
            <a:avLst/>
            <a:gdLst/>
            <a:ahLst/>
            <a:cxnLst/>
            <a:rect l="l" t="t" r="r" b="b"/>
            <a:pathLst>
              <a:path w="5210175" h="1800225">
                <a:moveTo>
                  <a:pt x="114296" y="0"/>
                </a:moveTo>
                <a:lnTo>
                  <a:pt x="5095879" y="0"/>
                </a:lnTo>
                <a:cubicBezTo>
                  <a:pt x="5158961" y="0"/>
                  <a:pt x="5210175" y="51214"/>
                  <a:pt x="5210175" y="114296"/>
                </a:cubicBezTo>
                <a:lnTo>
                  <a:pt x="5210175" y="1685929"/>
                </a:lnTo>
                <a:cubicBezTo>
                  <a:pt x="5210175" y="1749011"/>
                  <a:pt x="5158961" y="1800225"/>
                  <a:pt x="509587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950" y="430530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Empresariales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2950" y="4648200"/>
            <a:ext cx="2409825" cy="533400"/>
          </a:xfrm>
          <a:custGeom>
            <a:avLst/>
            <a:gdLst/>
            <a:ahLst/>
            <a:cxnLst/>
            <a:rect l="l" t="t" r="r" b="b"/>
            <a:pathLst>
              <a:path w="2409825" h="533400">
                <a:moveTo>
                  <a:pt x="76202" y="0"/>
                </a:moveTo>
                <a:lnTo>
                  <a:pt x="2333623" y="0"/>
                </a:lnTo>
                <a:cubicBezTo>
                  <a:pt x="2375708" y="0"/>
                  <a:pt x="2409825" y="34117"/>
                  <a:pt x="2409825" y="76202"/>
                </a:cubicBezTo>
                <a:lnTo>
                  <a:pt x="2409825" y="457198"/>
                </a:lnTo>
                <a:cubicBezTo>
                  <a:pt x="2409825" y="499283"/>
                  <a:pt x="2375708" y="533400"/>
                  <a:pt x="23336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875234" y="47434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21431"/>
                </a:moveTo>
                <a:cubicBezTo>
                  <a:pt x="48555" y="21431"/>
                  <a:pt x="26555" y="40619"/>
                  <a:pt x="22201" y="65868"/>
                </a:cubicBezTo>
                <a:cubicBezTo>
                  <a:pt x="25316" y="64863"/>
                  <a:pt x="28664" y="64294"/>
                  <a:pt x="32147" y="64294"/>
                </a:cubicBezTo>
                <a:lnTo>
                  <a:pt x="37505" y="64294"/>
                </a:lnTo>
                <a:cubicBezTo>
                  <a:pt x="46379" y="64294"/>
                  <a:pt x="53578" y="71493"/>
                  <a:pt x="53578" y="80367"/>
                </a:cubicBezTo>
                <a:lnTo>
                  <a:pt x="53578" y="112514"/>
                </a:lnTo>
                <a:cubicBezTo>
                  <a:pt x="53578" y="121388"/>
                  <a:pt x="46379" y="128588"/>
                  <a:pt x="37505" y="128588"/>
                </a:cubicBezTo>
                <a:lnTo>
                  <a:pt x="32147" y="128588"/>
                </a:lnTo>
                <a:cubicBezTo>
                  <a:pt x="14399" y="128588"/>
                  <a:pt x="0" y="114188"/>
                  <a:pt x="0" y="96441"/>
                </a:cubicBezTo>
                <a:lnTo>
                  <a:pt x="0" y="75009"/>
                </a:lnTo>
                <a:cubicBezTo>
                  <a:pt x="0" y="33587"/>
                  <a:pt x="33587" y="0"/>
                  <a:pt x="75009" y="0"/>
                </a:cubicBezTo>
                <a:cubicBezTo>
                  <a:pt x="116432" y="0"/>
                  <a:pt x="150019" y="33587"/>
                  <a:pt x="150019" y="75009"/>
                </a:cubicBezTo>
                <a:lnTo>
                  <a:pt x="150019" y="131300"/>
                </a:lnTo>
                <a:cubicBezTo>
                  <a:pt x="150019" y="153501"/>
                  <a:pt x="132003" y="171483"/>
                  <a:pt x="109802" y="171483"/>
                </a:cubicBezTo>
                <a:lnTo>
                  <a:pt x="80367" y="171450"/>
                </a:lnTo>
                <a:lnTo>
                  <a:pt x="69652" y="171450"/>
                </a:lnTo>
                <a:cubicBezTo>
                  <a:pt x="60778" y="171450"/>
                  <a:pt x="53578" y="164250"/>
                  <a:pt x="53578" y="155377"/>
                </a:cubicBezTo>
                <a:cubicBezTo>
                  <a:pt x="53578" y="146503"/>
                  <a:pt x="60778" y="139303"/>
                  <a:pt x="69652" y="139303"/>
                </a:cubicBezTo>
                <a:lnTo>
                  <a:pt x="80367" y="139303"/>
                </a:lnTo>
                <a:cubicBezTo>
                  <a:pt x="89241" y="139303"/>
                  <a:pt x="96441" y="146503"/>
                  <a:pt x="96441" y="155377"/>
                </a:cubicBezTo>
                <a:lnTo>
                  <a:pt x="96441" y="155377"/>
                </a:lnTo>
                <a:lnTo>
                  <a:pt x="109835" y="155377"/>
                </a:lnTo>
                <a:cubicBezTo>
                  <a:pt x="123163" y="155377"/>
                  <a:pt x="133945" y="144594"/>
                  <a:pt x="133945" y="131266"/>
                </a:cubicBezTo>
                <a:lnTo>
                  <a:pt x="133945" y="124268"/>
                </a:lnTo>
                <a:cubicBezTo>
                  <a:pt x="129224" y="127014"/>
                  <a:pt x="123732" y="128554"/>
                  <a:pt x="117872" y="128554"/>
                </a:cubicBezTo>
                <a:lnTo>
                  <a:pt x="112514" y="128554"/>
                </a:lnTo>
                <a:cubicBezTo>
                  <a:pt x="103640" y="128554"/>
                  <a:pt x="96441" y="121354"/>
                  <a:pt x="96441" y="112481"/>
                </a:cubicBezTo>
                <a:lnTo>
                  <a:pt x="96441" y="80334"/>
                </a:lnTo>
                <a:cubicBezTo>
                  <a:pt x="96441" y="71460"/>
                  <a:pt x="103640" y="64260"/>
                  <a:pt x="112514" y="64260"/>
                </a:cubicBezTo>
                <a:lnTo>
                  <a:pt x="117872" y="64260"/>
                </a:lnTo>
                <a:cubicBezTo>
                  <a:pt x="121354" y="64260"/>
                  <a:pt x="124670" y="64796"/>
                  <a:pt x="127817" y="65834"/>
                </a:cubicBezTo>
                <a:cubicBezTo>
                  <a:pt x="123464" y="40619"/>
                  <a:pt x="101497" y="21398"/>
                  <a:pt x="75009" y="2139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790575" y="4953000"/>
            <a:ext cx="2314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Atención al cliente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28975" y="4648200"/>
            <a:ext cx="2409825" cy="533400"/>
          </a:xfrm>
          <a:custGeom>
            <a:avLst/>
            <a:gdLst/>
            <a:ahLst/>
            <a:cxnLst/>
            <a:rect l="l" t="t" r="r" b="b"/>
            <a:pathLst>
              <a:path w="2409825" h="533400">
                <a:moveTo>
                  <a:pt x="76202" y="0"/>
                </a:moveTo>
                <a:lnTo>
                  <a:pt x="2333623" y="0"/>
                </a:lnTo>
                <a:cubicBezTo>
                  <a:pt x="2375708" y="0"/>
                  <a:pt x="2409825" y="34117"/>
                  <a:pt x="2409825" y="76202"/>
                </a:cubicBezTo>
                <a:lnTo>
                  <a:pt x="2409825" y="457198"/>
                </a:lnTo>
                <a:cubicBezTo>
                  <a:pt x="2409825" y="499283"/>
                  <a:pt x="2375708" y="533400"/>
                  <a:pt x="23336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9" name="Shape 27"/>
          <p:cNvSpPr/>
          <p:nvPr/>
        </p:nvSpPr>
        <p:spPr>
          <a:xfrm>
            <a:off x="4329113" y="47434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3276600" y="4953000"/>
            <a:ext cx="2314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2950" y="5257800"/>
            <a:ext cx="2409825" cy="533400"/>
          </a:xfrm>
          <a:custGeom>
            <a:avLst/>
            <a:gdLst/>
            <a:ahLst/>
            <a:cxnLst/>
            <a:rect l="l" t="t" r="r" b="b"/>
            <a:pathLst>
              <a:path w="2409825" h="533400">
                <a:moveTo>
                  <a:pt x="76202" y="0"/>
                </a:moveTo>
                <a:lnTo>
                  <a:pt x="2333623" y="0"/>
                </a:lnTo>
                <a:cubicBezTo>
                  <a:pt x="2375708" y="0"/>
                  <a:pt x="2409825" y="34117"/>
                  <a:pt x="2409825" y="76202"/>
                </a:cubicBezTo>
                <a:lnTo>
                  <a:pt x="2409825" y="457198"/>
                </a:lnTo>
                <a:cubicBezTo>
                  <a:pt x="2409825" y="499283"/>
                  <a:pt x="2375708" y="533400"/>
                  <a:pt x="23336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2" name="Shape 30"/>
          <p:cNvSpPr/>
          <p:nvPr/>
        </p:nvSpPr>
        <p:spPr>
          <a:xfrm>
            <a:off x="1843088" y="53530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790575" y="5562600"/>
            <a:ext cx="2314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RRHH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28975" y="5257800"/>
            <a:ext cx="2409825" cy="533400"/>
          </a:xfrm>
          <a:custGeom>
            <a:avLst/>
            <a:gdLst/>
            <a:ahLst/>
            <a:cxnLst/>
            <a:rect l="l" t="t" r="r" b="b"/>
            <a:pathLst>
              <a:path w="2409825" h="533400">
                <a:moveTo>
                  <a:pt x="76202" y="0"/>
                </a:moveTo>
                <a:lnTo>
                  <a:pt x="2333623" y="0"/>
                </a:lnTo>
                <a:cubicBezTo>
                  <a:pt x="2375708" y="0"/>
                  <a:pt x="2409825" y="34117"/>
                  <a:pt x="2409825" y="76202"/>
                </a:cubicBezTo>
                <a:lnTo>
                  <a:pt x="2409825" y="457198"/>
                </a:lnTo>
                <a:cubicBezTo>
                  <a:pt x="2409825" y="499283"/>
                  <a:pt x="2375708" y="533400"/>
                  <a:pt x="23336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4350544" y="535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3276600" y="5562600"/>
            <a:ext cx="2314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datos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6013" y="1223963"/>
            <a:ext cx="5610225" cy="4924425"/>
          </a:xfrm>
          <a:custGeom>
            <a:avLst/>
            <a:gdLst/>
            <a:ahLst/>
            <a:cxnLst/>
            <a:rect l="l" t="t" r="r" b="b"/>
            <a:pathLst>
              <a:path w="5610225" h="4924425">
                <a:moveTo>
                  <a:pt x="152411" y="0"/>
                </a:moveTo>
                <a:lnTo>
                  <a:pt x="5457814" y="0"/>
                </a:lnTo>
                <a:cubicBezTo>
                  <a:pt x="5541988" y="0"/>
                  <a:pt x="5610225" y="68237"/>
                  <a:pt x="5610225" y="152411"/>
                </a:cubicBezTo>
                <a:lnTo>
                  <a:pt x="5610225" y="4772014"/>
                </a:lnTo>
                <a:cubicBezTo>
                  <a:pt x="5610225" y="4856188"/>
                  <a:pt x="5541988" y="4924425"/>
                  <a:pt x="5457814" y="4924425"/>
                </a:cubicBezTo>
                <a:lnTo>
                  <a:pt x="152411" y="4924425"/>
                </a:lnTo>
                <a:cubicBezTo>
                  <a:pt x="68237" y="4924425"/>
                  <a:pt x="0" y="4856188"/>
                  <a:pt x="0" y="47720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127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83102" y="1552575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53275" y="1438275"/>
            <a:ext cx="2314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por Departamentos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53275" y="1743075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 horas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6038" y="2185988"/>
            <a:ext cx="2543175" cy="1171575"/>
          </a:xfrm>
          <a:custGeom>
            <a:avLst/>
            <a:gdLst/>
            <a:ahLst/>
            <a:cxnLst/>
            <a:rect l="l" t="t" r="r" b="b"/>
            <a:pathLst>
              <a:path w="2543175" h="1171575">
                <a:moveTo>
                  <a:pt x="114299" y="0"/>
                </a:moveTo>
                <a:lnTo>
                  <a:pt x="2428876" y="0"/>
                </a:lnTo>
                <a:cubicBezTo>
                  <a:pt x="2492002" y="0"/>
                  <a:pt x="2543175" y="51173"/>
                  <a:pt x="2543175" y="114299"/>
                </a:cubicBezTo>
                <a:lnTo>
                  <a:pt x="2543175" y="1057276"/>
                </a:lnTo>
                <a:cubicBezTo>
                  <a:pt x="2543175" y="1120402"/>
                  <a:pt x="2492002" y="1171575"/>
                  <a:pt x="2428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53200" y="2428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2543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7279" y="5626"/>
                </a:moveTo>
                <a:cubicBezTo>
                  <a:pt x="140702" y="7144"/>
                  <a:pt x="142875" y="10537"/>
                  <a:pt x="142875" y="14288"/>
                </a:cubicBezTo>
                <a:lnTo>
                  <a:pt x="142875" y="138113"/>
                </a:lnTo>
                <a:cubicBezTo>
                  <a:pt x="142875" y="141863"/>
                  <a:pt x="140702" y="145256"/>
                  <a:pt x="137279" y="146774"/>
                </a:cubicBezTo>
                <a:cubicBezTo>
                  <a:pt x="133856" y="148292"/>
                  <a:pt x="129897" y="147727"/>
                  <a:pt x="127069" y="145256"/>
                </a:cubicBezTo>
                <a:lnTo>
                  <a:pt x="113199" y="133142"/>
                </a:lnTo>
                <a:cubicBezTo>
                  <a:pt x="100221" y="121801"/>
                  <a:pt x="83820" y="115193"/>
                  <a:pt x="66645" y="114389"/>
                </a:cubicBezTo>
                <a:lnTo>
                  <a:pt x="66645" y="142875"/>
                </a:lnTo>
                <a:cubicBezTo>
                  <a:pt x="66645" y="148144"/>
                  <a:pt x="62389" y="152400"/>
                  <a:pt x="57120" y="152400"/>
                </a:cubicBezTo>
                <a:lnTo>
                  <a:pt x="47595" y="152400"/>
                </a:lnTo>
                <a:cubicBezTo>
                  <a:pt x="42327" y="152400"/>
                  <a:pt x="38070" y="148144"/>
                  <a:pt x="38070" y="142875"/>
                </a:cubicBezTo>
                <a:lnTo>
                  <a:pt x="38070" y="114300"/>
                </a:lnTo>
                <a:cubicBezTo>
                  <a:pt x="17056" y="114300"/>
                  <a:pt x="0" y="97244"/>
                  <a:pt x="0" y="76200"/>
                </a:cubicBezTo>
                <a:cubicBezTo>
                  <a:pt x="0" y="55156"/>
                  <a:pt x="17056" y="38100"/>
                  <a:pt x="38100" y="38100"/>
                </a:cubicBezTo>
                <a:lnTo>
                  <a:pt x="63252" y="38100"/>
                </a:lnTo>
                <a:cubicBezTo>
                  <a:pt x="81647" y="38040"/>
                  <a:pt x="99387" y="31343"/>
                  <a:pt x="113228" y="19258"/>
                </a:cubicBezTo>
                <a:lnTo>
                  <a:pt x="127099" y="7144"/>
                </a:lnTo>
                <a:cubicBezTo>
                  <a:pt x="129897" y="4673"/>
                  <a:pt x="133916" y="4108"/>
                  <a:pt x="137309" y="5626"/>
                </a:cubicBezTo>
                <a:close/>
                <a:moveTo>
                  <a:pt x="66675" y="95250"/>
                </a:moveTo>
                <a:lnTo>
                  <a:pt x="66675" y="95310"/>
                </a:lnTo>
                <a:cubicBezTo>
                  <a:pt x="87600" y="96113"/>
                  <a:pt x="107692" y="103793"/>
                  <a:pt x="123825" y="117157"/>
                </a:cubicBezTo>
                <a:lnTo>
                  <a:pt x="123825" y="35213"/>
                </a:lnTo>
                <a:cubicBezTo>
                  <a:pt x="107692" y="48578"/>
                  <a:pt x="87600" y="56257"/>
                  <a:pt x="66675" y="57061"/>
                </a:cubicBezTo>
                <a:lnTo>
                  <a:pt x="66675" y="9525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7048500" y="2505075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53200" y="292417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Campañas, contenido, análisis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63038" y="2185988"/>
            <a:ext cx="2543175" cy="1171575"/>
          </a:xfrm>
          <a:custGeom>
            <a:avLst/>
            <a:gdLst/>
            <a:ahLst/>
            <a:cxnLst/>
            <a:rect l="l" t="t" r="r" b="b"/>
            <a:pathLst>
              <a:path w="2543175" h="1171575">
                <a:moveTo>
                  <a:pt x="114299" y="0"/>
                </a:moveTo>
                <a:lnTo>
                  <a:pt x="2428876" y="0"/>
                </a:lnTo>
                <a:cubicBezTo>
                  <a:pt x="2492002" y="0"/>
                  <a:pt x="2543175" y="51173"/>
                  <a:pt x="2543175" y="114299"/>
                </a:cubicBezTo>
                <a:lnTo>
                  <a:pt x="2543175" y="1057276"/>
                </a:lnTo>
                <a:cubicBezTo>
                  <a:pt x="2543175" y="1120402"/>
                  <a:pt x="2492002" y="1171575"/>
                  <a:pt x="2428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20200" y="2428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324975" y="25431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9715500" y="2505075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20200" y="292417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Prospectos, seguimiento, CRM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6038" y="3481388"/>
            <a:ext cx="2543175" cy="1171575"/>
          </a:xfrm>
          <a:custGeom>
            <a:avLst/>
            <a:gdLst/>
            <a:ahLst/>
            <a:cxnLst/>
            <a:rect l="l" t="t" r="r" b="b"/>
            <a:pathLst>
              <a:path w="2543175" h="1171575">
                <a:moveTo>
                  <a:pt x="114299" y="0"/>
                </a:moveTo>
                <a:lnTo>
                  <a:pt x="2428876" y="0"/>
                </a:lnTo>
                <a:cubicBezTo>
                  <a:pt x="2492002" y="0"/>
                  <a:pt x="2543175" y="51173"/>
                  <a:pt x="2543175" y="114299"/>
                </a:cubicBezTo>
                <a:lnTo>
                  <a:pt x="2543175" y="1057276"/>
                </a:lnTo>
                <a:cubicBezTo>
                  <a:pt x="2543175" y="1120402"/>
                  <a:pt x="2492002" y="1171575"/>
                  <a:pt x="2428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53200" y="3724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77025" y="3838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7048500" y="3800475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RRHH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53200" y="421957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Reclutamiento, onboarding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63038" y="3481388"/>
            <a:ext cx="2543175" cy="1171575"/>
          </a:xfrm>
          <a:custGeom>
            <a:avLst/>
            <a:gdLst/>
            <a:ahLst/>
            <a:cxnLst/>
            <a:rect l="l" t="t" r="r" b="b"/>
            <a:pathLst>
              <a:path w="2543175" h="1171575">
                <a:moveTo>
                  <a:pt x="114299" y="0"/>
                </a:moveTo>
                <a:lnTo>
                  <a:pt x="2428876" y="0"/>
                </a:lnTo>
                <a:cubicBezTo>
                  <a:pt x="2492002" y="0"/>
                  <a:pt x="2543175" y="51173"/>
                  <a:pt x="2543175" y="114299"/>
                </a:cubicBezTo>
                <a:lnTo>
                  <a:pt x="2543175" y="1057276"/>
                </a:lnTo>
                <a:cubicBezTo>
                  <a:pt x="2543175" y="1120402"/>
                  <a:pt x="2492002" y="1171575"/>
                  <a:pt x="2428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20200" y="3724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353550" y="38385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0" name="Text 58"/>
          <p:cNvSpPr/>
          <p:nvPr/>
        </p:nvSpPr>
        <p:spPr>
          <a:xfrm>
            <a:off x="9715500" y="380047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Finanzas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220200" y="421957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Reportes, análisis, forecasting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96038" y="4776788"/>
            <a:ext cx="2543175" cy="1171575"/>
          </a:xfrm>
          <a:custGeom>
            <a:avLst/>
            <a:gdLst/>
            <a:ahLst/>
            <a:cxnLst/>
            <a:rect l="l" t="t" r="r" b="b"/>
            <a:pathLst>
              <a:path w="2543175" h="1171575">
                <a:moveTo>
                  <a:pt x="114299" y="0"/>
                </a:moveTo>
                <a:lnTo>
                  <a:pt x="2428876" y="0"/>
                </a:lnTo>
                <a:cubicBezTo>
                  <a:pt x="2492002" y="0"/>
                  <a:pt x="2543175" y="51173"/>
                  <a:pt x="2543175" y="114299"/>
                </a:cubicBezTo>
                <a:lnTo>
                  <a:pt x="2543175" y="1057276"/>
                </a:lnTo>
                <a:cubicBezTo>
                  <a:pt x="2543175" y="1120402"/>
                  <a:pt x="2492002" y="1171575"/>
                  <a:pt x="2428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53200" y="5019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648450" y="51339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7048500" y="5095875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Operaciones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553200" y="551497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Optimización, calidad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063038" y="4776788"/>
            <a:ext cx="2543175" cy="1171575"/>
          </a:xfrm>
          <a:custGeom>
            <a:avLst/>
            <a:gdLst/>
            <a:ahLst/>
            <a:cxnLst/>
            <a:rect l="l" t="t" r="r" b="b"/>
            <a:pathLst>
              <a:path w="2543175" h="1171575">
                <a:moveTo>
                  <a:pt x="114299" y="0"/>
                </a:moveTo>
                <a:lnTo>
                  <a:pt x="2428876" y="0"/>
                </a:lnTo>
                <a:cubicBezTo>
                  <a:pt x="2492002" y="0"/>
                  <a:pt x="2543175" y="51173"/>
                  <a:pt x="2543175" y="114299"/>
                </a:cubicBezTo>
                <a:lnTo>
                  <a:pt x="2543175" y="1057276"/>
                </a:lnTo>
                <a:cubicBezTo>
                  <a:pt x="2543175" y="1120402"/>
                  <a:pt x="2492002" y="1171575"/>
                  <a:pt x="2428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20200" y="5019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324975" y="5133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04775" y="9525"/>
                </a:lnTo>
                <a:cubicBezTo>
                  <a:pt x="115282" y="9525"/>
                  <a:pt x="123825" y="18068"/>
                  <a:pt x="123825" y="28575"/>
                </a:cubicBezTo>
                <a:lnTo>
                  <a:pt x="123825" y="38100"/>
                </a:lnTo>
                <a:lnTo>
                  <a:pt x="138916" y="38100"/>
                </a:lnTo>
                <a:cubicBezTo>
                  <a:pt x="143976" y="38100"/>
                  <a:pt x="148828" y="40094"/>
                  <a:pt x="152400" y="43666"/>
                </a:cubicBezTo>
                <a:lnTo>
                  <a:pt x="165884" y="57150"/>
                </a:lnTo>
                <a:cubicBezTo>
                  <a:pt x="169456" y="60722"/>
                  <a:pt x="171450" y="65574"/>
                  <a:pt x="171450" y="70634"/>
                </a:cubicBezTo>
                <a:lnTo>
                  <a:pt x="171450" y="114300"/>
                </a:lnTo>
                <a:cubicBezTo>
                  <a:pt x="171450" y="124807"/>
                  <a:pt x="162907" y="133350"/>
                  <a:pt x="152400" y="133350"/>
                </a:cubicBezTo>
                <a:lnTo>
                  <a:pt x="151418" y="133350"/>
                </a:lnTo>
                <a:cubicBezTo>
                  <a:pt x="148322" y="144334"/>
                  <a:pt x="138202" y="152400"/>
                  <a:pt x="126206" y="152400"/>
                </a:cubicBezTo>
                <a:cubicBezTo>
                  <a:pt x="114211" y="152400"/>
                  <a:pt x="104120" y="144334"/>
                  <a:pt x="100995" y="133350"/>
                </a:cubicBezTo>
                <a:lnTo>
                  <a:pt x="70455" y="133350"/>
                </a:lnTo>
                <a:cubicBezTo>
                  <a:pt x="67360" y="144334"/>
                  <a:pt x="57239" y="152400"/>
                  <a:pt x="45244" y="152400"/>
                </a:cubicBezTo>
                <a:cubicBezTo>
                  <a:pt x="33248" y="152400"/>
                  <a:pt x="23158" y="144334"/>
                  <a:pt x="20032" y="133350"/>
                </a:cubicBezTo>
                <a:lnTo>
                  <a:pt x="19050" y="133350"/>
                </a:lnTo>
                <a:cubicBezTo>
                  <a:pt x="8543" y="133350"/>
                  <a:pt x="0" y="124807"/>
                  <a:pt x="0" y="114300"/>
                </a:cubicBezTo>
                <a:lnTo>
                  <a:pt x="0" y="28575"/>
                </a:lnTo>
                <a:close/>
                <a:moveTo>
                  <a:pt x="152400" y="85725"/>
                </a:moveTo>
                <a:lnTo>
                  <a:pt x="152400" y="70634"/>
                </a:lnTo>
                <a:lnTo>
                  <a:pt x="138916" y="57150"/>
                </a:lnTo>
                <a:lnTo>
                  <a:pt x="123825" y="57150"/>
                </a:lnTo>
                <a:lnTo>
                  <a:pt x="123825" y="85725"/>
                </a:lnTo>
                <a:lnTo>
                  <a:pt x="152400" y="85725"/>
                </a:lnTo>
                <a:close/>
                <a:moveTo>
                  <a:pt x="57150" y="126206"/>
                </a:moveTo>
                <a:cubicBezTo>
                  <a:pt x="57150" y="119635"/>
                  <a:pt x="51815" y="114300"/>
                  <a:pt x="45244" y="114300"/>
                </a:cubicBezTo>
                <a:cubicBezTo>
                  <a:pt x="38673" y="114300"/>
                  <a:pt x="33338" y="119635"/>
                  <a:pt x="33338" y="126206"/>
                </a:cubicBezTo>
                <a:cubicBezTo>
                  <a:pt x="33338" y="132777"/>
                  <a:pt x="38673" y="138113"/>
                  <a:pt x="45244" y="138113"/>
                </a:cubicBezTo>
                <a:cubicBezTo>
                  <a:pt x="51815" y="138113"/>
                  <a:pt x="57150" y="132777"/>
                  <a:pt x="57150" y="126206"/>
                </a:cubicBezTo>
                <a:close/>
                <a:moveTo>
                  <a:pt x="126206" y="138113"/>
                </a:moveTo>
                <a:cubicBezTo>
                  <a:pt x="132777" y="138113"/>
                  <a:pt x="138113" y="132777"/>
                  <a:pt x="138113" y="126206"/>
                </a:cubicBezTo>
                <a:cubicBezTo>
                  <a:pt x="138113" y="119635"/>
                  <a:pt x="132777" y="114300"/>
                  <a:pt x="126206" y="114300"/>
                </a:cubicBezTo>
                <a:cubicBezTo>
                  <a:pt x="119635" y="114300"/>
                  <a:pt x="114300" y="119635"/>
                  <a:pt x="114300" y="126206"/>
                </a:cubicBezTo>
                <a:cubicBezTo>
                  <a:pt x="114300" y="132777"/>
                  <a:pt x="119635" y="138113"/>
                  <a:pt x="126206" y="1381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0" name="Text 68"/>
          <p:cNvSpPr/>
          <p:nvPr/>
        </p:nvSpPr>
        <p:spPr>
          <a:xfrm>
            <a:off x="9715500" y="5095875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220200" y="551497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Rutas, inventario, demanda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ÉTICA, REGULACIÓN Y PROYECTO FINAL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Módulos 10-11: Ética y Proyecto Final Empresarial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10225" cy="5114925"/>
          </a:xfrm>
          <a:custGeom>
            <a:avLst/>
            <a:gdLst/>
            <a:ahLst/>
            <a:cxnLst/>
            <a:rect l="l" t="t" r="r" b="b"/>
            <a:pathLst>
              <a:path w="5610225" h="5114925">
                <a:moveTo>
                  <a:pt x="152425" y="0"/>
                </a:moveTo>
                <a:lnTo>
                  <a:pt x="5457800" y="0"/>
                </a:lnTo>
                <a:cubicBezTo>
                  <a:pt x="5541982" y="0"/>
                  <a:pt x="5610225" y="68243"/>
                  <a:pt x="5610225" y="152425"/>
                </a:cubicBezTo>
                <a:lnTo>
                  <a:pt x="5610225" y="4962500"/>
                </a:lnTo>
                <a:cubicBezTo>
                  <a:pt x="5610225" y="5046682"/>
                  <a:pt x="5541982" y="5114925"/>
                  <a:pt x="5457800" y="5114925"/>
                </a:cubicBezTo>
                <a:lnTo>
                  <a:pt x="152425" y="5114925"/>
                </a:lnTo>
                <a:cubicBezTo>
                  <a:pt x="68243" y="5114925"/>
                  <a:pt x="0" y="5046682"/>
                  <a:pt x="0" y="4962500"/>
                </a:cubicBezTo>
                <a:lnTo>
                  <a:pt x="0" y="152425"/>
                </a:lnTo>
                <a:cubicBezTo>
                  <a:pt x="0" y="68299"/>
                  <a:pt x="68299" y="0"/>
                  <a:pt x="1524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10046" y="1552575"/>
            <a:ext cx="695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3025" y="1438275"/>
            <a:ext cx="3076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Ética, Seguridad y Regulación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3025" y="1743075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horas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85988"/>
            <a:ext cx="5210175" cy="1438275"/>
          </a:xfrm>
          <a:custGeom>
            <a:avLst/>
            <a:gdLst/>
            <a:ahLst/>
            <a:cxnLst/>
            <a:rect l="l" t="t" r="r" b="b"/>
            <a:pathLst>
              <a:path w="5210175" h="1438275">
                <a:moveTo>
                  <a:pt x="114300" y="0"/>
                </a:moveTo>
                <a:lnTo>
                  <a:pt x="5095875" y="0"/>
                </a:lnTo>
                <a:cubicBezTo>
                  <a:pt x="5159001" y="0"/>
                  <a:pt x="5210175" y="51174"/>
                  <a:pt x="5210175" y="114300"/>
                </a:cubicBezTo>
                <a:lnTo>
                  <a:pt x="5210175" y="1323975"/>
                </a:lnTo>
                <a:cubicBezTo>
                  <a:pt x="5210175" y="1387101"/>
                  <a:pt x="5159001" y="1438275"/>
                  <a:pt x="5095875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950" y="2343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6300" y="247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314450" y="24384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Privacidad de Datos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2950" y="29146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Protección de información sensible y cumplimiento normativo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7713" y="3224213"/>
            <a:ext cx="533400" cy="238125"/>
          </a:xfrm>
          <a:custGeom>
            <a:avLst/>
            <a:gdLst/>
            <a:ahLst/>
            <a:cxnLst/>
            <a:rect l="l" t="t" r="r" b="b"/>
            <a:pathLst>
              <a:path w="533400" h="238125">
                <a:moveTo>
                  <a:pt x="119063" y="0"/>
                </a:moveTo>
                <a:lnTo>
                  <a:pt x="414338" y="0"/>
                </a:lnTo>
                <a:cubicBezTo>
                  <a:pt x="480050" y="0"/>
                  <a:pt x="533400" y="53350"/>
                  <a:pt x="533400" y="119063"/>
                </a:cubicBezTo>
                <a:lnTo>
                  <a:pt x="533400" y="119063"/>
                </a:lnTo>
                <a:cubicBezTo>
                  <a:pt x="533400" y="184775"/>
                  <a:pt x="480050" y="238125"/>
                  <a:pt x="414338" y="238125"/>
                </a:cubicBezTo>
                <a:lnTo>
                  <a:pt x="119063" y="238125"/>
                </a:lnTo>
                <a:cubicBezTo>
                  <a:pt x="53350" y="238125"/>
                  <a:pt x="0" y="184775"/>
                  <a:pt x="0" y="119063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3219450"/>
            <a:ext cx="58102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GDPR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302" y="3224213"/>
            <a:ext cx="1095375" cy="238125"/>
          </a:xfrm>
          <a:custGeom>
            <a:avLst/>
            <a:gdLst/>
            <a:ahLst/>
            <a:cxnLst/>
            <a:rect l="l" t="t" r="r" b="b"/>
            <a:pathLst>
              <a:path w="1095375" h="238125">
                <a:moveTo>
                  <a:pt x="119063" y="0"/>
                </a:moveTo>
                <a:lnTo>
                  <a:pt x="976312" y="0"/>
                </a:lnTo>
                <a:cubicBezTo>
                  <a:pt x="1042025" y="0"/>
                  <a:pt x="1095375" y="53350"/>
                  <a:pt x="1095375" y="119063"/>
                </a:cubicBezTo>
                <a:lnTo>
                  <a:pt x="1095375" y="119063"/>
                </a:lnTo>
                <a:cubicBezTo>
                  <a:pt x="1095375" y="184775"/>
                  <a:pt x="1042025" y="238125"/>
                  <a:pt x="976312" y="238125"/>
                </a:cubicBezTo>
                <a:lnTo>
                  <a:pt x="119063" y="238125"/>
                </a:lnTo>
                <a:cubicBezTo>
                  <a:pt x="53350" y="238125"/>
                  <a:pt x="0" y="184775"/>
                  <a:pt x="0" y="119063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6540" y="3219450"/>
            <a:ext cx="11430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Protección datos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788" y="3748087"/>
            <a:ext cx="5210175" cy="1609725"/>
          </a:xfrm>
          <a:custGeom>
            <a:avLst/>
            <a:gdLst/>
            <a:ahLst/>
            <a:cxnLst/>
            <a:rect l="l" t="t" r="r" b="b"/>
            <a:pathLst>
              <a:path w="5210175" h="1609725">
                <a:moveTo>
                  <a:pt x="114307" y="0"/>
                </a:moveTo>
                <a:lnTo>
                  <a:pt x="5095868" y="0"/>
                </a:lnTo>
                <a:cubicBezTo>
                  <a:pt x="5158956" y="0"/>
                  <a:pt x="5210175" y="51219"/>
                  <a:pt x="5210175" y="114307"/>
                </a:cubicBezTo>
                <a:lnTo>
                  <a:pt x="5210175" y="1495418"/>
                </a:lnTo>
                <a:cubicBezTo>
                  <a:pt x="5210175" y="1558506"/>
                  <a:pt x="5158956" y="1609725"/>
                  <a:pt x="5095868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950" y="3905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6300" y="4038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314450" y="400050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Riesgos Empresariales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0334" y="4514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985838" y="447675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Sesgos algorítmicos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0334" y="4781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985838" y="474345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Dependencia tecnológica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0334" y="5048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985838" y="501015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Transparencia y explicabilidad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5788" y="54816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114298" y="0"/>
                </a:moveTo>
                <a:lnTo>
                  <a:pt x="5095877" y="0"/>
                </a:lnTo>
                <a:cubicBezTo>
                  <a:pt x="5158960" y="0"/>
                  <a:pt x="5210175" y="51215"/>
                  <a:pt x="5210175" y="114298"/>
                </a:cubicBezTo>
                <a:lnTo>
                  <a:pt x="5210175" y="542927"/>
                </a:lnTo>
                <a:cubicBezTo>
                  <a:pt x="5210175" y="606010"/>
                  <a:pt x="5158960" y="657225"/>
                  <a:pt x="5095877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850" y="57150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57275" y="560070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Regulación Europea AI Act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7275" y="5829300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Marco regulatorio de la UE para sistemas de IA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6013" y="1223963"/>
            <a:ext cx="5610225" cy="5114925"/>
          </a:xfrm>
          <a:custGeom>
            <a:avLst/>
            <a:gdLst/>
            <a:ahLst/>
            <a:cxnLst/>
            <a:rect l="l" t="t" r="r" b="b"/>
            <a:pathLst>
              <a:path w="5610225" h="5114925">
                <a:moveTo>
                  <a:pt x="152425" y="0"/>
                </a:moveTo>
                <a:lnTo>
                  <a:pt x="5457800" y="0"/>
                </a:lnTo>
                <a:cubicBezTo>
                  <a:pt x="5541982" y="0"/>
                  <a:pt x="5610225" y="68243"/>
                  <a:pt x="5610225" y="152425"/>
                </a:cubicBezTo>
                <a:lnTo>
                  <a:pt x="5610225" y="4962500"/>
                </a:lnTo>
                <a:cubicBezTo>
                  <a:pt x="5610225" y="5046682"/>
                  <a:pt x="5541982" y="5114925"/>
                  <a:pt x="5457800" y="5114925"/>
                </a:cubicBezTo>
                <a:lnTo>
                  <a:pt x="152425" y="5114925"/>
                </a:lnTo>
                <a:cubicBezTo>
                  <a:pt x="68243" y="5114925"/>
                  <a:pt x="0" y="5046682"/>
                  <a:pt x="0" y="4962500"/>
                </a:cubicBezTo>
                <a:lnTo>
                  <a:pt x="0" y="152425"/>
                </a:lnTo>
                <a:cubicBezTo>
                  <a:pt x="0" y="68299"/>
                  <a:pt x="68299" y="0"/>
                  <a:pt x="1524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127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54229" y="1552575"/>
            <a:ext cx="628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M11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3275" y="1438275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 Final Empresarial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53275" y="1743075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horas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6038" y="2185988"/>
            <a:ext cx="5210175" cy="1838325"/>
          </a:xfrm>
          <a:custGeom>
            <a:avLst/>
            <a:gdLst/>
            <a:ahLst/>
            <a:cxnLst/>
            <a:rect l="l" t="t" r="r" b="b"/>
            <a:pathLst>
              <a:path w="5210175" h="1838325">
                <a:moveTo>
                  <a:pt x="114307" y="0"/>
                </a:moveTo>
                <a:lnTo>
                  <a:pt x="5095868" y="0"/>
                </a:lnTo>
                <a:cubicBezTo>
                  <a:pt x="5158998" y="0"/>
                  <a:pt x="5210175" y="51177"/>
                  <a:pt x="5210175" y="114307"/>
                </a:cubicBezTo>
                <a:lnTo>
                  <a:pt x="5210175" y="1724018"/>
                </a:lnTo>
                <a:cubicBezTo>
                  <a:pt x="5210175" y="1787148"/>
                  <a:pt x="5158998" y="1838325"/>
                  <a:pt x="509586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7013" y="239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772275" y="234315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de Solución de IA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53200" y="27241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Aplicación práctica de conocimientos adquiridos en un proyecto real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53200" y="3028950"/>
            <a:ext cx="1581150" cy="838200"/>
          </a:xfrm>
          <a:custGeom>
            <a:avLst/>
            <a:gdLst/>
            <a:ahLst/>
            <a:cxnLst/>
            <a:rect l="l" t="t" r="r" b="b"/>
            <a:pathLst>
              <a:path w="1581150" h="838200">
                <a:moveTo>
                  <a:pt x="76201" y="0"/>
                </a:moveTo>
                <a:lnTo>
                  <a:pt x="1504949" y="0"/>
                </a:lnTo>
                <a:cubicBezTo>
                  <a:pt x="1547034" y="0"/>
                  <a:pt x="1581150" y="34116"/>
                  <a:pt x="1581150" y="76201"/>
                </a:cubicBezTo>
                <a:lnTo>
                  <a:pt x="1581150" y="761999"/>
                </a:lnTo>
                <a:cubicBezTo>
                  <a:pt x="1581150" y="804084"/>
                  <a:pt x="1547034" y="838200"/>
                  <a:pt x="15049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2" name="Shape 40"/>
          <p:cNvSpPr/>
          <p:nvPr/>
        </p:nvSpPr>
        <p:spPr>
          <a:xfrm>
            <a:off x="7224713" y="3143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634163" y="3409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38925" y="3600450"/>
            <a:ext cx="140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procesos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10550" y="3028950"/>
            <a:ext cx="1581150" cy="838200"/>
          </a:xfrm>
          <a:custGeom>
            <a:avLst/>
            <a:gdLst/>
            <a:ahLst/>
            <a:cxnLst/>
            <a:rect l="l" t="t" r="r" b="b"/>
            <a:pathLst>
              <a:path w="1581150" h="838200">
                <a:moveTo>
                  <a:pt x="76201" y="0"/>
                </a:moveTo>
                <a:lnTo>
                  <a:pt x="1504949" y="0"/>
                </a:lnTo>
                <a:cubicBezTo>
                  <a:pt x="1547034" y="0"/>
                  <a:pt x="1581150" y="34116"/>
                  <a:pt x="1581150" y="76201"/>
                </a:cubicBezTo>
                <a:lnTo>
                  <a:pt x="1581150" y="761999"/>
                </a:lnTo>
                <a:cubicBezTo>
                  <a:pt x="1581150" y="804084"/>
                  <a:pt x="1547034" y="838200"/>
                  <a:pt x="15049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6" name="Shape 44"/>
          <p:cNvSpPr/>
          <p:nvPr/>
        </p:nvSpPr>
        <p:spPr>
          <a:xfrm>
            <a:off x="8882063" y="3143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8291513" y="3409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Asistente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96275" y="3600450"/>
            <a:ext cx="140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corporativo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867900" y="3028950"/>
            <a:ext cx="1581150" cy="838200"/>
          </a:xfrm>
          <a:custGeom>
            <a:avLst/>
            <a:gdLst/>
            <a:ahLst/>
            <a:cxnLst/>
            <a:rect l="l" t="t" r="r" b="b"/>
            <a:pathLst>
              <a:path w="1581150" h="838200">
                <a:moveTo>
                  <a:pt x="76201" y="0"/>
                </a:moveTo>
                <a:lnTo>
                  <a:pt x="1504949" y="0"/>
                </a:lnTo>
                <a:cubicBezTo>
                  <a:pt x="1547034" y="0"/>
                  <a:pt x="1581150" y="34116"/>
                  <a:pt x="1581150" y="76201"/>
                </a:cubicBezTo>
                <a:lnTo>
                  <a:pt x="1581150" y="761999"/>
                </a:lnTo>
                <a:cubicBezTo>
                  <a:pt x="1581150" y="804084"/>
                  <a:pt x="1547034" y="838200"/>
                  <a:pt x="15049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0" name="Shape 48"/>
          <p:cNvSpPr/>
          <p:nvPr/>
        </p:nvSpPr>
        <p:spPr>
          <a:xfrm>
            <a:off x="10551319" y="3143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9948863" y="3409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953625" y="3600450"/>
            <a:ext cx="140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agentes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6038" y="4148137"/>
            <a:ext cx="5210175" cy="1247775"/>
          </a:xfrm>
          <a:custGeom>
            <a:avLst/>
            <a:gdLst/>
            <a:ahLst/>
            <a:cxnLst/>
            <a:rect l="l" t="t" r="r" b="b"/>
            <a:pathLst>
              <a:path w="5210175" h="1247775">
                <a:moveTo>
                  <a:pt x="114296" y="0"/>
                </a:moveTo>
                <a:lnTo>
                  <a:pt x="5095879" y="0"/>
                </a:lnTo>
                <a:cubicBezTo>
                  <a:pt x="5159003" y="0"/>
                  <a:pt x="5210175" y="51172"/>
                  <a:pt x="5210175" y="114296"/>
                </a:cubicBezTo>
                <a:lnTo>
                  <a:pt x="5210175" y="1133479"/>
                </a:lnTo>
                <a:cubicBezTo>
                  <a:pt x="5210175" y="1196603"/>
                  <a:pt x="5159003" y="1247775"/>
                  <a:pt x="5095879" y="1247775"/>
                </a:cubicBezTo>
                <a:lnTo>
                  <a:pt x="114296" y="1247775"/>
                </a:lnTo>
                <a:cubicBezTo>
                  <a:pt x="51172" y="1247775"/>
                  <a:pt x="0" y="1196603"/>
                  <a:pt x="0" y="11334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98444" y="43529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772275" y="43053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Aplicación Departamental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53200" y="46863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 enfocado en un área específica de la organización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57963" y="4995863"/>
            <a:ext cx="752475" cy="238125"/>
          </a:xfrm>
          <a:custGeom>
            <a:avLst/>
            <a:gdLst/>
            <a:ahLst/>
            <a:cxnLst/>
            <a:rect l="l" t="t" r="r" b="b"/>
            <a:pathLst>
              <a:path w="752475" h="238125">
                <a:moveTo>
                  <a:pt x="119063" y="0"/>
                </a:moveTo>
                <a:lnTo>
                  <a:pt x="633413" y="0"/>
                </a:lnTo>
                <a:cubicBezTo>
                  <a:pt x="699125" y="0"/>
                  <a:pt x="752475" y="53350"/>
                  <a:pt x="752475" y="119063"/>
                </a:cubicBezTo>
                <a:lnTo>
                  <a:pt x="752475" y="119063"/>
                </a:lnTo>
                <a:cubicBezTo>
                  <a:pt x="752475" y="184775"/>
                  <a:pt x="699125" y="238125"/>
                  <a:pt x="633413" y="238125"/>
                </a:cubicBezTo>
                <a:lnTo>
                  <a:pt x="119063" y="238125"/>
                </a:lnTo>
                <a:cubicBezTo>
                  <a:pt x="53350" y="238125"/>
                  <a:pt x="0" y="184775"/>
                  <a:pt x="0" y="119063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53200" y="4991100"/>
            <a:ext cx="8001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95270" y="4995863"/>
            <a:ext cx="590550" cy="238125"/>
          </a:xfrm>
          <a:custGeom>
            <a:avLst/>
            <a:gdLst/>
            <a:ahLst/>
            <a:cxnLst/>
            <a:rect l="l" t="t" r="r" b="b"/>
            <a:pathLst>
              <a:path w="590550" h="238125">
                <a:moveTo>
                  <a:pt x="119063" y="0"/>
                </a:moveTo>
                <a:lnTo>
                  <a:pt x="471488" y="0"/>
                </a:lnTo>
                <a:cubicBezTo>
                  <a:pt x="537200" y="0"/>
                  <a:pt x="590550" y="53350"/>
                  <a:pt x="590550" y="119063"/>
                </a:cubicBezTo>
                <a:lnTo>
                  <a:pt x="590550" y="119063"/>
                </a:lnTo>
                <a:cubicBezTo>
                  <a:pt x="590550" y="184775"/>
                  <a:pt x="537200" y="238125"/>
                  <a:pt x="471488" y="238125"/>
                </a:cubicBezTo>
                <a:lnTo>
                  <a:pt x="119063" y="238125"/>
                </a:lnTo>
                <a:cubicBezTo>
                  <a:pt x="53350" y="238125"/>
                  <a:pt x="0" y="184775"/>
                  <a:pt x="0" y="119063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90507" y="4991100"/>
            <a:ext cx="6381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72586" y="4995863"/>
            <a:ext cx="542925" cy="238125"/>
          </a:xfrm>
          <a:custGeom>
            <a:avLst/>
            <a:gdLst/>
            <a:ahLst/>
            <a:cxnLst/>
            <a:rect l="l" t="t" r="r" b="b"/>
            <a:pathLst>
              <a:path w="542925" h="238125">
                <a:moveTo>
                  <a:pt x="119063" y="0"/>
                </a:moveTo>
                <a:lnTo>
                  <a:pt x="423863" y="0"/>
                </a:lnTo>
                <a:cubicBezTo>
                  <a:pt x="489575" y="0"/>
                  <a:pt x="542925" y="53350"/>
                  <a:pt x="542925" y="119063"/>
                </a:cubicBezTo>
                <a:lnTo>
                  <a:pt x="542925" y="119063"/>
                </a:lnTo>
                <a:cubicBezTo>
                  <a:pt x="542925" y="184775"/>
                  <a:pt x="489575" y="238125"/>
                  <a:pt x="423863" y="238125"/>
                </a:cubicBezTo>
                <a:lnTo>
                  <a:pt x="119063" y="238125"/>
                </a:lnTo>
                <a:cubicBezTo>
                  <a:pt x="53350" y="238125"/>
                  <a:pt x="0" y="184775"/>
                  <a:pt x="0" y="119063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67824" y="4991100"/>
            <a:ext cx="5905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RRHH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705106" y="4995863"/>
            <a:ext cx="876300" cy="238125"/>
          </a:xfrm>
          <a:custGeom>
            <a:avLst/>
            <a:gdLst/>
            <a:ahLst/>
            <a:cxnLst/>
            <a:rect l="l" t="t" r="r" b="b"/>
            <a:pathLst>
              <a:path w="876300" h="238125">
                <a:moveTo>
                  <a:pt x="119063" y="0"/>
                </a:moveTo>
                <a:lnTo>
                  <a:pt x="757238" y="0"/>
                </a:lnTo>
                <a:cubicBezTo>
                  <a:pt x="822950" y="0"/>
                  <a:pt x="876300" y="53350"/>
                  <a:pt x="876300" y="119063"/>
                </a:cubicBezTo>
                <a:lnTo>
                  <a:pt x="876300" y="119063"/>
                </a:lnTo>
                <a:cubicBezTo>
                  <a:pt x="876300" y="184775"/>
                  <a:pt x="822950" y="238125"/>
                  <a:pt x="757238" y="238125"/>
                </a:cubicBezTo>
                <a:lnTo>
                  <a:pt x="119063" y="238125"/>
                </a:lnTo>
                <a:cubicBezTo>
                  <a:pt x="53350" y="238125"/>
                  <a:pt x="0" y="184775"/>
                  <a:pt x="0" y="119063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0343" y="4991100"/>
            <a:ext cx="92392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Operaciones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96038" y="551973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314324"/>
                </a:lnTo>
                <a:cubicBezTo>
                  <a:pt x="5210175" y="377451"/>
                  <a:pt x="5159001" y="428625"/>
                  <a:pt x="509587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15100" y="56388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Entregable: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Prototipo funcional documentado con presentación ejecutiva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METODOLOGÍA Y RESULTADOS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Metodología, Evaluación y Perfil de Salida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3695700" cy="5076825"/>
          </a:xfrm>
          <a:custGeom>
            <a:avLst/>
            <a:gdLst/>
            <a:ahLst/>
            <a:cxnLst/>
            <a:rect l="l" t="t" r="r" b="b"/>
            <a:pathLst>
              <a:path w="3695700" h="5076825">
                <a:moveTo>
                  <a:pt x="152411" y="0"/>
                </a:moveTo>
                <a:lnTo>
                  <a:pt x="3543289" y="0"/>
                </a:lnTo>
                <a:cubicBezTo>
                  <a:pt x="3627463" y="0"/>
                  <a:pt x="3695700" y="68237"/>
                  <a:pt x="3695700" y="152411"/>
                </a:cubicBezTo>
                <a:lnTo>
                  <a:pt x="3695700" y="4924414"/>
                </a:lnTo>
                <a:cubicBezTo>
                  <a:pt x="3695700" y="5008588"/>
                  <a:pt x="3627463" y="5076825"/>
                  <a:pt x="3543289" y="5076825"/>
                </a:cubicBezTo>
                <a:lnTo>
                  <a:pt x="152411" y="5076825"/>
                </a:lnTo>
                <a:cubicBezTo>
                  <a:pt x="68237" y="5076825"/>
                  <a:pt x="0" y="5008588"/>
                  <a:pt x="0" y="49244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0563" y="15525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152525" y="1514475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Metodología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2033588"/>
            <a:ext cx="3295650" cy="695325"/>
          </a:xfrm>
          <a:custGeom>
            <a:avLst/>
            <a:gdLst/>
            <a:ahLst/>
            <a:cxnLst/>
            <a:rect l="l" t="t" r="r" b="b"/>
            <a:pathLst>
              <a:path w="3295650" h="695325">
                <a:moveTo>
                  <a:pt x="76201" y="0"/>
                </a:moveTo>
                <a:lnTo>
                  <a:pt x="3219449" y="0"/>
                </a:lnTo>
                <a:cubicBezTo>
                  <a:pt x="3261534" y="0"/>
                  <a:pt x="3295650" y="34116"/>
                  <a:pt x="3295650" y="76201"/>
                </a:cubicBezTo>
                <a:lnTo>
                  <a:pt x="3295650" y="619124"/>
                </a:lnTo>
                <a:cubicBezTo>
                  <a:pt x="3295650" y="661209"/>
                  <a:pt x="3261534" y="695325"/>
                  <a:pt x="32194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4375" y="2190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" y="215265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Clases Online en Directo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850" y="24193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Sesiones interactivas con instructor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2852738"/>
            <a:ext cx="3295650" cy="695325"/>
          </a:xfrm>
          <a:custGeom>
            <a:avLst/>
            <a:gdLst/>
            <a:ahLst/>
            <a:cxnLst/>
            <a:rect l="l" t="t" r="r" b="b"/>
            <a:pathLst>
              <a:path w="3295650" h="695325">
                <a:moveTo>
                  <a:pt x="76201" y="0"/>
                </a:moveTo>
                <a:lnTo>
                  <a:pt x="3219449" y="0"/>
                </a:lnTo>
                <a:cubicBezTo>
                  <a:pt x="3261534" y="0"/>
                  <a:pt x="3295650" y="34116"/>
                  <a:pt x="3295650" y="76201"/>
                </a:cubicBezTo>
                <a:lnTo>
                  <a:pt x="3295650" y="619124"/>
                </a:lnTo>
                <a:cubicBezTo>
                  <a:pt x="3295650" y="661209"/>
                  <a:pt x="3261534" y="695325"/>
                  <a:pt x="32194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4375" y="3009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15835"/>
                </a:moveTo>
                <a:lnTo>
                  <a:pt x="45333" y="54412"/>
                </a:lnTo>
                <a:cubicBezTo>
                  <a:pt x="43964" y="55930"/>
                  <a:pt x="44023" y="58281"/>
                  <a:pt x="45482" y="59740"/>
                </a:cubicBezTo>
                <a:cubicBezTo>
                  <a:pt x="54560" y="68818"/>
                  <a:pt x="69294" y="68818"/>
                  <a:pt x="78373" y="59740"/>
                </a:cubicBezTo>
                <a:lnTo>
                  <a:pt x="87838" y="50274"/>
                </a:lnTo>
                <a:cubicBezTo>
                  <a:pt x="89089" y="49024"/>
                  <a:pt x="90666" y="48339"/>
                  <a:pt x="92273" y="48220"/>
                </a:cubicBezTo>
                <a:cubicBezTo>
                  <a:pt x="94298" y="48042"/>
                  <a:pt x="96381" y="48726"/>
                  <a:pt x="97929" y="50274"/>
                </a:cubicBezTo>
                <a:lnTo>
                  <a:pt x="150495" y="102394"/>
                </a:lnTo>
                <a:lnTo>
                  <a:pt x="171450" y="85725"/>
                </a:lnTo>
                <a:lnTo>
                  <a:pt x="171450" y="0"/>
                </a:lnTo>
                <a:lnTo>
                  <a:pt x="138113" y="19050"/>
                </a:lnTo>
                <a:lnTo>
                  <a:pt x="131028" y="14317"/>
                </a:lnTo>
                <a:cubicBezTo>
                  <a:pt x="126325" y="11192"/>
                  <a:pt x="120819" y="9525"/>
                  <a:pt x="115163" y="9525"/>
                </a:cubicBezTo>
                <a:lnTo>
                  <a:pt x="94208" y="9525"/>
                </a:lnTo>
                <a:cubicBezTo>
                  <a:pt x="93881" y="9525"/>
                  <a:pt x="93524" y="9525"/>
                  <a:pt x="93196" y="9555"/>
                </a:cubicBezTo>
                <a:cubicBezTo>
                  <a:pt x="88166" y="9823"/>
                  <a:pt x="83433" y="12085"/>
                  <a:pt x="80040" y="15835"/>
                </a:cubicBezTo>
                <a:close/>
                <a:moveTo>
                  <a:pt x="34707" y="44857"/>
                </a:moveTo>
                <a:lnTo>
                  <a:pt x="66496" y="9525"/>
                </a:lnTo>
                <a:lnTo>
                  <a:pt x="54709" y="9525"/>
                </a:lnTo>
                <a:cubicBezTo>
                  <a:pt x="47119" y="9525"/>
                  <a:pt x="39856" y="12531"/>
                  <a:pt x="34498" y="17889"/>
                </a:cubicBezTo>
                <a:lnTo>
                  <a:pt x="0" y="57150"/>
                </a:lnTo>
                <a:lnTo>
                  <a:pt x="0" y="161925"/>
                </a:lnTo>
                <a:lnTo>
                  <a:pt x="42863" y="121444"/>
                </a:lnTo>
                <a:lnTo>
                  <a:pt x="46553" y="124510"/>
                </a:lnTo>
                <a:cubicBezTo>
                  <a:pt x="53400" y="130225"/>
                  <a:pt x="62032" y="133350"/>
                  <a:pt x="70931" y="133350"/>
                </a:cubicBezTo>
                <a:lnTo>
                  <a:pt x="75605" y="133350"/>
                </a:lnTo>
                <a:lnTo>
                  <a:pt x="73521" y="131266"/>
                </a:lnTo>
                <a:cubicBezTo>
                  <a:pt x="70723" y="128468"/>
                  <a:pt x="70723" y="123944"/>
                  <a:pt x="73521" y="121176"/>
                </a:cubicBezTo>
                <a:cubicBezTo>
                  <a:pt x="76319" y="118408"/>
                  <a:pt x="80843" y="118378"/>
                  <a:pt x="83612" y="121176"/>
                </a:cubicBezTo>
                <a:lnTo>
                  <a:pt x="95816" y="133380"/>
                </a:lnTo>
                <a:lnTo>
                  <a:pt x="98494" y="133380"/>
                </a:lnTo>
                <a:cubicBezTo>
                  <a:pt x="104180" y="133380"/>
                  <a:pt x="109746" y="132100"/>
                  <a:pt x="114806" y="129719"/>
                </a:cubicBezTo>
                <a:lnTo>
                  <a:pt x="106859" y="121741"/>
                </a:lnTo>
                <a:cubicBezTo>
                  <a:pt x="104061" y="118943"/>
                  <a:pt x="104061" y="114419"/>
                  <a:pt x="106859" y="111651"/>
                </a:cubicBezTo>
                <a:cubicBezTo>
                  <a:pt x="109657" y="108883"/>
                  <a:pt x="114181" y="108853"/>
                  <a:pt x="116949" y="111651"/>
                </a:cubicBezTo>
                <a:lnTo>
                  <a:pt x="126474" y="121176"/>
                </a:lnTo>
                <a:lnTo>
                  <a:pt x="131683" y="115967"/>
                </a:lnTo>
                <a:cubicBezTo>
                  <a:pt x="134332" y="113318"/>
                  <a:pt x="135106" y="109478"/>
                  <a:pt x="133945" y="106114"/>
                </a:cubicBezTo>
                <a:lnTo>
                  <a:pt x="92899" y="65395"/>
                </a:lnTo>
                <a:lnTo>
                  <a:pt x="88463" y="69830"/>
                </a:lnTo>
                <a:cubicBezTo>
                  <a:pt x="73789" y="84505"/>
                  <a:pt x="50036" y="84505"/>
                  <a:pt x="35362" y="69830"/>
                </a:cubicBezTo>
                <a:cubicBezTo>
                  <a:pt x="28515" y="62984"/>
                  <a:pt x="28248" y="52001"/>
                  <a:pt x="34707" y="448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" y="29718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Talleres Prácticos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" y="32385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Aprendizaje hands-on guiado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788" y="3671888"/>
            <a:ext cx="3295650" cy="695325"/>
          </a:xfrm>
          <a:custGeom>
            <a:avLst/>
            <a:gdLst/>
            <a:ahLst/>
            <a:cxnLst/>
            <a:rect l="l" t="t" r="r" b="b"/>
            <a:pathLst>
              <a:path w="3295650" h="695325">
                <a:moveTo>
                  <a:pt x="76201" y="0"/>
                </a:moveTo>
                <a:lnTo>
                  <a:pt x="3219449" y="0"/>
                </a:lnTo>
                <a:cubicBezTo>
                  <a:pt x="3261534" y="0"/>
                  <a:pt x="3295650" y="34116"/>
                  <a:pt x="3295650" y="76201"/>
                </a:cubicBezTo>
                <a:lnTo>
                  <a:pt x="3295650" y="619124"/>
                </a:lnTo>
                <a:cubicBezTo>
                  <a:pt x="3295650" y="661209"/>
                  <a:pt x="3261534" y="695325"/>
                  <a:pt x="32194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900" y="3829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" y="379095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de Estudio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" y="40576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Ejemplos reales empresariales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4491038"/>
            <a:ext cx="3295650" cy="695325"/>
          </a:xfrm>
          <a:custGeom>
            <a:avLst/>
            <a:gdLst/>
            <a:ahLst/>
            <a:cxnLst/>
            <a:rect l="l" t="t" r="r" b="b"/>
            <a:pathLst>
              <a:path w="3295650" h="695325">
                <a:moveTo>
                  <a:pt x="76201" y="0"/>
                </a:moveTo>
                <a:lnTo>
                  <a:pt x="3219449" y="0"/>
                </a:lnTo>
                <a:cubicBezTo>
                  <a:pt x="3261534" y="0"/>
                  <a:pt x="3295650" y="34116"/>
                  <a:pt x="3295650" y="76201"/>
                </a:cubicBezTo>
                <a:lnTo>
                  <a:pt x="3295650" y="619124"/>
                </a:lnTo>
                <a:cubicBezTo>
                  <a:pt x="3295650" y="661209"/>
                  <a:pt x="3261534" y="695325"/>
                  <a:pt x="32194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900" y="4648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" y="46101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 Aplicado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850" y="48768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de solución real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6513" y="1223963"/>
            <a:ext cx="3695700" cy="5076825"/>
          </a:xfrm>
          <a:custGeom>
            <a:avLst/>
            <a:gdLst/>
            <a:ahLst/>
            <a:cxnLst/>
            <a:rect l="l" t="t" r="r" b="b"/>
            <a:pathLst>
              <a:path w="3695700" h="5076825">
                <a:moveTo>
                  <a:pt x="152411" y="0"/>
                </a:moveTo>
                <a:lnTo>
                  <a:pt x="3543289" y="0"/>
                </a:lnTo>
                <a:cubicBezTo>
                  <a:pt x="3627463" y="0"/>
                  <a:pt x="3695700" y="68237"/>
                  <a:pt x="3695700" y="152411"/>
                </a:cubicBezTo>
                <a:lnTo>
                  <a:pt x="3695700" y="4924414"/>
                </a:lnTo>
                <a:cubicBezTo>
                  <a:pt x="3695700" y="5008588"/>
                  <a:pt x="3627463" y="5076825"/>
                  <a:pt x="3543289" y="5076825"/>
                </a:cubicBezTo>
                <a:lnTo>
                  <a:pt x="152411" y="5076825"/>
                </a:lnTo>
                <a:cubicBezTo>
                  <a:pt x="68237" y="5076825"/>
                  <a:pt x="0" y="5008588"/>
                  <a:pt x="0" y="49244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4177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63219" y="1552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013275" y="1514475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Evaluación</a:t>
            </a:r>
            <a:endParaRPr lang="en-US" sz="1600" dirty="0"/>
          </a:p>
        </p:txBody>
      </p:sp>
      <p:pic>
        <p:nvPicPr>
          <p:cNvPr id="28" name="Image 0" descr="https://kimi-img.moonshot.cn/pub/slides/26-02-16-22:56:56-d69j0e3foslmp6m0vqt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41775" y="2028825"/>
            <a:ext cx="3305175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29" name="Shape 26"/>
          <p:cNvSpPr/>
          <p:nvPr/>
        </p:nvSpPr>
        <p:spPr>
          <a:xfrm>
            <a:off x="4441775" y="4810125"/>
            <a:ext cx="3305175" cy="381000"/>
          </a:xfrm>
          <a:custGeom>
            <a:avLst/>
            <a:gdLst/>
            <a:ahLst/>
            <a:cxnLst/>
            <a:rect l="l" t="t" r="r" b="b"/>
            <a:pathLst>
              <a:path w="3305175" h="3810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304800"/>
                </a:lnTo>
                <a:cubicBezTo>
                  <a:pt x="3305175" y="346856"/>
                  <a:pt x="3271031" y="381000"/>
                  <a:pt x="32289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0" name="Text 27"/>
          <p:cNvSpPr/>
          <p:nvPr/>
        </p:nvSpPr>
        <p:spPr>
          <a:xfrm>
            <a:off x="4517975" y="4905375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Participación y prácticas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365950" y="488632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441775" y="5267325"/>
            <a:ext cx="3305175" cy="381000"/>
          </a:xfrm>
          <a:custGeom>
            <a:avLst/>
            <a:gdLst/>
            <a:ahLst/>
            <a:cxnLst/>
            <a:rect l="l" t="t" r="r" b="b"/>
            <a:pathLst>
              <a:path w="3305175" h="3810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304800"/>
                </a:lnTo>
                <a:cubicBezTo>
                  <a:pt x="3305175" y="346856"/>
                  <a:pt x="3271031" y="381000"/>
                  <a:pt x="32289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3" name="Text 30"/>
          <p:cNvSpPr/>
          <p:nvPr/>
        </p:nvSpPr>
        <p:spPr>
          <a:xfrm>
            <a:off x="4517975" y="536257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Ejercicios por módulos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365802" y="534352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41775" y="5724525"/>
            <a:ext cx="3305175" cy="381000"/>
          </a:xfrm>
          <a:custGeom>
            <a:avLst/>
            <a:gdLst/>
            <a:ahLst/>
            <a:cxnLst/>
            <a:rect l="l" t="t" r="r" b="b"/>
            <a:pathLst>
              <a:path w="3305175" h="3810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304800"/>
                </a:lnTo>
                <a:cubicBezTo>
                  <a:pt x="3305175" y="346856"/>
                  <a:pt x="3271031" y="381000"/>
                  <a:pt x="32289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Text 33"/>
          <p:cNvSpPr/>
          <p:nvPr/>
        </p:nvSpPr>
        <p:spPr>
          <a:xfrm>
            <a:off x="4517975" y="581977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365802" y="580072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107263" y="1223963"/>
            <a:ext cx="3695700" cy="5076825"/>
          </a:xfrm>
          <a:custGeom>
            <a:avLst/>
            <a:gdLst/>
            <a:ahLst/>
            <a:cxnLst/>
            <a:rect l="l" t="t" r="r" b="b"/>
            <a:pathLst>
              <a:path w="3695700" h="5076825">
                <a:moveTo>
                  <a:pt x="152411" y="0"/>
                </a:moveTo>
                <a:lnTo>
                  <a:pt x="3543289" y="0"/>
                </a:lnTo>
                <a:cubicBezTo>
                  <a:pt x="3627463" y="0"/>
                  <a:pt x="3695700" y="68237"/>
                  <a:pt x="3695700" y="152411"/>
                </a:cubicBezTo>
                <a:lnTo>
                  <a:pt x="3695700" y="4924414"/>
                </a:lnTo>
                <a:cubicBezTo>
                  <a:pt x="3695700" y="5008588"/>
                  <a:pt x="3627463" y="5076825"/>
                  <a:pt x="3543289" y="5076825"/>
                </a:cubicBezTo>
                <a:lnTo>
                  <a:pt x="152411" y="5076825"/>
                </a:lnTo>
                <a:cubicBezTo>
                  <a:pt x="68237" y="5076825"/>
                  <a:pt x="0" y="5008588"/>
                  <a:pt x="0" y="49244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02526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8447782" y="15525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8874026" y="1514475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Perfil de Salida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07288" y="2033588"/>
            <a:ext cx="3295650" cy="962025"/>
          </a:xfrm>
          <a:custGeom>
            <a:avLst/>
            <a:gdLst/>
            <a:ahLst/>
            <a:cxnLst/>
            <a:rect l="l" t="t" r="r" b="b"/>
            <a:pathLst>
              <a:path w="3295650" h="962025">
                <a:moveTo>
                  <a:pt x="76202" y="0"/>
                </a:moveTo>
                <a:lnTo>
                  <a:pt x="3219448" y="0"/>
                </a:lnTo>
                <a:cubicBezTo>
                  <a:pt x="3261505" y="0"/>
                  <a:pt x="3295650" y="34145"/>
                  <a:pt x="3295650" y="76202"/>
                </a:cubicBezTo>
                <a:lnTo>
                  <a:pt x="3295650" y="885823"/>
                </a:lnTo>
                <a:cubicBezTo>
                  <a:pt x="3295650" y="927880"/>
                  <a:pt x="3261505" y="962025"/>
                  <a:pt x="32194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64451" y="2190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8578751" y="2305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2"/>
          <p:cNvSpPr/>
          <p:nvPr/>
        </p:nvSpPr>
        <p:spPr>
          <a:xfrm>
            <a:off x="8959751" y="2190750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Aplicar IA Generativa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959751" y="2457450"/>
            <a:ext cx="2552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Implementar soluciones de IA en contextos empresariales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307288" y="3119438"/>
            <a:ext cx="3295650" cy="962025"/>
          </a:xfrm>
          <a:custGeom>
            <a:avLst/>
            <a:gdLst/>
            <a:ahLst/>
            <a:cxnLst/>
            <a:rect l="l" t="t" r="r" b="b"/>
            <a:pathLst>
              <a:path w="3295650" h="962025">
                <a:moveTo>
                  <a:pt x="76202" y="0"/>
                </a:moveTo>
                <a:lnTo>
                  <a:pt x="3219448" y="0"/>
                </a:lnTo>
                <a:cubicBezTo>
                  <a:pt x="3261505" y="0"/>
                  <a:pt x="3295650" y="34145"/>
                  <a:pt x="3295650" y="76202"/>
                </a:cubicBezTo>
                <a:lnTo>
                  <a:pt x="3295650" y="885823"/>
                </a:lnTo>
                <a:cubicBezTo>
                  <a:pt x="3295650" y="927880"/>
                  <a:pt x="3261505" y="962025"/>
                  <a:pt x="32194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464451" y="3276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857875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7"/>
          <p:cNvSpPr/>
          <p:nvPr/>
        </p:nvSpPr>
        <p:spPr>
          <a:xfrm>
            <a:off x="8959751" y="3276600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Automatizar sin Programar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959751" y="3543300"/>
            <a:ext cx="2552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workflows inteligentes con herramientas no-code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307288" y="4205288"/>
            <a:ext cx="3295650" cy="962025"/>
          </a:xfrm>
          <a:custGeom>
            <a:avLst/>
            <a:gdLst/>
            <a:ahLst/>
            <a:cxnLst/>
            <a:rect l="l" t="t" r="r" b="b"/>
            <a:pathLst>
              <a:path w="3295650" h="962025">
                <a:moveTo>
                  <a:pt x="76202" y="0"/>
                </a:moveTo>
                <a:lnTo>
                  <a:pt x="3219448" y="0"/>
                </a:lnTo>
                <a:cubicBezTo>
                  <a:pt x="3261505" y="0"/>
                  <a:pt x="3295650" y="34145"/>
                  <a:pt x="3295650" y="76202"/>
                </a:cubicBezTo>
                <a:lnTo>
                  <a:pt x="3295650" y="885823"/>
                </a:lnTo>
                <a:cubicBezTo>
                  <a:pt x="3295650" y="927880"/>
                  <a:pt x="3261505" y="962025"/>
                  <a:pt x="32194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464451" y="4362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559701" y="44767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2"/>
          <p:cNvSpPr/>
          <p:nvPr/>
        </p:nvSpPr>
        <p:spPr>
          <a:xfrm>
            <a:off x="8959751" y="4362450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Diseñar Agentes IA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959751" y="4629150"/>
            <a:ext cx="2552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Desarrollar sistemas basados en agentes inteligentes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307288" y="5291138"/>
            <a:ext cx="3295650" cy="771525"/>
          </a:xfrm>
          <a:custGeom>
            <a:avLst/>
            <a:gdLst/>
            <a:ahLst/>
            <a:cxnLst/>
            <a:rect l="l" t="t" r="r" b="b"/>
            <a:pathLst>
              <a:path w="3295650" h="771525">
                <a:moveTo>
                  <a:pt x="76204" y="0"/>
                </a:moveTo>
                <a:lnTo>
                  <a:pt x="3219446" y="0"/>
                </a:lnTo>
                <a:cubicBezTo>
                  <a:pt x="3261533" y="0"/>
                  <a:pt x="3295650" y="34117"/>
                  <a:pt x="3295650" y="76204"/>
                </a:cubicBezTo>
                <a:lnTo>
                  <a:pt x="3295650" y="695321"/>
                </a:lnTo>
                <a:cubicBezTo>
                  <a:pt x="3295650" y="737408"/>
                  <a:pt x="3261533" y="771525"/>
                  <a:pt x="321944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464451" y="544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578751" y="5562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0" name="Text 57"/>
          <p:cNvSpPr/>
          <p:nvPr/>
        </p:nvSpPr>
        <p:spPr>
          <a:xfrm>
            <a:off x="8959751" y="54483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Mejorar Productividad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959751" y="5715000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Optimizar procesos organizacionales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arkovate.com/41f34e9f71c22b1d0c8acf43b96fe26804ac10cb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191919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RECURSOS DE CONSULTA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Bibliografía y Recursos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5763" y="1300163"/>
            <a:ext cx="5629275" cy="4467225"/>
          </a:xfrm>
          <a:custGeom>
            <a:avLst/>
            <a:gdLst/>
            <a:ahLst/>
            <a:cxnLst/>
            <a:rect l="l" t="t" r="r" b="b"/>
            <a:pathLst>
              <a:path w="5629275" h="4467225">
                <a:moveTo>
                  <a:pt x="152422" y="0"/>
                </a:moveTo>
                <a:lnTo>
                  <a:pt x="5476853" y="0"/>
                </a:lnTo>
                <a:cubicBezTo>
                  <a:pt x="5561033" y="0"/>
                  <a:pt x="5629275" y="68242"/>
                  <a:pt x="5629275" y="152422"/>
                </a:cubicBezTo>
                <a:lnTo>
                  <a:pt x="5629275" y="4314803"/>
                </a:lnTo>
                <a:cubicBezTo>
                  <a:pt x="5629275" y="4398983"/>
                  <a:pt x="5561033" y="4467225"/>
                  <a:pt x="5476853" y="4467225"/>
                </a:cubicBezTo>
                <a:lnTo>
                  <a:pt x="152422" y="4467225"/>
                </a:lnTo>
                <a:cubicBezTo>
                  <a:pt x="68242" y="4467225"/>
                  <a:pt x="0" y="4398983"/>
                  <a:pt x="0" y="4314803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10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26281" y="16287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152525" y="159067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Libros Fundamentales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788" y="210978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114297" y="0"/>
                </a:moveTo>
                <a:lnTo>
                  <a:pt x="5114928" y="0"/>
                </a:lnTo>
                <a:cubicBezTo>
                  <a:pt x="5178053" y="0"/>
                  <a:pt x="5229225" y="51172"/>
                  <a:pt x="5229225" y="114297"/>
                </a:cubicBezTo>
                <a:lnTo>
                  <a:pt x="5229225" y="619128"/>
                </a:lnTo>
                <a:cubicBezTo>
                  <a:pt x="5229225" y="682253"/>
                  <a:pt x="5178053" y="733425"/>
                  <a:pt x="511492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2950" y="2266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54273" y="2343150"/>
            <a:ext cx="23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8250" y="22669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Russell, S., &amp; Norvig, P.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8250" y="249555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Intelligence: A Modern Approach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5788" y="296703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114297" y="0"/>
                </a:moveTo>
                <a:lnTo>
                  <a:pt x="5114928" y="0"/>
                </a:lnTo>
                <a:cubicBezTo>
                  <a:pt x="5178053" y="0"/>
                  <a:pt x="5229225" y="51172"/>
                  <a:pt x="5229225" y="114297"/>
                </a:cubicBezTo>
                <a:lnTo>
                  <a:pt x="5229225" y="619128"/>
                </a:lnTo>
                <a:cubicBezTo>
                  <a:pt x="5229225" y="682253"/>
                  <a:pt x="5178053" y="733425"/>
                  <a:pt x="511492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295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0432" y="320040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8250" y="31242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Goodfellow, I., Bengio, Y., Courville, A.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8250" y="33528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5788" y="382428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114297" y="0"/>
                </a:moveTo>
                <a:lnTo>
                  <a:pt x="5114928" y="0"/>
                </a:lnTo>
                <a:cubicBezTo>
                  <a:pt x="5178053" y="0"/>
                  <a:pt x="5229225" y="51172"/>
                  <a:pt x="5229225" y="114297"/>
                </a:cubicBezTo>
                <a:lnTo>
                  <a:pt x="5229225" y="619128"/>
                </a:lnTo>
                <a:cubicBezTo>
                  <a:pt x="5229225" y="682253"/>
                  <a:pt x="5178053" y="733425"/>
                  <a:pt x="511492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2950" y="3981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39837" y="405765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38250" y="398145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Mollick, E.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8250" y="421005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Co-Intelligence: Living and Working with AI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85788" y="468153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114297" y="0"/>
                </a:moveTo>
                <a:lnTo>
                  <a:pt x="5114928" y="0"/>
                </a:lnTo>
                <a:cubicBezTo>
                  <a:pt x="5178053" y="0"/>
                  <a:pt x="5229225" y="51172"/>
                  <a:pt x="5229225" y="114297"/>
                </a:cubicBezTo>
                <a:lnTo>
                  <a:pt x="5229225" y="619128"/>
                </a:lnTo>
                <a:cubicBezTo>
                  <a:pt x="5229225" y="682253"/>
                  <a:pt x="5178053" y="733425"/>
                  <a:pt x="511492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2950" y="4838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39837" y="491490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38250" y="4838700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Mitchell, M.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238250" y="506730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Intelligence: A Guide for Thinking Humans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6963" y="1300163"/>
            <a:ext cx="5629275" cy="4467225"/>
          </a:xfrm>
          <a:custGeom>
            <a:avLst/>
            <a:gdLst/>
            <a:ahLst/>
            <a:cxnLst/>
            <a:rect l="l" t="t" r="r" b="b"/>
            <a:pathLst>
              <a:path w="5629275" h="4467225">
                <a:moveTo>
                  <a:pt x="152422" y="0"/>
                </a:moveTo>
                <a:lnTo>
                  <a:pt x="5476853" y="0"/>
                </a:lnTo>
                <a:cubicBezTo>
                  <a:pt x="5561033" y="0"/>
                  <a:pt x="5629275" y="68242"/>
                  <a:pt x="5629275" y="152422"/>
                </a:cubicBezTo>
                <a:lnTo>
                  <a:pt x="5629275" y="4314803"/>
                </a:lnTo>
                <a:cubicBezTo>
                  <a:pt x="5629275" y="4398983"/>
                  <a:pt x="5561033" y="4467225"/>
                  <a:pt x="5476853" y="4467225"/>
                </a:cubicBezTo>
                <a:lnTo>
                  <a:pt x="152422" y="4467225"/>
                </a:lnTo>
                <a:cubicBezTo>
                  <a:pt x="68242" y="4467225"/>
                  <a:pt x="0" y="4398983"/>
                  <a:pt x="0" y="4314803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722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529388" y="1628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6943725" y="1590675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Documentación y Regulación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76988" y="2109788"/>
            <a:ext cx="5229225" cy="771525"/>
          </a:xfrm>
          <a:custGeom>
            <a:avLst/>
            <a:gdLst/>
            <a:ahLst/>
            <a:cxnLst/>
            <a:rect l="l" t="t" r="r" b="b"/>
            <a:pathLst>
              <a:path w="5229225" h="771525">
                <a:moveTo>
                  <a:pt x="114301" y="0"/>
                </a:moveTo>
                <a:lnTo>
                  <a:pt x="5114924" y="0"/>
                </a:lnTo>
                <a:cubicBezTo>
                  <a:pt x="5178051" y="0"/>
                  <a:pt x="5229225" y="51174"/>
                  <a:pt x="5229225" y="114301"/>
                </a:cubicBezTo>
                <a:lnTo>
                  <a:pt x="5229225" y="657224"/>
                </a:lnTo>
                <a:cubicBezTo>
                  <a:pt x="5229225" y="720351"/>
                  <a:pt x="5178051" y="771525"/>
                  <a:pt x="51149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34150" y="2266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638925" y="2381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7029450" y="226695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Documentación Oficial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029450" y="25336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OpenAI, Google y Microsoft Copilot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76988" y="3005138"/>
            <a:ext cx="5229225" cy="771525"/>
          </a:xfrm>
          <a:custGeom>
            <a:avLst/>
            <a:gdLst/>
            <a:ahLst/>
            <a:cxnLst/>
            <a:rect l="l" t="t" r="r" b="b"/>
            <a:pathLst>
              <a:path w="5229225" h="771525">
                <a:moveTo>
                  <a:pt x="114301" y="0"/>
                </a:moveTo>
                <a:lnTo>
                  <a:pt x="5114924" y="0"/>
                </a:lnTo>
                <a:cubicBezTo>
                  <a:pt x="5178051" y="0"/>
                  <a:pt x="5229225" y="51174"/>
                  <a:pt x="5229225" y="114301"/>
                </a:cubicBezTo>
                <a:lnTo>
                  <a:pt x="5229225" y="657224"/>
                </a:lnTo>
                <a:cubicBezTo>
                  <a:pt x="5229225" y="720351"/>
                  <a:pt x="5178051" y="771525"/>
                  <a:pt x="51149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4150" y="3162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629400" y="32766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39"/>
          <p:cNvSpPr/>
          <p:nvPr/>
        </p:nvSpPr>
        <p:spPr>
          <a:xfrm>
            <a:off x="7029450" y="31623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Reglamento Europeo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029450" y="3429000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Act - Inteligencia Artificial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76988" y="393858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114297" y="0"/>
                </a:moveTo>
                <a:lnTo>
                  <a:pt x="5114928" y="0"/>
                </a:lnTo>
                <a:cubicBezTo>
                  <a:pt x="5178053" y="0"/>
                  <a:pt x="5229225" y="51172"/>
                  <a:pt x="5229225" y="114297"/>
                </a:cubicBezTo>
                <a:lnTo>
                  <a:pt x="5229225" y="619128"/>
                </a:lnTo>
                <a:cubicBezTo>
                  <a:pt x="5229225" y="682253"/>
                  <a:pt x="5178053" y="733425"/>
                  <a:pt x="511492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48438" y="4191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3"/>
          <p:cNvSpPr/>
          <p:nvPr/>
        </p:nvSpPr>
        <p:spPr>
          <a:xfrm>
            <a:off x="6934200" y="409575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Inicio del Programa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934200" y="432435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Lunes 16 de febrero de 2025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76988" y="479583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114297" y="0"/>
                </a:moveTo>
                <a:lnTo>
                  <a:pt x="5114928" y="0"/>
                </a:lnTo>
                <a:cubicBezTo>
                  <a:pt x="5178053" y="0"/>
                  <a:pt x="5229225" y="51172"/>
                  <a:pt x="5229225" y="114297"/>
                </a:cubicBezTo>
                <a:lnTo>
                  <a:pt x="5229225" y="619128"/>
                </a:lnTo>
                <a:cubicBezTo>
                  <a:pt x="5229225" y="682253"/>
                  <a:pt x="5178053" y="733425"/>
                  <a:pt x="511492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62725" y="5048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7"/>
          <p:cNvSpPr/>
          <p:nvPr/>
        </p:nvSpPr>
        <p:spPr>
          <a:xfrm>
            <a:off x="6934200" y="49530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Duración Total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934200" y="518160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280 horas • 14 semanas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532287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1"/>
          <p:cNvSpPr/>
          <p:nvPr/>
        </p:nvSpPr>
        <p:spPr>
          <a:xfrm>
            <a:off x="3860899" y="6086475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Contacto: info@programa-ia.com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430417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3"/>
          <p:cNvSpPr/>
          <p:nvPr/>
        </p:nvSpPr>
        <p:spPr>
          <a:xfrm>
            <a:off x="6759029" y="608647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Web: www.programa-ia.com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 Generativa aplicada a la Empresa</dc:title>
  <dc:subject>Inteligencia Artificial Generativa aplicada a la Empresa</dc:subject>
  <dc:creator>Kimi</dc:creator>
  <cp:lastModifiedBy>Kimi</cp:lastModifiedBy>
  <cp:revision>1</cp:revision>
  <dcterms:created xsi:type="dcterms:W3CDTF">2026-02-16T14:57:21Z</dcterms:created>
  <dcterms:modified xsi:type="dcterms:W3CDTF">2026-02-16T14:57:21Z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{"Label":"Inteligencia Artificial Generativa aplicada a la Empresa","ContentProducer":"001191110108MACG2KBH8F10000","ProduceID":"19c66f14-23b2-87ec-8000-00005b5508b4","ReservedCode1":"","ContentPropagator":"001191110108MACG2KBH8F20000","PropagateID":"19c66f14-23b2-87ec-8000-00005b5508b4","ReservedCode2":""}</vt:lpwstr>
  </property>
</Properties>
</file>