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d89b160e1ba9012446840ff083bf93e3d9ada1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1104900" cy="381000"/>
          </a:xfrm>
          <a:custGeom>
            <a:avLst/>
            <a:gdLst/>
            <a:ahLst/>
            <a:cxnLst/>
            <a:rect l="l" t="t" r="r" b="b"/>
            <a:pathLst>
              <a:path w="1104900" h="381000">
                <a:moveTo>
                  <a:pt x="190500" y="0"/>
                </a:moveTo>
                <a:lnTo>
                  <a:pt x="914400" y="0"/>
                </a:lnTo>
                <a:cubicBezTo>
                  <a:pt x="1019540" y="0"/>
                  <a:pt x="1104900" y="85360"/>
                  <a:pt x="1104900" y="190500"/>
                </a:cubicBezTo>
                <a:lnTo>
                  <a:pt x="1104900" y="190500"/>
                </a:lnTo>
                <a:cubicBezTo>
                  <a:pt x="1104900" y="295640"/>
                  <a:pt x="1019540" y="381000"/>
                  <a:pt x="9144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85775"/>
            <a:ext cx="8707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90600"/>
            <a:ext cx="67151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a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933700"/>
            <a:ext cx="64865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Fundamentos, Evolución y Aplicaciones en el Mundo Actual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51435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90600" y="60388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90600" y="626745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Edición Actualizada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91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50540" y="174307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22574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Inteligencia Artificial?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6003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fundamental y capacidades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1963" y="14144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53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20667" y="174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5325" y="22574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la 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5325" y="26003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Evolución cronológica desde 1950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58163" y="14144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15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04337" y="174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1525" y="22574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Apogeos y Declives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1525" y="26003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inviernos de la 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26231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125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2086" y="35909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410527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Tipos de 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125" y="44481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y categorías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1963" y="326231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5325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17244" y="35909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5325" y="410527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Edge/Cloud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5325" y="44481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 y arquitectura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58163" y="326231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1525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503146" y="35909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91525" y="410527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Momentos Clave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1525" y="44481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Hitos históricos significativos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1101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125" y="534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8634" y="54387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125" y="59531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Estado de la IA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125" y="62960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Panorama actual 2026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71963" y="51101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05325" y="534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14863" y="54387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05325" y="59531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Recursos de IA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05325" y="62960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Herramientas y plataformas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58163" y="5110163"/>
            <a:ext cx="3648075" cy="1609725"/>
          </a:xfrm>
          <a:custGeom>
            <a:avLst/>
            <a:gdLst/>
            <a:ahLst/>
            <a:cxnLst/>
            <a:rect l="l" t="t" r="r" b="b"/>
            <a:pathLst>
              <a:path w="3648075" h="1609725">
                <a:moveTo>
                  <a:pt x="152393" y="0"/>
                </a:moveTo>
                <a:lnTo>
                  <a:pt x="3495682" y="0"/>
                </a:lnTo>
                <a:cubicBezTo>
                  <a:pt x="3579846" y="0"/>
                  <a:pt x="3648075" y="68229"/>
                  <a:pt x="3648075" y="152393"/>
                </a:cubicBezTo>
                <a:lnTo>
                  <a:pt x="3648075" y="1457332"/>
                </a:lnTo>
                <a:cubicBezTo>
                  <a:pt x="3648075" y="1541496"/>
                  <a:pt x="3579846" y="1609725"/>
                  <a:pt x="3495682" y="1609725"/>
                </a:cubicBezTo>
                <a:lnTo>
                  <a:pt x="152393" y="1609725"/>
                </a:lnTo>
                <a:cubicBezTo>
                  <a:pt x="68229" y="1609725"/>
                  <a:pt x="0" y="1541496"/>
                  <a:pt x="0" y="14573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91525" y="534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503593" y="54387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91525" y="5953125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Convergencia Tecnológica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91525" y="62960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los negocios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Inteligencia Artificial?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793081"/>
            <a:ext cx="7124700" cy="2838450"/>
          </a:xfrm>
          <a:custGeom>
            <a:avLst/>
            <a:gdLst/>
            <a:ahLst/>
            <a:cxnLst/>
            <a:rect l="l" t="t" r="r" b="b"/>
            <a:pathLst>
              <a:path w="7124700" h="2838450">
                <a:moveTo>
                  <a:pt x="228609" y="0"/>
                </a:moveTo>
                <a:lnTo>
                  <a:pt x="6896091" y="0"/>
                </a:lnTo>
                <a:cubicBezTo>
                  <a:pt x="7022348" y="0"/>
                  <a:pt x="7124700" y="102352"/>
                  <a:pt x="7124700" y="228609"/>
                </a:cubicBezTo>
                <a:lnTo>
                  <a:pt x="7124700" y="2609841"/>
                </a:lnTo>
                <a:cubicBezTo>
                  <a:pt x="7124700" y="2736098"/>
                  <a:pt x="7022348" y="2838450"/>
                  <a:pt x="6896091" y="2838450"/>
                </a:cubicBezTo>
                <a:lnTo>
                  <a:pt x="228609" y="2838450"/>
                </a:lnTo>
                <a:cubicBezTo>
                  <a:pt x="102352" y="2838450"/>
                  <a:pt x="0" y="2736098"/>
                  <a:pt x="0" y="2609841"/>
                </a:cubicBezTo>
                <a:lnTo>
                  <a:pt x="0" y="228609"/>
                </a:lnTo>
                <a:cubicBezTo>
                  <a:pt x="0" y="102436"/>
                  <a:pt x="102436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97881"/>
            <a:ext cx="6610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Inteligencia Artificial (IA)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la capacidad de las máquinas para simular procesos cognitivos humanos como el aprendizaje, el razonamiento, la percepción y la comprensión del lenguaje natural.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2551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0575" y="336946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255169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3521869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 continua a partir de datos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19550" y="32551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33850" y="33694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850" y="3255169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Razonamiento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4850" y="3521869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Toma de decisiones lógicas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8647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575" y="397906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8647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" y="41314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Interpretación del entorno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19550" y="38647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24325" y="397906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4514850" y="3864769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Lenguaje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14850" y="4131469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Comprensión y generación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860131"/>
            <a:ext cx="3476625" cy="1152525"/>
          </a:xfrm>
          <a:custGeom>
            <a:avLst/>
            <a:gdLst/>
            <a:ahLst/>
            <a:cxnLst/>
            <a:rect l="l" t="t" r="r" b="b"/>
            <a:pathLst>
              <a:path w="3476625" h="1152525">
                <a:moveTo>
                  <a:pt x="152398" y="0"/>
                </a:moveTo>
                <a:lnTo>
                  <a:pt x="3324227" y="0"/>
                </a:lnTo>
                <a:cubicBezTo>
                  <a:pt x="3408394" y="0"/>
                  <a:pt x="3476625" y="68231"/>
                  <a:pt x="3476625" y="152398"/>
                </a:cubicBezTo>
                <a:lnTo>
                  <a:pt x="3476625" y="1000127"/>
                </a:lnTo>
                <a:cubicBezTo>
                  <a:pt x="3476625" y="1084294"/>
                  <a:pt x="3408394" y="1152525"/>
                  <a:pt x="3324227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025" y="50553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463" y="5141119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125" y="5093494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Débil (ANI)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5436394"/>
            <a:ext cx="3152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Diseñada para tareas específicas. Ejemplos: Siri, recomendaciones de Netflix, filtros de spam.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24313" y="4860131"/>
            <a:ext cx="3476625" cy="1152525"/>
          </a:xfrm>
          <a:custGeom>
            <a:avLst/>
            <a:gdLst/>
            <a:ahLst/>
            <a:cxnLst/>
            <a:rect l="l" t="t" r="r" b="b"/>
            <a:pathLst>
              <a:path w="3476625" h="1152525">
                <a:moveTo>
                  <a:pt x="152398" y="0"/>
                </a:moveTo>
                <a:lnTo>
                  <a:pt x="3324227" y="0"/>
                </a:lnTo>
                <a:cubicBezTo>
                  <a:pt x="3408394" y="0"/>
                  <a:pt x="3476625" y="68231"/>
                  <a:pt x="3476625" y="152398"/>
                </a:cubicBezTo>
                <a:lnTo>
                  <a:pt x="3476625" y="1000127"/>
                </a:lnTo>
                <a:cubicBezTo>
                  <a:pt x="3476625" y="1084294"/>
                  <a:pt x="3408394" y="1152525"/>
                  <a:pt x="3324227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5000"/>
                </a:srgbClr>
              </a:gs>
              <a:gs pos="100000">
                <a:srgbClr val="1D1D1F">
                  <a:alpha val="10000"/>
                </a:srgbClr>
              </a:gs>
            </a:gsLst>
            <a:lin ang="2700000" scaled="1"/>
          </a:gradFill>
          <a:ln w="12700">
            <a:solidFill>
              <a:srgbClr val="1D1D1F">
                <a:alpha val="1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19575" y="50553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1013" y="5141119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0" y="66675"/>
                </a:moveTo>
                <a:cubicBezTo>
                  <a:pt x="0" y="43651"/>
                  <a:pt x="18648" y="25003"/>
                  <a:pt x="41672" y="25003"/>
                </a:cubicBezTo>
                <a:cubicBezTo>
                  <a:pt x="54799" y="25003"/>
                  <a:pt x="67144" y="31176"/>
                  <a:pt x="75009" y="41672"/>
                </a:cubicBezTo>
                <a:lnTo>
                  <a:pt x="83344" y="52793"/>
                </a:lnTo>
                <a:lnTo>
                  <a:pt x="91678" y="41672"/>
                </a:lnTo>
                <a:cubicBezTo>
                  <a:pt x="99544" y="31176"/>
                  <a:pt x="111889" y="25003"/>
                  <a:pt x="125016" y="25003"/>
                </a:cubicBezTo>
                <a:cubicBezTo>
                  <a:pt x="148039" y="25003"/>
                  <a:pt x="166688" y="43651"/>
                  <a:pt x="166688" y="66675"/>
                </a:cubicBezTo>
                <a:cubicBezTo>
                  <a:pt x="166688" y="89699"/>
                  <a:pt x="148039" y="108347"/>
                  <a:pt x="125016" y="108347"/>
                </a:cubicBezTo>
                <a:cubicBezTo>
                  <a:pt x="111889" y="108347"/>
                  <a:pt x="99544" y="102174"/>
                  <a:pt x="91678" y="91678"/>
                </a:cubicBezTo>
                <a:lnTo>
                  <a:pt x="83344" y="80557"/>
                </a:lnTo>
                <a:lnTo>
                  <a:pt x="75009" y="91678"/>
                </a:lnTo>
                <a:cubicBezTo>
                  <a:pt x="67144" y="102174"/>
                  <a:pt x="54799" y="108347"/>
                  <a:pt x="41672" y="108347"/>
                </a:cubicBezTo>
                <a:cubicBezTo>
                  <a:pt x="18648" y="108347"/>
                  <a:pt x="0" y="89699"/>
                  <a:pt x="0" y="66675"/>
                </a:cubicBezTo>
                <a:close/>
                <a:moveTo>
                  <a:pt x="72926" y="66675"/>
                </a:moveTo>
                <a:lnTo>
                  <a:pt x="61674" y="51673"/>
                </a:lnTo>
                <a:cubicBezTo>
                  <a:pt x="56960" y="45370"/>
                  <a:pt x="49537" y="41672"/>
                  <a:pt x="41672" y="41672"/>
                </a:cubicBezTo>
                <a:cubicBezTo>
                  <a:pt x="27868" y="41672"/>
                  <a:pt x="16669" y="52871"/>
                  <a:pt x="16669" y="66675"/>
                </a:cubicBezTo>
                <a:cubicBezTo>
                  <a:pt x="16669" y="80479"/>
                  <a:pt x="27868" y="91678"/>
                  <a:pt x="41672" y="91678"/>
                </a:cubicBezTo>
                <a:cubicBezTo>
                  <a:pt x="49537" y="91678"/>
                  <a:pt x="56960" y="87980"/>
                  <a:pt x="61674" y="81677"/>
                </a:cubicBezTo>
                <a:lnTo>
                  <a:pt x="72926" y="66675"/>
                </a:lnTo>
                <a:close/>
                <a:moveTo>
                  <a:pt x="93762" y="66675"/>
                </a:moveTo>
                <a:lnTo>
                  <a:pt x="105013" y="81677"/>
                </a:lnTo>
                <a:cubicBezTo>
                  <a:pt x="109727" y="87980"/>
                  <a:pt x="117150" y="91678"/>
                  <a:pt x="125016" y="91678"/>
                </a:cubicBezTo>
                <a:cubicBezTo>
                  <a:pt x="138819" y="91678"/>
                  <a:pt x="150019" y="80479"/>
                  <a:pt x="150019" y="66675"/>
                </a:cubicBezTo>
                <a:cubicBezTo>
                  <a:pt x="150019" y="52871"/>
                  <a:pt x="138819" y="41672"/>
                  <a:pt x="125016" y="41672"/>
                </a:cubicBezTo>
                <a:cubicBezTo>
                  <a:pt x="117150" y="41672"/>
                  <a:pt x="109727" y="45370"/>
                  <a:pt x="105013" y="51673"/>
                </a:cubicBezTo>
                <a:lnTo>
                  <a:pt x="93762" y="666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638675" y="5093494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Fuerte (AGI)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19575" y="5436394"/>
            <a:ext cx="3152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general humana. Aún teórica, capaz de aprender cualquier tarea cognitiva.</a:t>
            </a:r>
            <a:endParaRPr lang="en-US" sz="1600" dirty="0"/>
          </a:p>
        </p:txBody>
      </p:sp>
      <p:pic>
        <p:nvPicPr>
          <p:cNvPr id="32" name="Image 0" descr="https://kimi-web-img.moonshot.cn/img/images.stockcake.com/7489f655e132b4d2f0204ff6e6a3a9031d41b6c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0" y="1905000"/>
            <a:ext cx="4000500" cy="4000500"/>
          </a:xfrm>
          <a:prstGeom prst="roundRect">
            <a:avLst>
              <a:gd name="adj" fmla="val 5714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la Inteligencia Artificial</a:t>
            </a:r>
            <a:endParaRPr lang="en-US" sz="1600" dirty="0"/>
          </a:p>
        </p:txBody>
      </p:sp>
      <p:pic>
        <p:nvPicPr>
          <p:cNvPr id="4" name="Image 0" descr="https://kimi-img.moonshot.cn/pub/slides/26-02-16-21:23:15-d69hkgte9oroaht3g1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333500"/>
            <a:ext cx="11430000" cy="39624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810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3400" y="5600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3400" y="59436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de Turing - Fundamentos teóricos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766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5600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9000" y="5943600"/>
            <a:ext cx="2505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Conferencia de Dartmouth - Nace el término "IA"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4600" y="5600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24600" y="59436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Revolution - AlexNet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678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220200" y="5600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20200" y="5943600"/>
            <a:ext cx="2505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Era de IA Generativa - ChatGPT, DALL-E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711" y="355711"/>
            <a:ext cx="1154282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spc="49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711" y="604709"/>
            <a:ext cx="11694004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Apogeos y los Declives de la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711" y="1244989"/>
            <a:ext cx="6153803" cy="4668709"/>
          </a:xfrm>
          <a:custGeom>
            <a:avLst/>
            <a:gdLst/>
            <a:ahLst/>
            <a:cxnLst/>
            <a:rect l="l" t="t" r="r" b="b"/>
            <a:pathLst>
              <a:path w="6153803" h="4668709">
                <a:moveTo>
                  <a:pt x="213407" y="0"/>
                </a:moveTo>
                <a:lnTo>
                  <a:pt x="5940396" y="0"/>
                </a:lnTo>
                <a:cubicBezTo>
                  <a:pt x="6058258" y="0"/>
                  <a:pt x="6153803" y="95545"/>
                  <a:pt x="6153803" y="213407"/>
                </a:cubicBezTo>
                <a:lnTo>
                  <a:pt x="6153803" y="4455302"/>
                </a:lnTo>
                <a:cubicBezTo>
                  <a:pt x="6153803" y="4573164"/>
                  <a:pt x="6058258" y="4668709"/>
                  <a:pt x="5940396" y="4668709"/>
                </a:cubicBezTo>
                <a:lnTo>
                  <a:pt x="213407" y="4668709"/>
                </a:lnTo>
                <a:cubicBezTo>
                  <a:pt x="95545" y="4668709"/>
                  <a:pt x="0" y="4573164"/>
                  <a:pt x="0" y="4455302"/>
                </a:cubicBezTo>
                <a:lnTo>
                  <a:pt x="0" y="213407"/>
                </a:lnTo>
                <a:cubicBezTo>
                  <a:pt x="0" y="95624"/>
                  <a:pt x="95624" y="0"/>
                  <a:pt x="2134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78" dist="8893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280" y="1529558"/>
            <a:ext cx="5664700" cy="1040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historia de la IA se caracteriza por </a:t>
            </a:r>
            <a:pPr>
              <a:lnSpc>
                <a:spcPct val="140000"/>
              </a:lnSpc>
            </a:pPr>
            <a:r>
              <a:rPr lang="en-US" sz="1260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ciclos de entusiasmo y desilusión </a:t>
            </a:r>
            <a:pPr>
              <a:lnSpc>
                <a:spcPct val="140000"/>
              </a:lnSpc>
            </a:pPr>
            <a:r>
              <a:rPr lang="en-US" sz="126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conocidos como "inviernos de la IA". Estos períodos de estancamiento fueron causados por expectativas excesivas, limitaciones computacionales y falta de datos de calidad.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280" y="2783440"/>
            <a:ext cx="426853" cy="426853"/>
          </a:xfrm>
          <a:custGeom>
            <a:avLst/>
            <a:gdLst/>
            <a:ahLst/>
            <a:cxnLst/>
            <a:rect l="l" t="t" r="r" b="b"/>
            <a:pathLst>
              <a:path w="426853" h="426853">
                <a:moveTo>
                  <a:pt x="106713" y="0"/>
                </a:moveTo>
                <a:lnTo>
                  <a:pt x="320140" y="0"/>
                </a:lnTo>
                <a:cubicBezTo>
                  <a:pt x="379076" y="0"/>
                  <a:pt x="426853" y="47777"/>
                  <a:pt x="426853" y="106713"/>
                </a:cubicBezTo>
                <a:lnTo>
                  <a:pt x="426853" y="320140"/>
                </a:lnTo>
                <a:cubicBezTo>
                  <a:pt x="426853" y="379076"/>
                  <a:pt x="379076" y="426853"/>
                  <a:pt x="320140" y="426853"/>
                </a:cubicBezTo>
                <a:lnTo>
                  <a:pt x="106713" y="426853"/>
                </a:lnTo>
                <a:cubicBezTo>
                  <a:pt x="47777" y="426853"/>
                  <a:pt x="0" y="379076"/>
                  <a:pt x="0" y="320140"/>
                </a:cubicBezTo>
                <a:lnTo>
                  <a:pt x="0" y="106713"/>
                </a:lnTo>
                <a:cubicBezTo>
                  <a:pt x="0" y="47777"/>
                  <a:pt x="47777" y="0"/>
                  <a:pt x="10671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800350" y="2925724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59637" y="4835"/>
                </a:moveTo>
                <a:cubicBezTo>
                  <a:pt x="56163" y="1362"/>
                  <a:pt x="50522" y="1362"/>
                  <a:pt x="47048" y="4835"/>
                </a:cubicBezTo>
                <a:lnTo>
                  <a:pt x="2584" y="49299"/>
                </a:lnTo>
                <a:cubicBezTo>
                  <a:pt x="-889" y="52773"/>
                  <a:pt x="-889" y="58414"/>
                  <a:pt x="2584" y="61888"/>
                </a:cubicBezTo>
                <a:cubicBezTo>
                  <a:pt x="6058" y="65362"/>
                  <a:pt x="11700" y="65362"/>
                  <a:pt x="15173" y="61888"/>
                </a:cubicBezTo>
                <a:lnTo>
                  <a:pt x="44464" y="32598"/>
                </a:lnTo>
                <a:lnTo>
                  <a:pt x="44464" y="135615"/>
                </a:lnTo>
                <a:cubicBezTo>
                  <a:pt x="44464" y="140534"/>
                  <a:pt x="48438" y="144508"/>
                  <a:pt x="53357" y="144508"/>
                </a:cubicBezTo>
                <a:cubicBezTo>
                  <a:pt x="58275" y="144508"/>
                  <a:pt x="62249" y="140534"/>
                  <a:pt x="62249" y="135615"/>
                </a:cubicBezTo>
                <a:lnTo>
                  <a:pt x="62249" y="32598"/>
                </a:lnTo>
                <a:lnTo>
                  <a:pt x="91540" y="61888"/>
                </a:lnTo>
                <a:cubicBezTo>
                  <a:pt x="95014" y="65362"/>
                  <a:pt x="100655" y="65362"/>
                  <a:pt x="104129" y="61888"/>
                </a:cubicBezTo>
                <a:cubicBezTo>
                  <a:pt x="107603" y="58414"/>
                  <a:pt x="107603" y="52773"/>
                  <a:pt x="104129" y="49299"/>
                </a:cubicBezTo>
                <a:lnTo>
                  <a:pt x="59665" y="48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9418" y="2783440"/>
            <a:ext cx="184969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Apogeo (1956-1974)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0057" y="2801225"/>
            <a:ext cx="107602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Entusiasmo inicial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9418" y="3032438"/>
            <a:ext cx="5077777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Expectativas de máquinas con inteligencia humana en pocos años. Financiación abundante.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280" y="3530433"/>
            <a:ext cx="426853" cy="426853"/>
          </a:xfrm>
          <a:custGeom>
            <a:avLst/>
            <a:gdLst/>
            <a:ahLst/>
            <a:cxnLst/>
            <a:rect l="l" t="t" r="r" b="b"/>
            <a:pathLst>
              <a:path w="426853" h="426853">
                <a:moveTo>
                  <a:pt x="106713" y="0"/>
                </a:moveTo>
                <a:lnTo>
                  <a:pt x="320140" y="0"/>
                </a:lnTo>
                <a:cubicBezTo>
                  <a:pt x="379076" y="0"/>
                  <a:pt x="426853" y="47777"/>
                  <a:pt x="426853" y="106713"/>
                </a:cubicBezTo>
                <a:lnTo>
                  <a:pt x="426853" y="320140"/>
                </a:lnTo>
                <a:cubicBezTo>
                  <a:pt x="426853" y="379076"/>
                  <a:pt x="379076" y="426853"/>
                  <a:pt x="320140" y="426853"/>
                </a:cubicBezTo>
                <a:lnTo>
                  <a:pt x="106713" y="426853"/>
                </a:lnTo>
                <a:cubicBezTo>
                  <a:pt x="47777" y="426853"/>
                  <a:pt x="0" y="379076"/>
                  <a:pt x="0" y="320140"/>
                </a:cubicBezTo>
                <a:lnTo>
                  <a:pt x="0" y="106713"/>
                </a:lnTo>
                <a:cubicBezTo>
                  <a:pt x="0" y="47777"/>
                  <a:pt x="47777" y="0"/>
                  <a:pt x="106713" y="0"/>
                </a:cubicBezTo>
                <a:close/>
              </a:path>
            </a:pathLst>
          </a:custGeom>
          <a:gradFill rotWithShape="1" flip="none">
            <a:gsLst>
              <a:gs pos="0">
                <a:srgbClr val="86868B"/>
              </a:gs>
              <a:gs pos="100000">
                <a:srgbClr val="86868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782565" y="3672718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80091" y="0"/>
                </a:moveTo>
                <a:cubicBezTo>
                  <a:pt x="80091" y="-4919"/>
                  <a:pt x="76117" y="-8893"/>
                  <a:pt x="71198" y="-8893"/>
                </a:cubicBezTo>
                <a:cubicBezTo>
                  <a:pt x="66279" y="-8893"/>
                  <a:pt x="62305" y="-4919"/>
                  <a:pt x="62305" y="0"/>
                </a:cubicBezTo>
                <a:lnTo>
                  <a:pt x="62305" y="17258"/>
                </a:lnTo>
                <a:lnTo>
                  <a:pt x="58137" y="13089"/>
                </a:lnTo>
                <a:cubicBezTo>
                  <a:pt x="55524" y="10477"/>
                  <a:pt x="51300" y="10477"/>
                  <a:pt x="48716" y="13089"/>
                </a:cubicBezTo>
                <a:cubicBezTo>
                  <a:pt x="46131" y="15701"/>
                  <a:pt x="46104" y="19925"/>
                  <a:pt x="48716" y="22510"/>
                </a:cubicBezTo>
                <a:lnTo>
                  <a:pt x="62333" y="36127"/>
                </a:lnTo>
                <a:lnTo>
                  <a:pt x="62333" y="55747"/>
                </a:lnTo>
                <a:lnTo>
                  <a:pt x="45325" y="45937"/>
                </a:lnTo>
                <a:lnTo>
                  <a:pt x="40351" y="27345"/>
                </a:lnTo>
                <a:cubicBezTo>
                  <a:pt x="39406" y="23788"/>
                  <a:pt x="35738" y="21676"/>
                  <a:pt x="32181" y="22621"/>
                </a:cubicBezTo>
                <a:cubicBezTo>
                  <a:pt x="28624" y="23566"/>
                  <a:pt x="26484" y="27234"/>
                  <a:pt x="27429" y="30791"/>
                </a:cubicBezTo>
                <a:lnTo>
                  <a:pt x="28957" y="36488"/>
                </a:lnTo>
                <a:lnTo>
                  <a:pt x="14034" y="27873"/>
                </a:lnTo>
                <a:cubicBezTo>
                  <a:pt x="9782" y="25428"/>
                  <a:pt x="4335" y="26873"/>
                  <a:pt x="1890" y="31125"/>
                </a:cubicBezTo>
                <a:cubicBezTo>
                  <a:pt x="-556" y="35377"/>
                  <a:pt x="889" y="40823"/>
                  <a:pt x="5141" y="43269"/>
                </a:cubicBezTo>
                <a:lnTo>
                  <a:pt x="20064" y="51884"/>
                </a:lnTo>
                <a:lnTo>
                  <a:pt x="14367" y="53412"/>
                </a:lnTo>
                <a:cubicBezTo>
                  <a:pt x="10810" y="54357"/>
                  <a:pt x="8698" y="58025"/>
                  <a:pt x="9643" y="61582"/>
                </a:cubicBezTo>
                <a:cubicBezTo>
                  <a:pt x="10588" y="65140"/>
                  <a:pt x="14256" y="67252"/>
                  <a:pt x="17813" y="66307"/>
                </a:cubicBezTo>
                <a:lnTo>
                  <a:pt x="36405" y="61332"/>
                </a:lnTo>
                <a:lnTo>
                  <a:pt x="53412" y="71142"/>
                </a:lnTo>
                <a:lnTo>
                  <a:pt x="36405" y="80952"/>
                </a:lnTo>
                <a:lnTo>
                  <a:pt x="17813" y="75978"/>
                </a:lnTo>
                <a:cubicBezTo>
                  <a:pt x="14256" y="75033"/>
                  <a:pt x="10588" y="77145"/>
                  <a:pt x="9643" y="80702"/>
                </a:cubicBezTo>
                <a:cubicBezTo>
                  <a:pt x="8698" y="84259"/>
                  <a:pt x="10810" y="87927"/>
                  <a:pt x="14367" y="88872"/>
                </a:cubicBezTo>
                <a:lnTo>
                  <a:pt x="20064" y="90401"/>
                </a:lnTo>
                <a:lnTo>
                  <a:pt x="5141" y="99016"/>
                </a:lnTo>
                <a:cubicBezTo>
                  <a:pt x="889" y="101461"/>
                  <a:pt x="-556" y="106908"/>
                  <a:pt x="1890" y="111160"/>
                </a:cubicBezTo>
                <a:cubicBezTo>
                  <a:pt x="4335" y="115412"/>
                  <a:pt x="9782" y="116884"/>
                  <a:pt x="14034" y="114411"/>
                </a:cubicBezTo>
                <a:lnTo>
                  <a:pt x="28957" y="105796"/>
                </a:lnTo>
                <a:lnTo>
                  <a:pt x="27429" y="111493"/>
                </a:lnTo>
                <a:cubicBezTo>
                  <a:pt x="26484" y="115050"/>
                  <a:pt x="28596" y="118719"/>
                  <a:pt x="32153" y="119663"/>
                </a:cubicBezTo>
                <a:cubicBezTo>
                  <a:pt x="35710" y="120608"/>
                  <a:pt x="39378" y="118496"/>
                  <a:pt x="40323" y="114939"/>
                </a:cubicBezTo>
                <a:lnTo>
                  <a:pt x="45298" y="96348"/>
                </a:lnTo>
                <a:lnTo>
                  <a:pt x="62305" y="86538"/>
                </a:lnTo>
                <a:lnTo>
                  <a:pt x="62305" y="106158"/>
                </a:lnTo>
                <a:lnTo>
                  <a:pt x="48688" y="119775"/>
                </a:lnTo>
                <a:cubicBezTo>
                  <a:pt x="46076" y="122387"/>
                  <a:pt x="46076" y="126611"/>
                  <a:pt x="48688" y="129195"/>
                </a:cubicBezTo>
                <a:cubicBezTo>
                  <a:pt x="51300" y="131780"/>
                  <a:pt x="55524" y="131808"/>
                  <a:pt x="58109" y="129195"/>
                </a:cubicBezTo>
                <a:lnTo>
                  <a:pt x="62277" y="125027"/>
                </a:lnTo>
                <a:lnTo>
                  <a:pt x="62277" y="142284"/>
                </a:lnTo>
                <a:cubicBezTo>
                  <a:pt x="62277" y="147203"/>
                  <a:pt x="66251" y="151177"/>
                  <a:pt x="71170" y="151177"/>
                </a:cubicBezTo>
                <a:cubicBezTo>
                  <a:pt x="76089" y="151177"/>
                  <a:pt x="80063" y="147203"/>
                  <a:pt x="80063" y="142284"/>
                </a:cubicBezTo>
                <a:lnTo>
                  <a:pt x="80063" y="125027"/>
                </a:lnTo>
                <a:lnTo>
                  <a:pt x="84231" y="129195"/>
                </a:lnTo>
                <a:cubicBezTo>
                  <a:pt x="86844" y="131808"/>
                  <a:pt x="91068" y="131808"/>
                  <a:pt x="93652" y="129195"/>
                </a:cubicBezTo>
                <a:cubicBezTo>
                  <a:pt x="96237" y="126583"/>
                  <a:pt x="96264" y="122359"/>
                  <a:pt x="93652" y="119775"/>
                </a:cubicBezTo>
                <a:lnTo>
                  <a:pt x="80035" y="106158"/>
                </a:lnTo>
                <a:lnTo>
                  <a:pt x="80035" y="86538"/>
                </a:lnTo>
                <a:lnTo>
                  <a:pt x="97042" y="96348"/>
                </a:lnTo>
                <a:lnTo>
                  <a:pt x="102017" y="114939"/>
                </a:lnTo>
                <a:cubicBezTo>
                  <a:pt x="102962" y="118496"/>
                  <a:pt x="106630" y="120608"/>
                  <a:pt x="110187" y="119663"/>
                </a:cubicBezTo>
                <a:cubicBezTo>
                  <a:pt x="113744" y="118719"/>
                  <a:pt x="115856" y="115050"/>
                  <a:pt x="114911" y="111493"/>
                </a:cubicBezTo>
                <a:lnTo>
                  <a:pt x="113383" y="105796"/>
                </a:lnTo>
                <a:lnTo>
                  <a:pt x="128306" y="114411"/>
                </a:lnTo>
                <a:cubicBezTo>
                  <a:pt x="132558" y="116857"/>
                  <a:pt x="138005" y="115412"/>
                  <a:pt x="140450" y="111160"/>
                </a:cubicBezTo>
                <a:cubicBezTo>
                  <a:pt x="142896" y="106908"/>
                  <a:pt x="141451" y="101461"/>
                  <a:pt x="137199" y="99016"/>
                </a:cubicBezTo>
                <a:lnTo>
                  <a:pt x="122276" y="90401"/>
                </a:lnTo>
                <a:lnTo>
                  <a:pt x="127973" y="88872"/>
                </a:lnTo>
                <a:cubicBezTo>
                  <a:pt x="131530" y="87927"/>
                  <a:pt x="133642" y="84259"/>
                  <a:pt x="132697" y="80702"/>
                </a:cubicBezTo>
                <a:cubicBezTo>
                  <a:pt x="131752" y="77145"/>
                  <a:pt x="128084" y="75033"/>
                  <a:pt x="124527" y="75978"/>
                </a:cubicBezTo>
                <a:lnTo>
                  <a:pt x="105935" y="80952"/>
                </a:lnTo>
                <a:lnTo>
                  <a:pt x="88928" y="71142"/>
                </a:lnTo>
                <a:lnTo>
                  <a:pt x="105935" y="61332"/>
                </a:lnTo>
                <a:lnTo>
                  <a:pt x="124527" y="66307"/>
                </a:lnTo>
                <a:cubicBezTo>
                  <a:pt x="128084" y="67252"/>
                  <a:pt x="131752" y="65140"/>
                  <a:pt x="132697" y="61582"/>
                </a:cubicBezTo>
                <a:cubicBezTo>
                  <a:pt x="133642" y="58025"/>
                  <a:pt x="131530" y="54357"/>
                  <a:pt x="127973" y="53412"/>
                </a:cubicBezTo>
                <a:lnTo>
                  <a:pt x="122276" y="51884"/>
                </a:lnTo>
                <a:lnTo>
                  <a:pt x="137199" y="43269"/>
                </a:lnTo>
                <a:cubicBezTo>
                  <a:pt x="141451" y="40823"/>
                  <a:pt x="142924" y="35377"/>
                  <a:pt x="140450" y="31125"/>
                </a:cubicBezTo>
                <a:cubicBezTo>
                  <a:pt x="137977" y="26873"/>
                  <a:pt x="132558" y="25428"/>
                  <a:pt x="128306" y="27873"/>
                </a:cubicBezTo>
                <a:lnTo>
                  <a:pt x="113383" y="36488"/>
                </a:lnTo>
                <a:lnTo>
                  <a:pt x="114911" y="30791"/>
                </a:lnTo>
                <a:cubicBezTo>
                  <a:pt x="115856" y="27234"/>
                  <a:pt x="113744" y="23566"/>
                  <a:pt x="110187" y="22621"/>
                </a:cubicBezTo>
                <a:cubicBezTo>
                  <a:pt x="106630" y="21676"/>
                  <a:pt x="102962" y="23788"/>
                  <a:pt x="102017" y="27345"/>
                </a:cubicBezTo>
                <a:lnTo>
                  <a:pt x="97042" y="45937"/>
                </a:lnTo>
                <a:lnTo>
                  <a:pt x="80035" y="55747"/>
                </a:lnTo>
                <a:lnTo>
                  <a:pt x="80035" y="36127"/>
                </a:lnTo>
                <a:lnTo>
                  <a:pt x="93652" y="22510"/>
                </a:lnTo>
                <a:cubicBezTo>
                  <a:pt x="96264" y="19898"/>
                  <a:pt x="96264" y="15674"/>
                  <a:pt x="93652" y="13089"/>
                </a:cubicBezTo>
                <a:cubicBezTo>
                  <a:pt x="91040" y="10505"/>
                  <a:pt x="86816" y="10477"/>
                  <a:pt x="84231" y="13089"/>
                </a:cubicBezTo>
                <a:lnTo>
                  <a:pt x="80063" y="17258"/>
                </a:lnTo>
                <a:lnTo>
                  <a:pt x="80063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418" y="3530433"/>
            <a:ext cx="1867484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Invierno (1974-1980)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42746" y="3548219"/>
            <a:ext cx="64917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Desilusión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9418" y="3779431"/>
            <a:ext cx="5077777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Limitaciones computacionales. Reducción drástica de financiación. Críticas al enfoque simbólico.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280" y="4277427"/>
            <a:ext cx="426853" cy="426853"/>
          </a:xfrm>
          <a:custGeom>
            <a:avLst/>
            <a:gdLst/>
            <a:ahLst/>
            <a:cxnLst/>
            <a:rect l="l" t="t" r="r" b="b"/>
            <a:pathLst>
              <a:path w="426853" h="426853">
                <a:moveTo>
                  <a:pt x="106713" y="0"/>
                </a:moveTo>
                <a:lnTo>
                  <a:pt x="320140" y="0"/>
                </a:lnTo>
                <a:cubicBezTo>
                  <a:pt x="379076" y="0"/>
                  <a:pt x="426853" y="47777"/>
                  <a:pt x="426853" y="106713"/>
                </a:cubicBezTo>
                <a:lnTo>
                  <a:pt x="426853" y="320140"/>
                </a:lnTo>
                <a:cubicBezTo>
                  <a:pt x="426853" y="379076"/>
                  <a:pt x="379076" y="426853"/>
                  <a:pt x="320140" y="426853"/>
                </a:cubicBezTo>
                <a:lnTo>
                  <a:pt x="106713" y="426853"/>
                </a:lnTo>
                <a:cubicBezTo>
                  <a:pt x="47777" y="426853"/>
                  <a:pt x="0" y="379076"/>
                  <a:pt x="0" y="320140"/>
                </a:cubicBezTo>
                <a:lnTo>
                  <a:pt x="0" y="106713"/>
                </a:lnTo>
                <a:cubicBezTo>
                  <a:pt x="0" y="47777"/>
                  <a:pt x="47777" y="0"/>
                  <a:pt x="10671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800350" y="4419711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59637" y="4835"/>
                </a:moveTo>
                <a:cubicBezTo>
                  <a:pt x="56163" y="1362"/>
                  <a:pt x="50522" y="1362"/>
                  <a:pt x="47048" y="4835"/>
                </a:cubicBezTo>
                <a:lnTo>
                  <a:pt x="2584" y="49299"/>
                </a:lnTo>
                <a:cubicBezTo>
                  <a:pt x="-889" y="52773"/>
                  <a:pt x="-889" y="58414"/>
                  <a:pt x="2584" y="61888"/>
                </a:cubicBezTo>
                <a:cubicBezTo>
                  <a:pt x="6058" y="65362"/>
                  <a:pt x="11700" y="65362"/>
                  <a:pt x="15173" y="61888"/>
                </a:cubicBezTo>
                <a:lnTo>
                  <a:pt x="44464" y="32598"/>
                </a:lnTo>
                <a:lnTo>
                  <a:pt x="44464" y="135615"/>
                </a:lnTo>
                <a:cubicBezTo>
                  <a:pt x="44464" y="140534"/>
                  <a:pt x="48438" y="144508"/>
                  <a:pt x="53357" y="144508"/>
                </a:cubicBezTo>
                <a:cubicBezTo>
                  <a:pt x="58275" y="144508"/>
                  <a:pt x="62249" y="140534"/>
                  <a:pt x="62249" y="135615"/>
                </a:cubicBezTo>
                <a:lnTo>
                  <a:pt x="62249" y="32598"/>
                </a:lnTo>
                <a:lnTo>
                  <a:pt x="91540" y="61888"/>
                </a:lnTo>
                <a:cubicBezTo>
                  <a:pt x="95014" y="65362"/>
                  <a:pt x="100655" y="65362"/>
                  <a:pt x="104129" y="61888"/>
                </a:cubicBezTo>
                <a:cubicBezTo>
                  <a:pt x="107603" y="58414"/>
                  <a:pt x="107603" y="52773"/>
                  <a:pt x="104129" y="49299"/>
                </a:cubicBezTo>
                <a:lnTo>
                  <a:pt x="59665" y="48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09418" y="4277427"/>
            <a:ext cx="200976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Segundo Apogeo (1980-1987)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6713" y="4295212"/>
            <a:ext cx="110270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expertos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9418" y="4526425"/>
            <a:ext cx="5077777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Auge de sistemas basados en reglas. Inversión en hardware especializado (Lisp machines).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280" y="5024420"/>
            <a:ext cx="426853" cy="426853"/>
          </a:xfrm>
          <a:custGeom>
            <a:avLst/>
            <a:gdLst/>
            <a:ahLst/>
            <a:cxnLst/>
            <a:rect l="l" t="t" r="r" b="b"/>
            <a:pathLst>
              <a:path w="426853" h="426853">
                <a:moveTo>
                  <a:pt x="106713" y="0"/>
                </a:moveTo>
                <a:lnTo>
                  <a:pt x="320140" y="0"/>
                </a:lnTo>
                <a:cubicBezTo>
                  <a:pt x="379076" y="0"/>
                  <a:pt x="426853" y="47777"/>
                  <a:pt x="426853" y="106713"/>
                </a:cubicBezTo>
                <a:lnTo>
                  <a:pt x="426853" y="320140"/>
                </a:lnTo>
                <a:cubicBezTo>
                  <a:pt x="426853" y="379076"/>
                  <a:pt x="379076" y="426853"/>
                  <a:pt x="320140" y="426853"/>
                </a:cubicBezTo>
                <a:lnTo>
                  <a:pt x="106713" y="426853"/>
                </a:lnTo>
                <a:cubicBezTo>
                  <a:pt x="47777" y="426853"/>
                  <a:pt x="0" y="379076"/>
                  <a:pt x="0" y="320140"/>
                </a:cubicBezTo>
                <a:lnTo>
                  <a:pt x="0" y="106713"/>
                </a:lnTo>
                <a:cubicBezTo>
                  <a:pt x="0" y="47777"/>
                  <a:pt x="47777" y="0"/>
                  <a:pt x="106713" y="0"/>
                </a:cubicBezTo>
                <a:close/>
              </a:path>
            </a:pathLst>
          </a:custGeom>
          <a:gradFill rotWithShape="1" flip="none">
            <a:gsLst>
              <a:gs pos="0">
                <a:srgbClr val="86868B"/>
              </a:gs>
              <a:gs pos="100000">
                <a:srgbClr val="86868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782565" y="5166705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80091" y="0"/>
                </a:moveTo>
                <a:cubicBezTo>
                  <a:pt x="80091" y="-4919"/>
                  <a:pt x="76117" y="-8893"/>
                  <a:pt x="71198" y="-8893"/>
                </a:cubicBezTo>
                <a:cubicBezTo>
                  <a:pt x="66279" y="-8893"/>
                  <a:pt x="62305" y="-4919"/>
                  <a:pt x="62305" y="0"/>
                </a:cubicBezTo>
                <a:lnTo>
                  <a:pt x="62305" y="17258"/>
                </a:lnTo>
                <a:lnTo>
                  <a:pt x="58137" y="13089"/>
                </a:lnTo>
                <a:cubicBezTo>
                  <a:pt x="55524" y="10477"/>
                  <a:pt x="51300" y="10477"/>
                  <a:pt x="48716" y="13089"/>
                </a:cubicBezTo>
                <a:cubicBezTo>
                  <a:pt x="46131" y="15701"/>
                  <a:pt x="46104" y="19925"/>
                  <a:pt x="48716" y="22510"/>
                </a:cubicBezTo>
                <a:lnTo>
                  <a:pt x="62333" y="36127"/>
                </a:lnTo>
                <a:lnTo>
                  <a:pt x="62333" y="55747"/>
                </a:lnTo>
                <a:lnTo>
                  <a:pt x="45325" y="45937"/>
                </a:lnTo>
                <a:lnTo>
                  <a:pt x="40351" y="27345"/>
                </a:lnTo>
                <a:cubicBezTo>
                  <a:pt x="39406" y="23788"/>
                  <a:pt x="35738" y="21676"/>
                  <a:pt x="32181" y="22621"/>
                </a:cubicBezTo>
                <a:cubicBezTo>
                  <a:pt x="28624" y="23566"/>
                  <a:pt x="26484" y="27234"/>
                  <a:pt x="27429" y="30791"/>
                </a:cubicBezTo>
                <a:lnTo>
                  <a:pt x="28957" y="36488"/>
                </a:lnTo>
                <a:lnTo>
                  <a:pt x="14034" y="27873"/>
                </a:lnTo>
                <a:cubicBezTo>
                  <a:pt x="9782" y="25428"/>
                  <a:pt x="4335" y="26873"/>
                  <a:pt x="1890" y="31125"/>
                </a:cubicBezTo>
                <a:cubicBezTo>
                  <a:pt x="-556" y="35377"/>
                  <a:pt x="889" y="40823"/>
                  <a:pt x="5141" y="43269"/>
                </a:cubicBezTo>
                <a:lnTo>
                  <a:pt x="20064" y="51884"/>
                </a:lnTo>
                <a:lnTo>
                  <a:pt x="14367" y="53412"/>
                </a:lnTo>
                <a:cubicBezTo>
                  <a:pt x="10810" y="54357"/>
                  <a:pt x="8698" y="58025"/>
                  <a:pt x="9643" y="61582"/>
                </a:cubicBezTo>
                <a:cubicBezTo>
                  <a:pt x="10588" y="65140"/>
                  <a:pt x="14256" y="67252"/>
                  <a:pt x="17813" y="66307"/>
                </a:cubicBezTo>
                <a:lnTo>
                  <a:pt x="36405" y="61332"/>
                </a:lnTo>
                <a:lnTo>
                  <a:pt x="53412" y="71142"/>
                </a:lnTo>
                <a:lnTo>
                  <a:pt x="36405" y="80952"/>
                </a:lnTo>
                <a:lnTo>
                  <a:pt x="17813" y="75978"/>
                </a:lnTo>
                <a:cubicBezTo>
                  <a:pt x="14256" y="75033"/>
                  <a:pt x="10588" y="77145"/>
                  <a:pt x="9643" y="80702"/>
                </a:cubicBezTo>
                <a:cubicBezTo>
                  <a:pt x="8698" y="84259"/>
                  <a:pt x="10810" y="87927"/>
                  <a:pt x="14367" y="88872"/>
                </a:cubicBezTo>
                <a:lnTo>
                  <a:pt x="20064" y="90401"/>
                </a:lnTo>
                <a:lnTo>
                  <a:pt x="5141" y="99016"/>
                </a:lnTo>
                <a:cubicBezTo>
                  <a:pt x="889" y="101461"/>
                  <a:pt x="-556" y="106908"/>
                  <a:pt x="1890" y="111160"/>
                </a:cubicBezTo>
                <a:cubicBezTo>
                  <a:pt x="4335" y="115412"/>
                  <a:pt x="9782" y="116884"/>
                  <a:pt x="14034" y="114411"/>
                </a:cubicBezTo>
                <a:lnTo>
                  <a:pt x="28957" y="105796"/>
                </a:lnTo>
                <a:lnTo>
                  <a:pt x="27429" y="111493"/>
                </a:lnTo>
                <a:cubicBezTo>
                  <a:pt x="26484" y="115050"/>
                  <a:pt x="28596" y="118719"/>
                  <a:pt x="32153" y="119663"/>
                </a:cubicBezTo>
                <a:cubicBezTo>
                  <a:pt x="35710" y="120608"/>
                  <a:pt x="39378" y="118496"/>
                  <a:pt x="40323" y="114939"/>
                </a:cubicBezTo>
                <a:lnTo>
                  <a:pt x="45298" y="96348"/>
                </a:lnTo>
                <a:lnTo>
                  <a:pt x="62305" y="86538"/>
                </a:lnTo>
                <a:lnTo>
                  <a:pt x="62305" y="106158"/>
                </a:lnTo>
                <a:lnTo>
                  <a:pt x="48688" y="119775"/>
                </a:lnTo>
                <a:cubicBezTo>
                  <a:pt x="46076" y="122387"/>
                  <a:pt x="46076" y="126611"/>
                  <a:pt x="48688" y="129195"/>
                </a:cubicBezTo>
                <a:cubicBezTo>
                  <a:pt x="51300" y="131780"/>
                  <a:pt x="55524" y="131808"/>
                  <a:pt x="58109" y="129195"/>
                </a:cubicBezTo>
                <a:lnTo>
                  <a:pt x="62277" y="125027"/>
                </a:lnTo>
                <a:lnTo>
                  <a:pt x="62277" y="142284"/>
                </a:lnTo>
                <a:cubicBezTo>
                  <a:pt x="62277" y="147203"/>
                  <a:pt x="66251" y="151177"/>
                  <a:pt x="71170" y="151177"/>
                </a:cubicBezTo>
                <a:cubicBezTo>
                  <a:pt x="76089" y="151177"/>
                  <a:pt x="80063" y="147203"/>
                  <a:pt x="80063" y="142284"/>
                </a:cubicBezTo>
                <a:lnTo>
                  <a:pt x="80063" y="125027"/>
                </a:lnTo>
                <a:lnTo>
                  <a:pt x="84231" y="129195"/>
                </a:lnTo>
                <a:cubicBezTo>
                  <a:pt x="86844" y="131808"/>
                  <a:pt x="91068" y="131808"/>
                  <a:pt x="93652" y="129195"/>
                </a:cubicBezTo>
                <a:cubicBezTo>
                  <a:pt x="96237" y="126583"/>
                  <a:pt x="96264" y="122359"/>
                  <a:pt x="93652" y="119775"/>
                </a:cubicBezTo>
                <a:lnTo>
                  <a:pt x="80035" y="106158"/>
                </a:lnTo>
                <a:lnTo>
                  <a:pt x="80035" y="86538"/>
                </a:lnTo>
                <a:lnTo>
                  <a:pt x="97042" y="96348"/>
                </a:lnTo>
                <a:lnTo>
                  <a:pt x="102017" y="114939"/>
                </a:lnTo>
                <a:cubicBezTo>
                  <a:pt x="102962" y="118496"/>
                  <a:pt x="106630" y="120608"/>
                  <a:pt x="110187" y="119663"/>
                </a:cubicBezTo>
                <a:cubicBezTo>
                  <a:pt x="113744" y="118719"/>
                  <a:pt x="115856" y="115050"/>
                  <a:pt x="114911" y="111493"/>
                </a:cubicBezTo>
                <a:lnTo>
                  <a:pt x="113383" y="105796"/>
                </a:lnTo>
                <a:lnTo>
                  <a:pt x="128306" y="114411"/>
                </a:lnTo>
                <a:cubicBezTo>
                  <a:pt x="132558" y="116857"/>
                  <a:pt x="138005" y="115412"/>
                  <a:pt x="140450" y="111160"/>
                </a:cubicBezTo>
                <a:cubicBezTo>
                  <a:pt x="142896" y="106908"/>
                  <a:pt x="141451" y="101461"/>
                  <a:pt x="137199" y="99016"/>
                </a:cubicBezTo>
                <a:lnTo>
                  <a:pt x="122276" y="90401"/>
                </a:lnTo>
                <a:lnTo>
                  <a:pt x="127973" y="88872"/>
                </a:lnTo>
                <a:cubicBezTo>
                  <a:pt x="131530" y="87927"/>
                  <a:pt x="133642" y="84259"/>
                  <a:pt x="132697" y="80702"/>
                </a:cubicBezTo>
                <a:cubicBezTo>
                  <a:pt x="131752" y="77145"/>
                  <a:pt x="128084" y="75033"/>
                  <a:pt x="124527" y="75978"/>
                </a:cubicBezTo>
                <a:lnTo>
                  <a:pt x="105935" y="80952"/>
                </a:lnTo>
                <a:lnTo>
                  <a:pt x="88928" y="71142"/>
                </a:lnTo>
                <a:lnTo>
                  <a:pt x="105935" y="61332"/>
                </a:lnTo>
                <a:lnTo>
                  <a:pt x="124527" y="66307"/>
                </a:lnTo>
                <a:cubicBezTo>
                  <a:pt x="128084" y="67252"/>
                  <a:pt x="131752" y="65140"/>
                  <a:pt x="132697" y="61582"/>
                </a:cubicBezTo>
                <a:cubicBezTo>
                  <a:pt x="133642" y="58025"/>
                  <a:pt x="131530" y="54357"/>
                  <a:pt x="127973" y="53412"/>
                </a:cubicBezTo>
                <a:lnTo>
                  <a:pt x="122276" y="51884"/>
                </a:lnTo>
                <a:lnTo>
                  <a:pt x="137199" y="43269"/>
                </a:lnTo>
                <a:cubicBezTo>
                  <a:pt x="141451" y="40823"/>
                  <a:pt x="142924" y="35377"/>
                  <a:pt x="140450" y="31125"/>
                </a:cubicBezTo>
                <a:cubicBezTo>
                  <a:pt x="137977" y="26873"/>
                  <a:pt x="132558" y="25428"/>
                  <a:pt x="128306" y="27873"/>
                </a:cubicBezTo>
                <a:lnTo>
                  <a:pt x="113383" y="36488"/>
                </a:lnTo>
                <a:lnTo>
                  <a:pt x="114911" y="30791"/>
                </a:lnTo>
                <a:cubicBezTo>
                  <a:pt x="115856" y="27234"/>
                  <a:pt x="113744" y="23566"/>
                  <a:pt x="110187" y="22621"/>
                </a:cubicBezTo>
                <a:cubicBezTo>
                  <a:pt x="106630" y="21676"/>
                  <a:pt x="102962" y="23788"/>
                  <a:pt x="102017" y="27345"/>
                </a:cubicBezTo>
                <a:lnTo>
                  <a:pt x="97042" y="45937"/>
                </a:lnTo>
                <a:lnTo>
                  <a:pt x="80035" y="55747"/>
                </a:lnTo>
                <a:lnTo>
                  <a:pt x="80035" y="36127"/>
                </a:lnTo>
                <a:lnTo>
                  <a:pt x="93652" y="22510"/>
                </a:lnTo>
                <a:cubicBezTo>
                  <a:pt x="96264" y="19898"/>
                  <a:pt x="96264" y="15674"/>
                  <a:pt x="93652" y="13089"/>
                </a:cubicBezTo>
                <a:cubicBezTo>
                  <a:pt x="91040" y="10505"/>
                  <a:pt x="86816" y="10477"/>
                  <a:pt x="84231" y="13089"/>
                </a:cubicBezTo>
                <a:lnTo>
                  <a:pt x="80063" y="17258"/>
                </a:lnTo>
                <a:lnTo>
                  <a:pt x="80063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09418" y="5024420"/>
            <a:ext cx="200976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Segundo Invierno (1987-1993)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7662" y="5042206"/>
            <a:ext cx="524674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Colapso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9418" y="5273418"/>
            <a:ext cx="5077777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Fracaso de hardware especializado. Limitaciones de sistemas expertos. PCs dominan el mercado.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0158" y="6131571"/>
            <a:ext cx="6144910" cy="720315"/>
          </a:xfrm>
          <a:custGeom>
            <a:avLst/>
            <a:gdLst/>
            <a:ahLst/>
            <a:cxnLst/>
            <a:rect l="l" t="t" r="r" b="b"/>
            <a:pathLst>
              <a:path w="6144910" h="720315">
                <a:moveTo>
                  <a:pt x="142284" y="0"/>
                </a:moveTo>
                <a:lnTo>
                  <a:pt x="6002626" y="0"/>
                </a:lnTo>
                <a:cubicBezTo>
                  <a:pt x="6081208" y="0"/>
                  <a:pt x="6144910" y="63703"/>
                  <a:pt x="6144910" y="142284"/>
                </a:cubicBezTo>
                <a:lnTo>
                  <a:pt x="6144910" y="578031"/>
                </a:lnTo>
                <a:cubicBezTo>
                  <a:pt x="6144910" y="656612"/>
                  <a:pt x="6081208" y="720315"/>
                  <a:pt x="6002626" y="720315"/>
                </a:cubicBezTo>
                <a:lnTo>
                  <a:pt x="142284" y="720315"/>
                </a:lnTo>
                <a:cubicBezTo>
                  <a:pt x="63755" y="720315"/>
                  <a:pt x="0" y="656560"/>
                  <a:pt x="0" y="578031"/>
                </a:cubicBezTo>
                <a:lnTo>
                  <a:pt x="0" y="142284"/>
                </a:lnTo>
                <a:cubicBezTo>
                  <a:pt x="0" y="63755"/>
                  <a:pt x="63755" y="0"/>
                  <a:pt x="142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807" y="6349444"/>
            <a:ext cx="93374" cy="124499"/>
          </a:xfrm>
          <a:custGeom>
            <a:avLst/>
            <a:gdLst/>
            <a:ahLst/>
            <a:cxnLst/>
            <a:rect l="l" t="t" r="r" b="b"/>
            <a:pathLst>
              <a:path w="93374" h="124499">
                <a:moveTo>
                  <a:pt x="71222" y="93374"/>
                </a:moveTo>
                <a:cubicBezTo>
                  <a:pt x="72997" y="87952"/>
                  <a:pt x="76547" y="83040"/>
                  <a:pt x="80560" y="78809"/>
                </a:cubicBezTo>
                <a:cubicBezTo>
                  <a:pt x="88511" y="70444"/>
                  <a:pt x="93374" y="59137"/>
                  <a:pt x="93374" y="46687"/>
                </a:cubicBezTo>
                <a:cubicBezTo>
                  <a:pt x="93374" y="20912"/>
                  <a:pt x="72462" y="0"/>
                  <a:pt x="46687" y="0"/>
                </a:cubicBezTo>
                <a:cubicBezTo>
                  <a:pt x="20912" y="0"/>
                  <a:pt x="0" y="20912"/>
                  <a:pt x="0" y="46687"/>
                </a:cubicBezTo>
                <a:cubicBezTo>
                  <a:pt x="0" y="59137"/>
                  <a:pt x="4863" y="70444"/>
                  <a:pt x="12815" y="78809"/>
                </a:cubicBezTo>
                <a:cubicBezTo>
                  <a:pt x="16827" y="83040"/>
                  <a:pt x="20401" y="87952"/>
                  <a:pt x="22152" y="93374"/>
                </a:cubicBezTo>
                <a:lnTo>
                  <a:pt x="71198" y="93374"/>
                </a:lnTo>
                <a:close/>
                <a:moveTo>
                  <a:pt x="70031" y="105046"/>
                </a:moveTo>
                <a:lnTo>
                  <a:pt x="23344" y="105046"/>
                </a:lnTo>
                <a:lnTo>
                  <a:pt x="23344" y="108937"/>
                </a:lnTo>
                <a:cubicBezTo>
                  <a:pt x="23344" y="119684"/>
                  <a:pt x="32049" y="128389"/>
                  <a:pt x="42796" y="128389"/>
                </a:cubicBezTo>
                <a:lnTo>
                  <a:pt x="50578" y="128389"/>
                </a:lnTo>
                <a:cubicBezTo>
                  <a:pt x="61325" y="128389"/>
                  <a:pt x="70031" y="119684"/>
                  <a:pt x="70031" y="108937"/>
                </a:cubicBezTo>
                <a:lnTo>
                  <a:pt x="70031" y="105046"/>
                </a:lnTo>
                <a:close/>
                <a:moveTo>
                  <a:pt x="44742" y="27234"/>
                </a:moveTo>
                <a:cubicBezTo>
                  <a:pt x="35064" y="27234"/>
                  <a:pt x="27234" y="35064"/>
                  <a:pt x="27234" y="44742"/>
                </a:cubicBezTo>
                <a:cubicBezTo>
                  <a:pt x="27234" y="47976"/>
                  <a:pt x="24632" y="50578"/>
                  <a:pt x="21398" y="50578"/>
                </a:cubicBezTo>
                <a:cubicBezTo>
                  <a:pt x="18164" y="50578"/>
                  <a:pt x="15562" y="47976"/>
                  <a:pt x="15562" y="44742"/>
                </a:cubicBezTo>
                <a:cubicBezTo>
                  <a:pt x="15562" y="28620"/>
                  <a:pt x="28620" y="15562"/>
                  <a:pt x="44742" y="15562"/>
                </a:cubicBezTo>
                <a:cubicBezTo>
                  <a:pt x="47976" y="15562"/>
                  <a:pt x="50578" y="18164"/>
                  <a:pt x="50578" y="21398"/>
                </a:cubicBezTo>
                <a:cubicBezTo>
                  <a:pt x="50578" y="24632"/>
                  <a:pt x="47976" y="27234"/>
                  <a:pt x="44742" y="2723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752345" y="6313873"/>
            <a:ext cx="5632671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aprendida: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Los inviernos de la IA moldearon el desarrollo hacia enfoques más realistas y basados en datos, sentando las bases para el éxito actual del machine learning.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96445" y="1244989"/>
            <a:ext cx="5033313" cy="4437497"/>
          </a:xfrm>
          <a:custGeom>
            <a:avLst/>
            <a:gdLst/>
            <a:ahLst/>
            <a:cxnLst/>
            <a:rect l="l" t="t" r="r" b="b"/>
            <a:pathLst>
              <a:path w="5033313" h="4437497">
                <a:moveTo>
                  <a:pt x="213444" y="0"/>
                </a:moveTo>
                <a:lnTo>
                  <a:pt x="4819869" y="0"/>
                </a:lnTo>
                <a:cubicBezTo>
                  <a:pt x="4937751" y="0"/>
                  <a:pt x="5033313" y="95562"/>
                  <a:pt x="5033313" y="213444"/>
                </a:cubicBezTo>
                <a:lnTo>
                  <a:pt x="5033313" y="4224053"/>
                </a:lnTo>
                <a:cubicBezTo>
                  <a:pt x="5033313" y="4341935"/>
                  <a:pt x="4937751" y="4437497"/>
                  <a:pt x="4819869" y="4437497"/>
                </a:cubicBezTo>
                <a:lnTo>
                  <a:pt x="213444" y="4437497"/>
                </a:lnTo>
                <a:cubicBezTo>
                  <a:pt x="95562" y="4437497"/>
                  <a:pt x="0" y="4341935"/>
                  <a:pt x="0" y="4224053"/>
                </a:cubicBezTo>
                <a:lnTo>
                  <a:pt x="0" y="213444"/>
                </a:lnTo>
                <a:cubicBezTo>
                  <a:pt x="0" y="95562"/>
                  <a:pt x="95562" y="0"/>
                  <a:pt x="21344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78" dist="8893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09872" y="2023107"/>
            <a:ext cx="4695387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Ciclos de la IA</a:t>
            </a:r>
            <a:endParaRPr lang="en-US" sz="1600" dirty="0"/>
          </a:p>
        </p:txBody>
      </p:sp>
      <p:pic>
        <p:nvPicPr>
          <p:cNvPr id="31" name="Image 0" descr="https://kimi-img.moonshot.cn/pub/slides/26-02-16-21:23:16-d69hkh5e9oroaht3g1b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09872" y="2414389"/>
            <a:ext cx="4250748" cy="2489978"/>
          </a:xfrm>
          <a:prstGeom prst="roundRect">
            <a:avLst>
              <a:gd name="adj" fmla="val 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6796445" y="5895912"/>
            <a:ext cx="2445514" cy="960420"/>
          </a:xfrm>
          <a:custGeom>
            <a:avLst/>
            <a:gdLst/>
            <a:ahLst/>
            <a:cxnLst/>
            <a:rect l="l" t="t" r="r" b="b"/>
            <a:pathLst>
              <a:path w="2445514" h="960420">
                <a:moveTo>
                  <a:pt x="142286" y="0"/>
                </a:moveTo>
                <a:lnTo>
                  <a:pt x="2303228" y="0"/>
                </a:lnTo>
                <a:cubicBezTo>
                  <a:pt x="2381811" y="0"/>
                  <a:pt x="2445514" y="63704"/>
                  <a:pt x="2445514" y="142286"/>
                </a:cubicBezTo>
                <a:lnTo>
                  <a:pt x="2445514" y="818134"/>
                </a:lnTo>
                <a:cubicBezTo>
                  <a:pt x="2445514" y="896716"/>
                  <a:pt x="2381811" y="960420"/>
                  <a:pt x="2303228" y="960420"/>
                </a:cubicBezTo>
                <a:lnTo>
                  <a:pt x="142286" y="960420"/>
                </a:lnTo>
                <a:cubicBezTo>
                  <a:pt x="63704" y="960420"/>
                  <a:pt x="0" y="896716"/>
                  <a:pt x="0" y="818134"/>
                </a:cubicBezTo>
                <a:lnTo>
                  <a:pt x="0" y="142286"/>
                </a:lnTo>
                <a:cubicBezTo>
                  <a:pt x="0" y="63756"/>
                  <a:pt x="63756" y="0"/>
                  <a:pt x="142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78" dist="8893" dir="5400000">
              <a:srgbClr val="000000">
                <a:alpha val="10196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94266" y="6073768"/>
            <a:ext cx="2249873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21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43176" y="6500621"/>
            <a:ext cx="215205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Tercer Apogeo Actual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385911" y="5895912"/>
            <a:ext cx="2445514" cy="960420"/>
          </a:xfrm>
          <a:custGeom>
            <a:avLst/>
            <a:gdLst/>
            <a:ahLst/>
            <a:cxnLst/>
            <a:rect l="l" t="t" r="r" b="b"/>
            <a:pathLst>
              <a:path w="2445514" h="960420">
                <a:moveTo>
                  <a:pt x="142286" y="0"/>
                </a:moveTo>
                <a:lnTo>
                  <a:pt x="2303228" y="0"/>
                </a:lnTo>
                <a:cubicBezTo>
                  <a:pt x="2381811" y="0"/>
                  <a:pt x="2445514" y="63704"/>
                  <a:pt x="2445514" y="142286"/>
                </a:cubicBezTo>
                <a:lnTo>
                  <a:pt x="2445514" y="818134"/>
                </a:lnTo>
                <a:cubicBezTo>
                  <a:pt x="2445514" y="896716"/>
                  <a:pt x="2381811" y="960420"/>
                  <a:pt x="2303228" y="960420"/>
                </a:cubicBezTo>
                <a:lnTo>
                  <a:pt x="142286" y="960420"/>
                </a:lnTo>
                <a:cubicBezTo>
                  <a:pt x="63704" y="960420"/>
                  <a:pt x="0" y="896716"/>
                  <a:pt x="0" y="818134"/>
                </a:cubicBezTo>
                <a:lnTo>
                  <a:pt x="0" y="142286"/>
                </a:lnTo>
                <a:cubicBezTo>
                  <a:pt x="0" y="63756"/>
                  <a:pt x="63756" y="0"/>
                  <a:pt x="142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678" dist="8893" dir="5400000">
              <a:srgbClr val="000000">
                <a:alpha val="10196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483732" y="6073768"/>
            <a:ext cx="2249873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21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$200B+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532642" y="6500621"/>
            <a:ext cx="215205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Global Anual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Tipos de Inteligencia Artificial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543550" cy="2085975"/>
          </a:xfrm>
          <a:custGeom>
            <a:avLst/>
            <a:gdLst/>
            <a:ahLst/>
            <a:cxnLst/>
            <a:rect l="l" t="t" r="r" b="b"/>
            <a:pathLst>
              <a:path w="5543550" h="2085975">
                <a:moveTo>
                  <a:pt x="38100" y="0"/>
                </a:moveTo>
                <a:lnTo>
                  <a:pt x="5391149" y="0"/>
                </a:lnTo>
                <a:cubicBezTo>
                  <a:pt x="5475318" y="0"/>
                  <a:pt x="5543550" y="68232"/>
                  <a:pt x="5543550" y="152401"/>
                </a:cubicBezTo>
                <a:lnTo>
                  <a:pt x="5543550" y="1933574"/>
                </a:lnTo>
                <a:cubicBezTo>
                  <a:pt x="5543550" y="2017743"/>
                  <a:pt x="5475318" y="2085975"/>
                  <a:pt x="5391149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52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8049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5009" y="25003"/>
                </a:moveTo>
                <a:lnTo>
                  <a:pt x="75009" y="42863"/>
                </a:lnTo>
                <a:lnTo>
                  <a:pt x="40139" y="42863"/>
                </a:lnTo>
                <a:cubicBezTo>
                  <a:pt x="33754" y="42863"/>
                  <a:pt x="28575" y="48042"/>
                  <a:pt x="28575" y="54426"/>
                </a:cubicBezTo>
                <a:cubicBezTo>
                  <a:pt x="28575" y="56212"/>
                  <a:pt x="28977" y="57998"/>
                  <a:pt x="29781" y="59606"/>
                </a:cubicBezTo>
                <a:lnTo>
                  <a:pt x="44693" y="89431"/>
                </a:lnTo>
                <a:cubicBezTo>
                  <a:pt x="39603" y="90234"/>
                  <a:pt x="35674" y="94655"/>
                  <a:pt x="35674" y="100013"/>
                </a:cubicBezTo>
                <a:cubicBezTo>
                  <a:pt x="35674" y="105951"/>
                  <a:pt x="40451" y="110728"/>
                  <a:pt x="46390" y="110728"/>
                </a:cubicBezTo>
                <a:lnTo>
                  <a:pt x="48890" y="110728"/>
                </a:lnTo>
                <a:lnTo>
                  <a:pt x="42818" y="171450"/>
                </a:lnTo>
                <a:lnTo>
                  <a:pt x="17725" y="202838"/>
                </a:lnTo>
                <a:cubicBezTo>
                  <a:pt x="15493" y="205651"/>
                  <a:pt x="14243" y="209133"/>
                  <a:pt x="14243" y="212750"/>
                </a:cubicBezTo>
                <a:cubicBezTo>
                  <a:pt x="14243" y="221501"/>
                  <a:pt x="21342" y="228600"/>
                  <a:pt x="30093" y="228600"/>
                </a:cubicBezTo>
                <a:lnTo>
                  <a:pt x="141223" y="228600"/>
                </a:lnTo>
                <a:cubicBezTo>
                  <a:pt x="149974" y="228600"/>
                  <a:pt x="157073" y="221501"/>
                  <a:pt x="157073" y="212750"/>
                </a:cubicBezTo>
                <a:cubicBezTo>
                  <a:pt x="157073" y="209133"/>
                  <a:pt x="155868" y="205651"/>
                  <a:pt x="153591" y="202838"/>
                </a:cubicBezTo>
                <a:lnTo>
                  <a:pt x="128588" y="171450"/>
                </a:lnTo>
                <a:lnTo>
                  <a:pt x="122515" y="110728"/>
                </a:lnTo>
                <a:lnTo>
                  <a:pt x="125016" y="110728"/>
                </a:lnTo>
                <a:cubicBezTo>
                  <a:pt x="130954" y="110728"/>
                  <a:pt x="135731" y="105951"/>
                  <a:pt x="135731" y="100013"/>
                </a:cubicBezTo>
                <a:cubicBezTo>
                  <a:pt x="135731" y="94699"/>
                  <a:pt x="131847" y="90234"/>
                  <a:pt x="126712" y="89431"/>
                </a:cubicBezTo>
                <a:lnTo>
                  <a:pt x="141625" y="59606"/>
                </a:lnTo>
                <a:cubicBezTo>
                  <a:pt x="142429" y="57998"/>
                  <a:pt x="142830" y="56212"/>
                  <a:pt x="142830" y="54426"/>
                </a:cubicBezTo>
                <a:cubicBezTo>
                  <a:pt x="142830" y="48042"/>
                  <a:pt x="137651" y="42863"/>
                  <a:pt x="131266" y="42863"/>
                </a:cubicBezTo>
                <a:lnTo>
                  <a:pt x="96396" y="42863"/>
                </a:lnTo>
                <a:lnTo>
                  <a:pt x="96396" y="25003"/>
                </a:lnTo>
                <a:lnTo>
                  <a:pt x="103540" y="25003"/>
                </a:lnTo>
                <a:cubicBezTo>
                  <a:pt x="109478" y="25003"/>
                  <a:pt x="114255" y="20226"/>
                  <a:pt x="114255" y="14288"/>
                </a:cubicBezTo>
                <a:cubicBezTo>
                  <a:pt x="114255" y="8349"/>
                  <a:pt x="109523" y="3572"/>
                  <a:pt x="103584" y="3572"/>
                </a:cubicBezTo>
                <a:lnTo>
                  <a:pt x="96441" y="3572"/>
                </a:lnTo>
                <a:lnTo>
                  <a:pt x="96441" y="-3572"/>
                </a:lnTo>
                <a:cubicBezTo>
                  <a:pt x="96441" y="-9510"/>
                  <a:pt x="91663" y="-14287"/>
                  <a:pt x="85725" y="-14287"/>
                </a:cubicBezTo>
                <a:cubicBezTo>
                  <a:pt x="79787" y="-14287"/>
                  <a:pt x="75009" y="-9510"/>
                  <a:pt x="75009" y="-3572"/>
                </a:cubicBezTo>
                <a:lnTo>
                  <a:pt x="75009" y="3572"/>
                </a:lnTo>
                <a:lnTo>
                  <a:pt x="67866" y="3572"/>
                </a:lnTo>
                <a:cubicBezTo>
                  <a:pt x="61927" y="3572"/>
                  <a:pt x="57150" y="8349"/>
                  <a:pt x="57150" y="14288"/>
                </a:cubicBezTo>
                <a:cubicBezTo>
                  <a:pt x="57150" y="20226"/>
                  <a:pt x="61927" y="25003"/>
                  <a:pt x="67866" y="25003"/>
                </a:cubicBezTo>
                <a:lnTo>
                  <a:pt x="75009" y="25003"/>
                </a:lnTo>
                <a:close/>
                <a:moveTo>
                  <a:pt x="145465" y="124837"/>
                </a:moveTo>
                <a:lnTo>
                  <a:pt x="149260" y="163011"/>
                </a:lnTo>
                <a:lnTo>
                  <a:pt x="170423" y="189443"/>
                </a:lnTo>
                <a:lnTo>
                  <a:pt x="172298" y="191988"/>
                </a:lnTo>
                <a:cubicBezTo>
                  <a:pt x="176406" y="198105"/>
                  <a:pt x="178594" y="205338"/>
                  <a:pt x="178594" y="212750"/>
                </a:cubicBezTo>
                <a:cubicBezTo>
                  <a:pt x="178594" y="218420"/>
                  <a:pt x="177344" y="223823"/>
                  <a:pt x="175067" y="228600"/>
                </a:cubicBezTo>
                <a:lnTo>
                  <a:pt x="212169" y="228600"/>
                </a:lnTo>
                <a:cubicBezTo>
                  <a:pt x="221233" y="228600"/>
                  <a:pt x="228600" y="221233"/>
                  <a:pt x="228600" y="212169"/>
                </a:cubicBezTo>
                <a:cubicBezTo>
                  <a:pt x="228600" y="208910"/>
                  <a:pt x="227618" y="205740"/>
                  <a:pt x="225832" y="203061"/>
                </a:cubicBezTo>
                <a:lnTo>
                  <a:pt x="214313" y="185782"/>
                </a:lnTo>
                <a:lnTo>
                  <a:pt x="214313" y="157207"/>
                </a:lnTo>
                <a:lnTo>
                  <a:pt x="220251" y="151269"/>
                </a:lnTo>
                <a:cubicBezTo>
                  <a:pt x="225609" y="145911"/>
                  <a:pt x="228600" y="138633"/>
                  <a:pt x="228600" y="131043"/>
                </a:cubicBezTo>
                <a:lnTo>
                  <a:pt x="228600" y="85725"/>
                </a:lnTo>
                <a:cubicBezTo>
                  <a:pt x="228600" y="77822"/>
                  <a:pt x="222215" y="71438"/>
                  <a:pt x="214313" y="71438"/>
                </a:cubicBezTo>
                <a:cubicBezTo>
                  <a:pt x="206410" y="71438"/>
                  <a:pt x="200025" y="77822"/>
                  <a:pt x="200025" y="85725"/>
                </a:cubicBezTo>
                <a:lnTo>
                  <a:pt x="200025" y="92869"/>
                </a:lnTo>
                <a:lnTo>
                  <a:pt x="185738" y="92869"/>
                </a:lnTo>
                <a:lnTo>
                  <a:pt x="185738" y="85725"/>
                </a:lnTo>
                <a:cubicBezTo>
                  <a:pt x="185738" y="77822"/>
                  <a:pt x="179353" y="71438"/>
                  <a:pt x="171450" y="71438"/>
                </a:cubicBezTo>
                <a:cubicBezTo>
                  <a:pt x="163547" y="71438"/>
                  <a:pt x="157163" y="77822"/>
                  <a:pt x="157163" y="85725"/>
                </a:cubicBezTo>
                <a:lnTo>
                  <a:pt x="157163" y="100013"/>
                </a:lnTo>
                <a:cubicBezTo>
                  <a:pt x="157163" y="110014"/>
                  <a:pt x="152608" y="118943"/>
                  <a:pt x="145465" y="12483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690688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Reactiva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957388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Máquinas reactivas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300288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que reaccionan a situaciones actuales sin memoria pasada. No pueden usar experiencias previas para informar decisiones presentes.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909888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Deep Blue de IBM (1997)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609975"/>
            <a:ext cx="5543550" cy="2085975"/>
          </a:xfrm>
          <a:custGeom>
            <a:avLst/>
            <a:gdLst/>
            <a:ahLst/>
            <a:cxnLst/>
            <a:rect l="l" t="t" r="r" b="b"/>
            <a:pathLst>
              <a:path w="5543550" h="2085975">
                <a:moveTo>
                  <a:pt x="38100" y="0"/>
                </a:moveTo>
                <a:lnTo>
                  <a:pt x="5391149" y="0"/>
                </a:lnTo>
                <a:cubicBezTo>
                  <a:pt x="5475318" y="0"/>
                  <a:pt x="5543550" y="68232"/>
                  <a:pt x="5543550" y="152401"/>
                </a:cubicBezTo>
                <a:lnTo>
                  <a:pt x="5543550" y="1933574"/>
                </a:lnTo>
                <a:cubicBezTo>
                  <a:pt x="5543550" y="2017743"/>
                  <a:pt x="5475318" y="2085975"/>
                  <a:pt x="5391149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609975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3929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40814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967163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con Memoria Limitada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4233863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actuales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45767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Pueden usar datos históricos para tomar decisiones. La mayoría de las aplicaciones de IA actuales pertenecen a esta categoría.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5186363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ChatGPT, vehículos autónomos, recomendaciones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7450" y="1333500"/>
            <a:ext cx="5543550" cy="2085975"/>
          </a:xfrm>
          <a:custGeom>
            <a:avLst/>
            <a:gdLst/>
            <a:ahLst/>
            <a:cxnLst/>
            <a:rect l="l" t="t" r="r" b="b"/>
            <a:pathLst>
              <a:path w="5543550" h="2085975">
                <a:moveTo>
                  <a:pt x="38100" y="0"/>
                </a:moveTo>
                <a:lnTo>
                  <a:pt x="5391149" y="0"/>
                </a:lnTo>
                <a:cubicBezTo>
                  <a:pt x="5475318" y="0"/>
                  <a:pt x="5543550" y="68232"/>
                  <a:pt x="5543550" y="152401"/>
                </a:cubicBezTo>
                <a:lnTo>
                  <a:pt x="5543550" y="1933574"/>
                </a:lnTo>
                <a:cubicBezTo>
                  <a:pt x="5543550" y="2017743"/>
                  <a:pt x="5475318" y="2085975"/>
                  <a:pt x="5391149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7450" y="13335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2" name="Shape 20"/>
          <p:cNvSpPr/>
          <p:nvPr/>
        </p:nvSpPr>
        <p:spPr>
          <a:xfrm>
            <a:off x="6515100" y="1652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67500" y="18049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4" name="Text 22"/>
          <p:cNvSpPr/>
          <p:nvPr/>
        </p:nvSpPr>
        <p:spPr>
          <a:xfrm>
            <a:off x="7200900" y="1690688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Teoría de la Mente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00900" y="1957388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Futura / Teórica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5100" y="2300288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que puede comprender emociones, creencias y pensamientos humanos. Podría interactuar socialmente de manera más natural.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5100" y="2909888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Aún en investigación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7450" y="3609975"/>
            <a:ext cx="5543550" cy="2085975"/>
          </a:xfrm>
          <a:custGeom>
            <a:avLst/>
            <a:gdLst/>
            <a:ahLst/>
            <a:cxnLst/>
            <a:rect l="l" t="t" r="r" b="b"/>
            <a:pathLst>
              <a:path w="5543550" h="2085975">
                <a:moveTo>
                  <a:pt x="38100" y="0"/>
                </a:moveTo>
                <a:lnTo>
                  <a:pt x="5391149" y="0"/>
                </a:lnTo>
                <a:cubicBezTo>
                  <a:pt x="5475318" y="0"/>
                  <a:pt x="5543550" y="68232"/>
                  <a:pt x="5543550" y="152401"/>
                </a:cubicBezTo>
                <a:lnTo>
                  <a:pt x="5543550" y="1933574"/>
                </a:lnTo>
                <a:cubicBezTo>
                  <a:pt x="5543550" y="2017743"/>
                  <a:pt x="5475318" y="2085975"/>
                  <a:pt x="5391149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7450" y="3609975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5100" y="3929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38925" y="40814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2" name="Text 30"/>
          <p:cNvSpPr/>
          <p:nvPr/>
        </p:nvSpPr>
        <p:spPr>
          <a:xfrm>
            <a:off x="7200900" y="3967163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Autoconsciente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00900" y="4233863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Teórica / Hipotética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15100" y="45767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con consciencia de sí misma, emociones y autoconocimiento. Representa el nivel más avanzado teórico de la IA.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100" y="5186363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Especulativo / Sci-fi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589121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52403" y="0"/>
                </a:moveTo>
                <a:lnTo>
                  <a:pt x="11268072" y="0"/>
                </a:lnTo>
                <a:cubicBezTo>
                  <a:pt x="11352186" y="0"/>
                  <a:pt x="11420475" y="68289"/>
                  <a:pt x="11420475" y="152403"/>
                </a:cubicBezTo>
                <a:lnTo>
                  <a:pt x="11420475" y="428622"/>
                </a:lnTo>
                <a:cubicBezTo>
                  <a:pt x="11420475" y="512736"/>
                  <a:pt x="11352186" y="581025"/>
                  <a:pt x="11268072" y="581025"/>
                </a:cubicBezTo>
                <a:lnTo>
                  <a:pt x="152403" y="581025"/>
                </a:lnTo>
                <a:cubicBezTo>
                  <a:pt x="68289" y="581025"/>
                  <a:pt x="0" y="512736"/>
                  <a:pt x="0" y="42862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1025" y="612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809625" y="6086475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Inteligencia Artificial Estrecha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1293" y="612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893" y="6086475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Inteligencia General Artificial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68280" y="612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2" name="Text 40"/>
          <p:cNvSpPr/>
          <p:nvPr/>
        </p:nvSpPr>
        <p:spPr>
          <a:xfrm>
            <a:off x="5996880" y="608647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Superinteligencia Artificial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 Edge/Cloud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462088"/>
            <a:ext cx="3524250" cy="3876675"/>
          </a:xfrm>
          <a:custGeom>
            <a:avLst/>
            <a:gdLst/>
            <a:ahLst/>
            <a:cxnLst/>
            <a:rect l="l" t="t" r="r" b="b"/>
            <a:pathLst>
              <a:path w="3524250" h="3876675">
                <a:moveTo>
                  <a:pt x="228583" y="0"/>
                </a:moveTo>
                <a:lnTo>
                  <a:pt x="3295667" y="0"/>
                </a:lnTo>
                <a:cubicBezTo>
                  <a:pt x="3421910" y="0"/>
                  <a:pt x="3524250" y="102340"/>
                  <a:pt x="3524250" y="228583"/>
                </a:cubicBezTo>
                <a:lnTo>
                  <a:pt x="3524250" y="3648092"/>
                </a:lnTo>
                <a:cubicBezTo>
                  <a:pt x="3524250" y="3774335"/>
                  <a:pt x="3421910" y="3876675"/>
                  <a:pt x="3295667" y="3876675"/>
                </a:cubicBezTo>
                <a:lnTo>
                  <a:pt x="228583" y="3876675"/>
                </a:lnTo>
                <a:cubicBezTo>
                  <a:pt x="102340" y="3876675"/>
                  <a:pt x="0" y="3774335"/>
                  <a:pt x="0" y="3648092"/>
                </a:cubicBezTo>
                <a:lnTo>
                  <a:pt x="0" y="228583"/>
                </a:lnTo>
                <a:cubicBezTo>
                  <a:pt x="0" y="102425"/>
                  <a:pt x="102425" y="0"/>
                  <a:pt x="22858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1E3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850" y="17764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851297" y="193833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66850" y="1833563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en Cloud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6850" y="2138363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Computación centralizada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3900" y="26146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2576513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Potencia computacional ilimitada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650" y="2767013"/>
            <a:ext cx="2076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Acceso a GPUs y TPUs masivas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30718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3033713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Escalabilidad automática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9650" y="3224213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Adaptación a demanda variable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3900" y="3529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9650" y="3490913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 datasets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9650" y="3681413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con datos masivos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3900" y="3986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9650" y="3948112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Dependencia de 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9650" y="4138613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conectividad constante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850" y="4486275"/>
            <a:ext cx="2895600" cy="9525"/>
          </a:xfrm>
          <a:custGeom>
            <a:avLst/>
            <a:gdLst/>
            <a:ahLst/>
            <a:cxnLst/>
            <a:rect l="l" t="t" r="r" b="b"/>
            <a:pathLst>
              <a:path w="2895600" h="9525">
                <a:moveTo>
                  <a:pt x="0" y="0"/>
                </a:moveTo>
                <a:lnTo>
                  <a:pt x="2895600" y="0"/>
                </a:lnTo>
                <a:lnTo>
                  <a:pt x="289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850" y="4643438"/>
            <a:ext cx="2962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de uso: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Entrenamiento de modelos, análisis de big data, IA conversacional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62425" y="1462088"/>
            <a:ext cx="3524250" cy="3876675"/>
          </a:xfrm>
          <a:custGeom>
            <a:avLst/>
            <a:gdLst/>
            <a:ahLst/>
            <a:cxnLst/>
            <a:rect l="l" t="t" r="r" b="b"/>
            <a:pathLst>
              <a:path w="3524250" h="3876675">
                <a:moveTo>
                  <a:pt x="228583" y="0"/>
                </a:moveTo>
                <a:lnTo>
                  <a:pt x="3295667" y="0"/>
                </a:lnTo>
                <a:cubicBezTo>
                  <a:pt x="3421910" y="0"/>
                  <a:pt x="3524250" y="102340"/>
                  <a:pt x="3524250" y="228583"/>
                </a:cubicBezTo>
                <a:lnTo>
                  <a:pt x="3524250" y="3648092"/>
                </a:lnTo>
                <a:cubicBezTo>
                  <a:pt x="3524250" y="3774335"/>
                  <a:pt x="3421910" y="3876675"/>
                  <a:pt x="3295667" y="3876675"/>
                </a:cubicBezTo>
                <a:lnTo>
                  <a:pt x="228583" y="3876675"/>
                </a:lnTo>
                <a:cubicBezTo>
                  <a:pt x="102340" y="3876675"/>
                  <a:pt x="0" y="3774335"/>
                  <a:pt x="0" y="3648092"/>
                </a:cubicBezTo>
                <a:lnTo>
                  <a:pt x="0" y="228583"/>
                </a:lnTo>
                <a:cubicBezTo>
                  <a:pt x="0" y="102425"/>
                  <a:pt x="102425" y="0"/>
                  <a:pt x="22858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D1D1F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76750" y="17764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4641056" y="193833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238750" y="1833563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en Edge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38750" y="2138363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local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95800" y="26146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4781550" y="2576513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Baja latencia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81550" y="2767013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Respuestas en milisegundos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95800" y="30718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4781550" y="3033713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Privacidad mejorada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81550" y="3224213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no salen del dispositivo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95800" y="3529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4781550" y="3490913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Funciona offline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81550" y="3681413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dependencia de internet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95800" y="3986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8" name="Text 36"/>
          <p:cNvSpPr/>
          <p:nvPr/>
        </p:nvSpPr>
        <p:spPr>
          <a:xfrm>
            <a:off x="4781550" y="3948112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Recursos limitados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81550" y="4138613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Menor capacidad computacional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76750" y="4486275"/>
            <a:ext cx="2895600" cy="9525"/>
          </a:xfrm>
          <a:custGeom>
            <a:avLst/>
            <a:gdLst/>
            <a:ahLst/>
            <a:cxnLst/>
            <a:rect l="l" t="t" r="r" b="b"/>
            <a:pathLst>
              <a:path w="2895600" h="9525">
                <a:moveTo>
                  <a:pt x="0" y="0"/>
                </a:moveTo>
                <a:lnTo>
                  <a:pt x="2895600" y="0"/>
                </a:lnTo>
                <a:lnTo>
                  <a:pt x="289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1" name="Text 39"/>
          <p:cNvSpPr/>
          <p:nvPr/>
        </p:nvSpPr>
        <p:spPr>
          <a:xfrm>
            <a:off x="4476750" y="4643438"/>
            <a:ext cx="2962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de uso: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Vehículos autónomos, dispositivos IoT, reconocimiento facial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581650"/>
            <a:ext cx="7305675" cy="771525"/>
          </a:xfrm>
          <a:custGeom>
            <a:avLst/>
            <a:gdLst/>
            <a:ahLst/>
            <a:cxnLst/>
            <a:rect l="l" t="t" r="r" b="b"/>
            <a:pathLst>
              <a:path w="7305675" h="771525">
                <a:moveTo>
                  <a:pt x="152399" y="0"/>
                </a:moveTo>
                <a:lnTo>
                  <a:pt x="7153276" y="0"/>
                </a:lnTo>
                <a:cubicBezTo>
                  <a:pt x="7237443" y="0"/>
                  <a:pt x="7305675" y="68232"/>
                  <a:pt x="7305675" y="152399"/>
                </a:cubicBezTo>
                <a:lnTo>
                  <a:pt x="7305675" y="619126"/>
                </a:lnTo>
                <a:cubicBezTo>
                  <a:pt x="7305675" y="703293"/>
                  <a:pt x="7237443" y="771525"/>
                  <a:pt x="7153276" y="771525"/>
                </a:cubicBezTo>
                <a:lnTo>
                  <a:pt x="152399" y="771525"/>
                </a:lnTo>
                <a:cubicBezTo>
                  <a:pt x="68288" y="771525"/>
                  <a:pt x="0" y="703237"/>
                  <a:pt x="0" y="6191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1D1D1F">
                  <a:alpha val="500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744" y="5815013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809625" y="5776913"/>
            <a:ext cx="6753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Tendencia actual: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Arquitecturas híbridas que combinan Edge para inferencia rápida y Cloud para entrenamiento y actualizaciones de modelos.</a:t>
            </a:r>
            <a:endParaRPr lang="en-US" sz="1600" dirty="0"/>
          </a:p>
        </p:txBody>
      </p:sp>
      <p:pic>
        <p:nvPicPr>
          <p:cNvPr id="45" name="Image 0" descr="https://kimi-web-img.moonshot.cn/img/unable-loud-cherry.media.strapiapp.com/e7b18fb7def1b6e85e85750e1b9d107a8cd96c74.jpg">    </p:cNvPr>
          <p:cNvPicPr>
            <a:picLocks noChangeAspect="1"/>
          </p:cNvPicPr>
          <p:nvPr/>
        </p:nvPicPr>
        <p:blipFill>
          <a:blip r:embed="rId1"/>
          <a:srcRect l="37" r="37" t="0" b="0"/>
          <a:stretch/>
        </p:blipFill>
        <p:spPr>
          <a:xfrm>
            <a:off x="8001000" y="2382441"/>
            <a:ext cx="3810000" cy="3048000"/>
          </a:xfrm>
          <a:prstGeom prst="roundRect">
            <a:avLst>
              <a:gd name="adj" fmla="val 75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47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spc="49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Momentos Clave de la Inteligencia Artificial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236870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5426" y="14489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157" y="1572591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77304" y="-11043"/>
                </a:moveTo>
                <a:cubicBezTo>
                  <a:pt x="83413" y="-11043"/>
                  <a:pt x="88348" y="-6108"/>
                  <a:pt x="88348" y="0"/>
                </a:cubicBezTo>
                <a:lnTo>
                  <a:pt x="88348" y="11043"/>
                </a:lnTo>
                <a:lnTo>
                  <a:pt x="99391" y="11043"/>
                </a:lnTo>
                <a:cubicBezTo>
                  <a:pt x="105500" y="11043"/>
                  <a:pt x="110435" y="15979"/>
                  <a:pt x="110435" y="22087"/>
                </a:cubicBezTo>
                <a:cubicBezTo>
                  <a:pt x="110435" y="28195"/>
                  <a:pt x="105500" y="33130"/>
                  <a:pt x="99391" y="33130"/>
                </a:cubicBezTo>
                <a:lnTo>
                  <a:pt x="88348" y="33130"/>
                </a:lnTo>
                <a:lnTo>
                  <a:pt x="88348" y="55217"/>
                </a:lnTo>
                <a:lnTo>
                  <a:pt x="141426" y="55217"/>
                </a:lnTo>
                <a:cubicBezTo>
                  <a:pt x="148707" y="55217"/>
                  <a:pt x="154609" y="61119"/>
                  <a:pt x="154609" y="68401"/>
                </a:cubicBezTo>
                <a:cubicBezTo>
                  <a:pt x="154609" y="70609"/>
                  <a:pt x="154057" y="72783"/>
                  <a:pt x="152987" y="74716"/>
                </a:cubicBezTo>
                <a:lnTo>
                  <a:pt x="121478" y="132522"/>
                </a:lnTo>
                <a:lnTo>
                  <a:pt x="140873" y="156783"/>
                </a:lnTo>
                <a:cubicBezTo>
                  <a:pt x="142599" y="158957"/>
                  <a:pt x="143565" y="161649"/>
                  <a:pt x="143565" y="164444"/>
                </a:cubicBezTo>
                <a:cubicBezTo>
                  <a:pt x="143565" y="171208"/>
                  <a:pt x="138078" y="176696"/>
                  <a:pt x="131314" y="176696"/>
                </a:cubicBezTo>
                <a:lnTo>
                  <a:pt x="23295" y="176696"/>
                </a:lnTo>
                <a:cubicBezTo>
                  <a:pt x="16531" y="176696"/>
                  <a:pt x="11043" y="171208"/>
                  <a:pt x="11043" y="164444"/>
                </a:cubicBezTo>
                <a:cubicBezTo>
                  <a:pt x="11043" y="161649"/>
                  <a:pt x="11975" y="158957"/>
                  <a:pt x="13735" y="156783"/>
                </a:cubicBezTo>
                <a:lnTo>
                  <a:pt x="33130" y="132522"/>
                </a:lnTo>
                <a:lnTo>
                  <a:pt x="1622" y="74751"/>
                </a:lnTo>
                <a:cubicBezTo>
                  <a:pt x="552" y="72783"/>
                  <a:pt x="0" y="70609"/>
                  <a:pt x="0" y="68401"/>
                </a:cubicBezTo>
                <a:cubicBezTo>
                  <a:pt x="0" y="61119"/>
                  <a:pt x="5901" y="55217"/>
                  <a:pt x="13183" y="55217"/>
                </a:cubicBezTo>
                <a:lnTo>
                  <a:pt x="66261" y="55217"/>
                </a:lnTo>
                <a:lnTo>
                  <a:pt x="66261" y="33130"/>
                </a:lnTo>
                <a:lnTo>
                  <a:pt x="55217" y="33130"/>
                </a:lnTo>
                <a:cubicBezTo>
                  <a:pt x="49109" y="33130"/>
                  <a:pt x="44174" y="28195"/>
                  <a:pt x="44174" y="22087"/>
                </a:cubicBezTo>
                <a:cubicBezTo>
                  <a:pt x="44174" y="15979"/>
                  <a:pt x="49109" y="11043"/>
                  <a:pt x="55217" y="11043"/>
                </a:cubicBezTo>
                <a:lnTo>
                  <a:pt x="66261" y="11043"/>
                </a:lnTo>
                <a:lnTo>
                  <a:pt x="66261" y="0"/>
                </a:lnTo>
                <a:cubicBezTo>
                  <a:pt x="66261" y="-6108"/>
                  <a:pt x="71196" y="-11043"/>
                  <a:pt x="77304" y="-1104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095513" y="1448904"/>
            <a:ext cx="75095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513" y="1731617"/>
            <a:ext cx="69794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Hito histórico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5426" y="2014330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Blue vs Kasparov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5426" y="2367722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 Deep Blue vence al campeón mundial de ajedrez Garry Kasparov. Primera victoria de una máquina sobre un campeón humano en un juego complejo.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5426" y="3043583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78678" y="3180522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29880" y="0"/>
                </a:moveTo>
                <a:lnTo>
                  <a:pt x="76262" y="0"/>
                </a:lnTo>
                <a:cubicBezTo>
                  <a:pt x="81749" y="0"/>
                  <a:pt x="86222" y="4514"/>
                  <a:pt x="86015" y="9981"/>
                </a:cubicBezTo>
                <a:cubicBezTo>
                  <a:pt x="85973" y="11078"/>
                  <a:pt x="85932" y="12175"/>
                  <a:pt x="85870" y="13252"/>
                </a:cubicBezTo>
                <a:lnTo>
                  <a:pt x="96140" y="13252"/>
                </a:lnTo>
                <a:cubicBezTo>
                  <a:pt x="101545" y="13252"/>
                  <a:pt x="106307" y="17725"/>
                  <a:pt x="105893" y="23564"/>
                </a:cubicBezTo>
                <a:cubicBezTo>
                  <a:pt x="104340" y="45037"/>
                  <a:pt x="93366" y="56839"/>
                  <a:pt x="81459" y="63010"/>
                </a:cubicBezTo>
                <a:cubicBezTo>
                  <a:pt x="78188" y="64708"/>
                  <a:pt x="74854" y="65971"/>
                  <a:pt x="71686" y="66903"/>
                </a:cubicBezTo>
                <a:cubicBezTo>
                  <a:pt x="67503" y="72825"/>
                  <a:pt x="63155" y="75952"/>
                  <a:pt x="59697" y="77629"/>
                </a:cubicBezTo>
                <a:lnTo>
                  <a:pt x="59697" y="92765"/>
                </a:lnTo>
                <a:lnTo>
                  <a:pt x="72949" y="92765"/>
                </a:lnTo>
                <a:cubicBezTo>
                  <a:pt x="76614" y="92765"/>
                  <a:pt x="79575" y="95726"/>
                  <a:pt x="79575" y="99391"/>
                </a:cubicBezTo>
                <a:cubicBezTo>
                  <a:pt x="79575" y="103056"/>
                  <a:pt x="76614" y="106017"/>
                  <a:pt x="72949" y="106017"/>
                </a:cubicBezTo>
                <a:lnTo>
                  <a:pt x="33193" y="106017"/>
                </a:lnTo>
                <a:cubicBezTo>
                  <a:pt x="29528" y="106017"/>
                  <a:pt x="26566" y="103056"/>
                  <a:pt x="26566" y="99391"/>
                </a:cubicBezTo>
                <a:cubicBezTo>
                  <a:pt x="26566" y="95726"/>
                  <a:pt x="29528" y="92765"/>
                  <a:pt x="33193" y="92765"/>
                </a:cubicBezTo>
                <a:lnTo>
                  <a:pt x="46445" y="92765"/>
                </a:lnTo>
                <a:lnTo>
                  <a:pt x="46445" y="77629"/>
                </a:lnTo>
                <a:cubicBezTo>
                  <a:pt x="43132" y="76034"/>
                  <a:pt x="39011" y="73073"/>
                  <a:pt x="34994" y="67627"/>
                </a:cubicBezTo>
                <a:cubicBezTo>
                  <a:pt x="31184" y="66634"/>
                  <a:pt x="27043" y="65122"/>
                  <a:pt x="23005" y="62844"/>
                </a:cubicBezTo>
                <a:cubicBezTo>
                  <a:pt x="11803" y="56570"/>
                  <a:pt x="1698" y="44747"/>
                  <a:pt x="248" y="23523"/>
                </a:cubicBezTo>
                <a:cubicBezTo>
                  <a:pt x="-145" y="17704"/>
                  <a:pt x="4597" y="13231"/>
                  <a:pt x="10001" y="13231"/>
                </a:cubicBezTo>
                <a:lnTo>
                  <a:pt x="20272" y="13231"/>
                </a:lnTo>
                <a:cubicBezTo>
                  <a:pt x="20210" y="12155"/>
                  <a:pt x="20168" y="11078"/>
                  <a:pt x="20127" y="9960"/>
                </a:cubicBezTo>
                <a:cubicBezTo>
                  <a:pt x="19920" y="4473"/>
                  <a:pt x="24392" y="-21"/>
                  <a:pt x="29880" y="-21"/>
                </a:cubicBezTo>
                <a:close/>
                <a:moveTo>
                  <a:pt x="21017" y="23191"/>
                </a:moveTo>
                <a:lnTo>
                  <a:pt x="10167" y="23191"/>
                </a:lnTo>
                <a:cubicBezTo>
                  <a:pt x="11451" y="40730"/>
                  <a:pt x="19506" y="49509"/>
                  <a:pt x="27809" y="54168"/>
                </a:cubicBezTo>
                <a:cubicBezTo>
                  <a:pt x="24827" y="46445"/>
                  <a:pt x="22363" y="36361"/>
                  <a:pt x="21017" y="23191"/>
                </a:cubicBezTo>
                <a:close/>
                <a:moveTo>
                  <a:pt x="78685" y="53174"/>
                </a:moveTo>
                <a:cubicBezTo>
                  <a:pt x="87071" y="48246"/>
                  <a:pt x="94650" y="39487"/>
                  <a:pt x="95933" y="23191"/>
                </a:cubicBezTo>
                <a:lnTo>
                  <a:pt x="85104" y="23191"/>
                </a:lnTo>
                <a:cubicBezTo>
                  <a:pt x="83820" y="35802"/>
                  <a:pt x="81501" y="45596"/>
                  <a:pt x="78685" y="5317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22532" y="3154017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 millones de posiciones/segundo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9315" y="1236870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1350" y="14489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5037" y="1572591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88348" y="60739"/>
                </a:moveTo>
                <a:cubicBezTo>
                  <a:pt x="82239" y="60739"/>
                  <a:pt x="77304" y="65674"/>
                  <a:pt x="77304" y="71783"/>
                </a:cubicBezTo>
                <a:cubicBezTo>
                  <a:pt x="77304" y="76373"/>
                  <a:pt x="73612" y="80065"/>
                  <a:pt x="69022" y="80065"/>
                </a:cubicBezTo>
                <a:cubicBezTo>
                  <a:pt x="64432" y="80065"/>
                  <a:pt x="60739" y="76373"/>
                  <a:pt x="60739" y="71783"/>
                </a:cubicBezTo>
                <a:cubicBezTo>
                  <a:pt x="60739" y="56529"/>
                  <a:pt x="73094" y="44174"/>
                  <a:pt x="88348" y="44174"/>
                </a:cubicBezTo>
                <a:cubicBezTo>
                  <a:pt x="103602" y="44174"/>
                  <a:pt x="115957" y="56529"/>
                  <a:pt x="115957" y="71783"/>
                </a:cubicBezTo>
                <a:cubicBezTo>
                  <a:pt x="115957" y="88072"/>
                  <a:pt x="103533" y="94974"/>
                  <a:pt x="96630" y="97493"/>
                </a:cubicBezTo>
                <a:lnTo>
                  <a:pt x="96630" y="98805"/>
                </a:lnTo>
                <a:cubicBezTo>
                  <a:pt x="96630" y="103395"/>
                  <a:pt x="92938" y="107087"/>
                  <a:pt x="88348" y="107087"/>
                </a:cubicBezTo>
                <a:cubicBezTo>
                  <a:pt x="83758" y="107087"/>
                  <a:pt x="80065" y="103395"/>
                  <a:pt x="80065" y="98805"/>
                </a:cubicBezTo>
                <a:lnTo>
                  <a:pt x="80065" y="96009"/>
                </a:lnTo>
                <a:cubicBezTo>
                  <a:pt x="80065" y="88935"/>
                  <a:pt x="85173" y="83861"/>
                  <a:pt x="90453" y="82136"/>
                </a:cubicBezTo>
                <a:cubicBezTo>
                  <a:pt x="92662" y="81411"/>
                  <a:pt x="95008" y="80238"/>
                  <a:pt x="96734" y="78581"/>
                </a:cubicBezTo>
                <a:cubicBezTo>
                  <a:pt x="98218" y="77132"/>
                  <a:pt x="99391" y="75130"/>
                  <a:pt x="99391" y="71817"/>
                </a:cubicBezTo>
                <a:cubicBezTo>
                  <a:pt x="99391" y="65709"/>
                  <a:pt x="94456" y="60774"/>
                  <a:pt x="88348" y="60774"/>
                </a:cubicBezTo>
                <a:close/>
                <a:moveTo>
                  <a:pt x="77304" y="127000"/>
                </a:moveTo>
                <a:cubicBezTo>
                  <a:pt x="77304" y="120905"/>
                  <a:pt x="82253" y="115957"/>
                  <a:pt x="88348" y="115957"/>
                </a:cubicBezTo>
                <a:cubicBezTo>
                  <a:pt x="94443" y="115957"/>
                  <a:pt x="99391" y="120905"/>
                  <a:pt x="99391" y="127000"/>
                </a:cubicBezTo>
                <a:cubicBezTo>
                  <a:pt x="99391" y="133095"/>
                  <a:pt x="94443" y="138043"/>
                  <a:pt x="88348" y="138043"/>
                </a:cubicBezTo>
                <a:cubicBezTo>
                  <a:pt x="82253" y="138043"/>
                  <a:pt x="77304" y="133095"/>
                  <a:pt x="77304" y="1270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4981437" y="1448904"/>
            <a:ext cx="14312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1437" y="1731617"/>
            <a:ext cx="1378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lenguaje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51350" y="2014330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Watson gana Jeopardy!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1350" y="2367722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 Watson derrota a los campeones humanos en el concurso de preguntas y respuestas Jeopardy!, demostrando comprensión avanzada del lenguaje natural.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1350" y="3043583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1228" y="3180522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2765" y="42614"/>
                </a:moveTo>
                <a:cubicBezTo>
                  <a:pt x="89701" y="44643"/>
                  <a:pt x="86181" y="46279"/>
                  <a:pt x="82515" y="47584"/>
                </a:cubicBezTo>
                <a:cubicBezTo>
                  <a:pt x="72783" y="51062"/>
                  <a:pt x="60008" y="53009"/>
                  <a:pt x="46383" y="53009"/>
                </a:cubicBezTo>
                <a:cubicBezTo>
                  <a:pt x="32758" y="53009"/>
                  <a:pt x="19961" y="51042"/>
                  <a:pt x="10250" y="47584"/>
                </a:cubicBezTo>
                <a:cubicBezTo>
                  <a:pt x="6605" y="46279"/>
                  <a:pt x="3065" y="44643"/>
                  <a:pt x="0" y="42614"/>
                </a:cubicBezTo>
                <a:lnTo>
                  <a:pt x="0" y="59635"/>
                </a:lnTo>
                <a:cubicBezTo>
                  <a:pt x="0" y="68787"/>
                  <a:pt x="20769" y="76200"/>
                  <a:pt x="46383" y="76200"/>
                </a:cubicBezTo>
                <a:cubicBezTo>
                  <a:pt x="71997" y="76200"/>
                  <a:pt x="92765" y="68787"/>
                  <a:pt x="92765" y="59635"/>
                </a:cubicBezTo>
                <a:lnTo>
                  <a:pt x="92765" y="42614"/>
                </a:lnTo>
                <a:close/>
                <a:moveTo>
                  <a:pt x="92765" y="26504"/>
                </a:moveTo>
                <a:lnTo>
                  <a:pt x="92765" y="16565"/>
                </a:lnTo>
                <a:cubicBezTo>
                  <a:pt x="92765" y="7413"/>
                  <a:pt x="71997" y="0"/>
                  <a:pt x="46383" y="0"/>
                </a:cubicBezTo>
                <a:cubicBezTo>
                  <a:pt x="20769" y="0"/>
                  <a:pt x="0" y="7413"/>
                  <a:pt x="0" y="16565"/>
                </a:cubicBezTo>
                <a:lnTo>
                  <a:pt x="0" y="26504"/>
                </a:lnTo>
                <a:cubicBezTo>
                  <a:pt x="0" y="35657"/>
                  <a:pt x="20769" y="43070"/>
                  <a:pt x="46383" y="43070"/>
                </a:cubicBezTo>
                <a:cubicBezTo>
                  <a:pt x="71997" y="43070"/>
                  <a:pt x="92765" y="35657"/>
                  <a:pt x="92765" y="26504"/>
                </a:cubicBezTo>
                <a:close/>
                <a:moveTo>
                  <a:pt x="82515" y="80714"/>
                </a:moveTo>
                <a:cubicBezTo>
                  <a:pt x="72804" y="84172"/>
                  <a:pt x="60028" y="86139"/>
                  <a:pt x="46383" y="86139"/>
                </a:cubicBezTo>
                <a:cubicBezTo>
                  <a:pt x="32737" y="86139"/>
                  <a:pt x="19961" y="84172"/>
                  <a:pt x="10250" y="80714"/>
                </a:cubicBezTo>
                <a:cubicBezTo>
                  <a:pt x="6605" y="79410"/>
                  <a:pt x="3065" y="77774"/>
                  <a:pt x="0" y="75744"/>
                </a:cubicBezTo>
                <a:lnTo>
                  <a:pt x="0" y="89452"/>
                </a:lnTo>
                <a:cubicBezTo>
                  <a:pt x="0" y="98604"/>
                  <a:pt x="20769" y="106017"/>
                  <a:pt x="46383" y="106017"/>
                </a:cubicBezTo>
                <a:cubicBezTo>
                  <a:pt x="71997" y="106017"/>
                  <a:pt x="92765" y="98604"/>
                  <a:pt x="92765" y="89452"/>
                </a:cubicBezTo>
                <a:lnTo>
                  <a:pt x="92765" y="75744"/>
                </a:lnTo>
                <a:cubicBezTo>
                  <a:pt x="89701" y="77774"/>
                  <a:pt x="86181" y="79410"/>
                  <a:pt x="82515" y="8071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608455" y="3154017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 millones de páginas analizadas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5239" y="1236870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7274" y="14489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60961" y="1572591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0" y="88348"/>
                </a:moveTo>
                <a:cubicBezTo>
                  <a:pt x="0" y="39587"/>
                  <a:pt x="39587" y="0"/>
                  <a:pt x="88348" y="0"/>
                </a:cubicBezTo>
                <a:cubicBezTo>
                  <a:pt x="137108" y="0"/>
                  <a:pt x="176696" y="39587"/>
                  <a:pt x="176696" y="88348"/>
                </a:cubicBezTo>
                <a:cubicBezTo>
                  <a:pt x="176696" y="137108"/>
                  <a:pt x="137108" y="176696"/>
                  <a:pt x="88348" y="176696"/>
                </a:cubicBezTo>
                <a:cubicBezTo>
                  <a:pt x="39587" y="176696"/>
                  <a:pt x="0" y="137108"/>
                  <a:pt x="0" y="883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8867361" y="1448904"/>
            <a:ext cx="115735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67361" y="1731617"/>
            <a:ext cx="110434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profundo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7274" y="2014330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AlphaGo vs Lee Sedol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37274" y="2367722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DeepMind AlphaGo vence al campeón mundial de Go Lee Sedol 4-1. Go tiene más posiciones que átomos en el universo observable.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37274" y="3043583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350526" y="3180522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24848" y="11596"/>
                </a:moveTo>
                <a:cubicBezTo>
                  <a:pt x="24848" y="5197"/>
                  <a:pt x="30045" y="0"/>
                  <a:pt x="36443" y="0"/>
                </a:cubicBezTo>
                <a:lnTo>
                  <a:pt x="41413" y="0"/>
                </a:lnTo>
                <a:cubicBezTo>
                  <a:pt x="45078" y="0"/>
                  <a:pt x="48039" y="2961"/>
                  <a:pt x="48039" y="6626"/>
                </a:cubicBezTo>
                <a:lnTo>
                  <a:pt x="48039" y="99391"/>
                </a:lnTo>
                <a:cubicBezTo>
                  <a:pt x="48039" y="103056"/>
                  <a:pt x="45078" y="106017"/>
                  <a:pt x="41413" y="106017"/>
                </a:cubicBezTo>
                <a:lnTo>
                  <a:pt x="34787" y="106017"/>
                </a:lnTo>
                <a:cubicBezTo>
                  <a:pt x="28616" y="106017"/>
                  <a:pt x="23419" y="101793"/>
                  <a:pt x="21949" y="96078"/>
                </a:cubicBezTo>
                <a:cubicBezTo>
                  <a:pt x="21804" y="96078"/>
                  <a:pt x="21680" y="96078"/>
                  <a:pt x="21535" y="96078"/>
                </a:cubicBezTo>
                <a:cubicBezTo>
                  <a:pt x="12382" y="96078"/>
                  <a:pt x="4970" y="88665"/>
                  <a:pt x="4970" y="79513"/>
                </a:cubicBezTo>
                <a:cubicBezTo>
                  <a:pt x="4970" y="75786"/>
                  <a:pt x="6212" y="72349"/>
                  <a:pt x="8283" y="69574"/>
                </a:cubicBezTo>
                <a:cubicBezTo>
                  <a:pt x="4266" y="66551"/>
                  <a:pt x="1657" y="61747"/>
                  <a:pt x="1657" y="56322"/>
                </a:cubicBezTo>
                <a:cubicBezTo>
                  <a:pt x="1657" y="49923"/>
                  <a:pt x="5301" y="44353"/>
                  <a:pt x="10602" y="41599"/>
                </a:cubicBezTo>
                <a:cubicBezTo>
                  <a:pt x="9132" y="39115"/>
                  <a:pt x="8283" y="36216"/>
                  <a:pt x="8283" y="33130"/>
                </a:cubicBezTo>
                <a:cubicBezTo>
                  <a:pt x="8283" y="23978"/>
                  <a:pt x="15696" y="16565"/>
                  <a:pt x="24848" y="16565"/>
                </a:cubicBezTo>
                <a:lnTo>
                  <a:pt x="24848" y="11596"/>
                </a:lnTo>
                <a:close/>
                <a:moveTo>
                  <a:pt x="81170" y="11596"/>
                </a:moveTo>
                <a:lnTo>
                  <a:pt x="81170" y="16565"/>
                </a:lnTo>
                <a:cubicBezTo>
                  <a:pt x="90322" y="16565"/>
                  <a:pt x="97735" y="23978"/>
                  <a:pt x="97735" y="33130"/>
                </a:cubicBezTo>
                <a:cubicBezTo>
                  <a:pt x="97735" y="36236"/>
                  <a:pt x="96886" y="39135"/>
                  <a:pt x="95416" y="41599"/>
                </a:cubicBezTo>
                <a:cubicBezTo>
                  <a:pt x="100737" y="44353"/>
                  <a:pt x="104361" y="49903"/>
                  <a:pt x="104361" y="56322"/>
                </a:cubicBezTo>
                <a:cubicBezTo>
                  <a:pt x="104361" y="61747"/>
                  <a:pt x="101752" y="66551"/>
                  <a:pt x="97735" y="69574"/>
                </a:cubicBezTo>
                <a:cubicBezTo>
                  <a:pt x="99805" y="72349"/>
                  <a:pt x="101048" y="75786"/>
                  <a:pt x="101048" y="79513"/>
                </a:cubicBezTo>
                <a:cubicBezTo>
                  <a:pt x="101048" y="88665"/>
                  <a:pt x="93635" y="96078"/>
                  <a:pt x="84483" y="96078"/>
                </a:cubicBezTo>
                <a:cubicBezTo>
                  <a:pt x="84338" y="96078"/>
                  <a:pt x="84213" y="96078"/>
                  <a:pt x="84068" y="96078"/>
                </a:cubicBezTo>
                <a:cubicBezTo>
                  <a:pt x="82598" y="101793"/>
                  <a:pt x="77401" y="106017"/>
                  <a:pt x="71230" y="106017"/>
                </a:cubicBezTo>
                <a:lnTo>
                  <a:pt x="64604" y="106017"/>
                </a:lnTo>
                <a:cubicBezTo>
                  <a:pt x="60939" y="106017"/>
                  <a:pt x="57978" y="103056"/>
                  <a:pt x="57978" y="99391"/>
                </a:cubicBezTo>
                <a:lnTo>
                  <a:pt x="57978" y="6626"/>
                </a:lnTo>
                <a:cubicBezTo>
                  <a:pt x="57978" y="2961"/>
                  <a:pt x="60939" y="0"/>
                  <a:pt x="64604" y="0"/>
                </a:cubicBezTo>
                <a:lnTo>
                  <a:pt x="69574" y="0"/>
                </a:lnTo>
                <a:cubicBezTo>
                  <a:pt x="75972" y="0"/>
                  <a:pt x="81170" y="5197"/>
                  <a:pt x="81170" y="1159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8494379" y="3154017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profundas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3391" y="3684104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5426" y="3896139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0157" y="4019826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22087" y="11043"/>
                </a:moveTo>
                <a:cubicBezTo>
                  <a:pt x="9905" y="11043"/>
                  <a:pt x="0" y="20948"/>
                  <a:pt x="0" y="33130"/>
                </a:cubicBezTo>
                <a:lnTo>
                  <a:pt x="0" y="143565"/>
                </a:lnTo>
                <a:cubicBezTo>
                  <a:pt x="0" y="155748"/>
                  <a:pt x="9905" y="165652"/>
                  <a:pt x="22087" y="165652"/>
                </a:cubicBezTo>
                <a:lnTo>
                  <a:pt x="132522" y="165652"/>
                </a:lnTo>
                <a:cubicBezTo>
                  <a:pt x="144704" y="165652"/>
                  <a:pt x="154609" y="155748"/>
                  <a:pt x="154609" y="143565"/>
                </a:cubicBezTo>
                <a:lnTo>
                  <a:pt x="154609" y="33130"/>
                </a:lnTo>
                <a:cubicBezTo>
                  <a:pt x="154609" y="20948"/>
                  <a:pt x="144704" y="11043"/>
                  <a:pt x="132522" y="11043"/>
                </a:cubicBezTo>
                <a:lnTo>
                  <a:pt x="22087" y="11043"/>
                </a:lnTo>
                <a:close/>
                <a:moveTo>
                  <a:pt x="44174" y="38652"/>
                </a:moveTo>
                <a:cubicBezTo>
                  <a:pt x="53317" y="38652"/>
                  <a:pt x="60739" y="46075"/>
                  <a:pt x="60739" y="55217"/>
                </a:cubicBezTo>
                <a:cubicBezTo>
                  <a:pt x="60739" y="64360"/>
                  <a:pt x="53317" y="71783"/>
                  <a:pt x="44174" y="71783"/>
                </a:cubicBezTo>
                <a:cubicBezTo>
                  <a:pt x="35031" y="71783"/>
                  <a:pt x="27609" y="64360"/>
                  <a:pt x="27609" y="55217"/>
                </a:cubicBezTo>
                <a:cubicBezTo>
                  <a:pt x="27609" y="46075"/>
                  <a:pt x="35031" y="38652"/>
                  <a:pt x="44174" y="38652"/>
                </a:cubicBezTo>
                <a:close/>
                <a:moveTo>
                  <a:pt x="93870" y="77304"/>
                </a:moveTo>
                <a:cubicBezTo>
                  <a:pt x="96768" y="77304"/>
                  <a:pt x="99426" y="78823"/>
                  <a:pt x="100944" y="81273"/>
                </a:cubicBezTo>
                <a:lnTo>
                  <a:pt x="131314" y="130969"/>
                </a:lnTo>
                <a:cubicBezTo>
                  <a:pt x="132867" y="133523"/>
                  <a:pt x="132936" y="136732"/>
                  <a:pt x="131486" y="139355"/>
                </a:cubicBezTo>
                <a:cubicBezTo>
                  <a:pt x="130037" y="141978"/>
                  <a:pt x="127242" y="143565"/>
                  <a:pt x="124239" y="143565"/>
                </a:cubicBezTo>
                <a:lnTo>
                  <a:pt x="30370" y="143565"/>
                </a:lnTo>
                <a:cubicBezTo>
                  <a:pt x="27298" y="143565"/>
                  <a:pt x="24434" y="141840"/>
                  <a:pt x="23019" y="139113"/>
                </a:cubicBezTo>
                <a:cubicBezTo>
                  <a:pt x="21604" y="136387"/>
                  <a:pt x="21811" y="133074"/>
                  <a:pt x="23571" y="130555"/>
                </a:cubicBezTo>
                <a:lnTo>
                  <a:pt x="42897" y="102946"/>
                </a:lnTo>
                <a:cubicBezTo>
                  <a:pt x="44450" y="100737"/>
                  <a:pt x="46969" y="99426"/>
                  <a:pt x="49696" y="99426"/>
                </a:cubicBezTo>
                <a:cubicBezTo>
                  <a:pt x="52422" y="99426"/>
                  <a:pt x="54941" y="100737"/>
                  <a:pt x="56494" y="102946"/>
                </a:cubicBezTo>
                <a:lnTo>
                  <a:pt x="65605" y="115991"/>
                </a:lnTo>
                <a:lnTo>
                  <a:pt x="86795" y="81308"/>
                </a:lnTo>
                <a:cubicBezTo>
                  <a:pt x="88313" y="78857"/>
                  <a:pt x="90971" y="77339"/>
                  <a:pt x="93870" y="7733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1095513" y="3896139"/>
            <a:ext cx="1272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5513" y="4178852"/>
            <a:ext cx="121920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5426" y="4461565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AlexNet y ImageNet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5426" y="4814957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AlexNet reduce el error de clasificación de imágenes de 26% a 15%, iniciando la revolución del deep learning en visión por computadora.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5426" y="5490817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2" name="Shape 40"/>
          <p:cNvSpPr/>
          <p:nvPr/>
        </p:nvSpPr>
        <p:spPr>
          <a:xfrm>
            <a:off x="578678" y="5627757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48143" y="1077"/>
                </a:moveTo>
                <a:cubicBezTo>
                  <a:pt x="51228" y="-352"/>
                  <a:pt x="54789" y="-352"/>
                  <a:pt x="57875" y="1077"/>
                </a:cubicBezTo>
                <a:lnTo>
                  <a:pt x="103139" y="21990"/>
                </a:lnTo>
                <a:cubicBezTo>
                  <a:pt x="104899" y="22798"/>
                  <a:pt x="106017" y="24558"/>
                  <a:pt x="106017" y="26504"/>
                </a:cubicBezTo>
                <a:cubicBezTo>
                  <a:pt x="106017" y="28451"/>
                  <a:pt x="104899" y="30211"/>
                  <a:pt x="103139" y="31018"/>
                </a:cubicBezTo>
                <a:lnTo>
                  <a:pt x="57875" y="51932"/>
                </a:lnTo>
                <a:cubicBezTo>
                  <a:pt x="54789" y="53361"/>
                  <a:pt x="51228" y="53361"/>
                  <a:pt x="48143" y="51932"/>
                </a:cubicBezTo>
                <a:lnTo>
                  <a:pt x="2878" y="31018"/>
                </a:lnTo>
                <a:cubicBezTo>
                  <a:pt x="1118" y="30190"/>
                  <a:pt x="0" y="28430"/>
                  <a:pt x="0" y="26504"/>
                </a:cubicBezTo>
                <a:cubicBezTo>
                  <a:pt x="0" y="24579"/>
                  <a:pt x="1118" y="22798"/>
                  <a:pt x="2878" y="21990"/>
                </a:cubicBezTo>
                <a:lnTo>
                  <a:pt x="48143" y="1077"/>
                </a:lnTo>
                <a:close/>
                <a:moveTo>
                  <a:pt x="9960" y="45223"/>
                </a:moveTo>
                <a:lnTo>
                  <a:pt x="43981" y="60939"/>
                </a:lnTo>
                <a:cubicBezTo>
                  <a:pt x="49716" y="63590"/>
                  <a:pt x="56322" y="63590"/>
                  <a:pt x="62057" y="60939"/>
                </a:cubicBezTo>
                <a:lnTo>
                  <a:pt x="96078" y="45223"/>
                </a:lnTo>
                <a:lnTo>
                  <a:pt x="103139" y="48495"/>
                </a:lnTo>
                <a:cubicBezTo>
                  <a:pt x="104899" y="49302"/>
                  <a:pt x="106017" y="51062"/>
                  <a:pt x="106017" y="53009"/>
                </a:cubicBezTo>
                <a:cubicBezTo>
                  <a:pt x="106017" y="54955"/>
                  <a:pt x="104899" y="56715"/>
                  <a:pt x="103139" y="57523"/>
                </a:cubicBezTo>
                <a:lnTo>
                  <a:pt x="57875" y="78436"/>
                </a:lnTo>
                <a:cubicBezTo>
                  <a:pt x="54789" y="79865"/>
                  <a:pt x="51228" y="79865"/>
                  <a:pt x="48143" y="78436"/>
                </a:cubicBezTo>
                <a:lnTo>
                  <a:pt x="2878" y="57523"/>
                </a:lnTo>
                <a:cubicBezTo>
                  <a:pt x="1118" y="56694"/>
                  <a:pt x="0" y="54934"/>
                  <a:pt x="0" y="53009"/>
                </a:cubicBezTo>
                <a:cubicBezTo>
                  <a:pt x="0" y="51083"/>
                  <a:pt x="1118" y="49302"/>
                  <a:pt x="2878" y="48495"/>
                </a:cubicBezTo>
                <a:lnTo>
                  <a:pt x="9939" y="45223"/>
                </a:lnTo>
                <a:close/>
                <a:moveTo>
                  <a:pt x="2878" y="74999"/>
                </a:moveTo>
                <a:lnTo>
                  <a:pt x="9939" y="71727"/>
                </a:lnTo>
                <a:lnTo>
                  <a:pt x="43960" y="87444"/>
                </a:lnTo>
                <a:cubicBezTo>
                  <a:pt x="49696" y="90094"/>
                  <a:pt x="56301" y="90094"/>
                  <a:pt x="62037" y="87444"/>
                </a:cubicBezTo>
                <a:lnTo>
                  <a:pt x="96058" y="71727"/>
                </a:lnTo>
                <a:lnTo>
                  <a:pt x="103118" y="74999"/>
                </a:lnTo>
                <a:cubicBezTo>
                  <a:pt x="104879" y="75807"/>
                  <a:pt x="105997" y="77567"/>
                  <a:pt x="105997" y="79513"/>
                </a:cubicBezTo>
                <a:cubicBezTo>
                  <a:pt x="105997" y="81459"/>
                  <a:pt x="104879" y="83220"/>
                  <a:pt x="103118" y="84027"/>
                </a:cubicBezTo>
                <a:lnTo>
                  <a:pt x="57854" y="104941"/>
                </a:lnTo>
                <a:cubicBezTo>
                  <a:pt x="54769" y="106369"/>
                  <a:pt x="51207" y="106369"/>
                  <a:pt x="48122" y="104941"/>
                </a:cubicBezTo>
                <a:lnTo>
                  <a:pt x="2878" y="84027"/>
                </a:lnTo>
                <a:cubicBezTo>
                  <a:pt x="1118" y="83199"/>
                  <a:pt x="0" y="81439"/>
                  <a:pt x="0" y="79513"/>
                </a:cubicBezTo>
                <a:cubicBezTo>
                  <a:pt x="0" y="77587"/>
                  <a:pt x="1118" y="75807"/>
                  <a:pt x="2878" y="7499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722532" y="5601252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capas, 60M parámetros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39315" y="3684104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51350" y="3896139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63993" y="401982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4981437" y="3896139"/>
            <a:ext cx="7597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81437" y="4178852"/>
            <a:ext cx="70678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51350" y="4461565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Lanzamiento de ChatGPT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51350" y="4814957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lanza ChatGPT, alcanzando 100 millones de usuarios en 2 meses. Democratiza el acceso a IA conversacional avanzada.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51350" y="5490817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52" name="Shape 50"/>
          <p:cNvSpPr/>
          <p:nvPr/>
        </p:nvSpPr>
        <p:spPr>
          <a:xfrm>
            <a:off x="4451350" y="5627757"/>
            <a:ext cx="132522" cy="106017"/>
          </a:xfrm>
          <a:custGeom>
            <a:avLst/>
            <a:gdLst/>
            <a:ahLst/>
            <a:cxnLst/>
            <a:rect l="l" t="t" r="r" b="b"/>
            <a:pathLst>
              <a:path w="132522" h="106017">
                <a:moveTo>
                  <a:pt x="66261" y="3313"/>
                </a:moveTo>
                <a:cubicBezTo>
                  <a:pt x="78146" y="3313"/>
                  <a:pt x="87796" y="12962"/>
                  <a:pt x="87796" y="24848"/>
                </a:cubicBezTo>
                <a:cubicBezTo>
                  <a:pt x="87796" y="36733"/>
                  <a:pt x="78146" y="46383"/>
                  <a:pt x="66261" y="46383"/>
                </a:cubicBezTo>
                <a:cubicBezTo>
                  <a:pt x="54375" y="46383"/>
                  <a:pt x="44726" y="36733"/>
                  <a:pt x="44726" y="24848"/>
                </a:cubicBezTo>
                <a:cubicBezTo>
                  <a:pt x="44726" y="12962"/>
                  <a:pt x="54375" y="3313"/>
                  <a:pt x="66261" y="3313"/>
                </a:cubicBezTo>
                <a:close/>
                <a:moveTo>
                  <a:pt x="19878" y="18222"/>
                </a:moveTo>
                <a:cubicBezTo>
                  <a:pt x="28107" y="18222"/>
                  <a:pt x="34787" y="24902"/>
                  <a:pt x="34787" y="33130"/>
                </a:cubicBezTo>
                <a:cubicBezTo>
                  <a:pt x="34787" y="41359"/>
                  <a:pt x="28107" y="48039"/>
                  <a:pt x="19878" y="48039"/>
                </a:cubicBezTo>
                <a:cubicBezTo>
                  <a:pt x="11650" y="48039"/>
                  <a:pt x="4970" y="41359"/>
                  <a:pt x="4970" y="33130"/>
                </a:cubicBezTo>
                <a:cubicBezTo>
                  <a:pt x="4970" y="24902"/>
                  <a:pt x="11650" y="18222"/>
                  <a:pt x="19878" y="18222"/>
                </a:cubicBezTo>
                <a:close/>
                <a:moveTo>
                  <a:pt x="0" y="86139"/>
                </a:moveTo>
                <a:cubicBezTo>
                  <a:pt x="0" y="71500"/>
                  <a:pt x="11865" y="59635"/>
                  <a:pt x="26504" y="59635"/>
                </a:cubicBezTo>
                <a:cubicBezTo>
                  <a:pt x="29155" y="59635"/>
                  <a:pt x="31722" y="60028"/>
                  <a:pt x="34145" y="60753"/>
                </a:cubicBezTo>
                <a:cubicBezTo>
                  <a:pt x="27333" y="68373"/>
                  <a:pt x="23191" y="78436"/>
                  <a:pt x="23191" y="89452"/>
                </a:cubicBezTo>
                <a:lnTo>
                  <a:pt x="23191" y="92765"/>
                </a:lnTo>
                <a:cubicBezTo>
                  <a:pt x="23191" y="95126"/>
                  <a:pt x="23688" y="97362"/>
                  <a:pt x="24579" y="99391"/>
                </a:cubicBezTo>
                <a:lnTo>
                  <a:pt x="6626" y="99391"/>
                </a:lnTo>
                <a:cubicBezTo>
                  <a:pt x="2961" y="99391"/>
                  <a:pt x="0" y="96430"/>
                  <a:pt x="0" y="92765"/>
                </a:cubicBezTo>
                <a:lnTo>
                  <a:pt x="0" y="86139"/>
                </a:lnTo>
                <a:close/>
                <a:moveTo>
                  <a:pt x="107943" y="99391"/>
                </a:moveTo>
                <a:cubicBezTo>
                  <a:pt x="108833" y="97362"/>
                  <a:pt x="109330" y="95126"/>
                  <a:pt x="109330" y="92765"/>
                </a:cubicBezTo>
                <a:lnTo>
                  <a:pt x="109330" y="89452"/>
                </a:lnTo>
                <a:cubicBezTo>
                  <a:pt x="109330" y="78436"/>
                  <a:pt x="105189" y="68373"/>
                  <a:pt x="98377" y="60753"/>
                </a:cubicBezTo>
                <a:cubicBezTo>
                  <a:pt x="100799" y="60028"/>
                  <a:pt x="103367" y="59635"/>
                  <a:pt x="106017" y="59635"/>
                </a:cubicBezTo>
                <a:cubicBezTo>
                  <a:pt x="120657" y="59635"/>
                  <a:pt x="132522" y="71500"/>
                  <a:pt x="132522" y="86139"/>
                </a:cubicBezTo>
                <a:lnTo>
                  <a:pt x="132522" y="92765"/>
                </a:lnTo>
                <a:cubicBezTo>
                  <a:pt x="132522" y="96430"/>
                  <a:pt x="129561" y="99391"/>
                  <a:pt x="125896" y="99391"/>
                </a:cubicBezTo>
                <a:lnTo>
                  <a:pt x="107943" y="99391"/>
                </a:lnTo>
                <a:close/>
                <a:moveTo>
                  <a:pt x="97735" y="33130"/>
                </a:moveTo>
                <a:cubicBezTo>
                  <a:pt x="97735" y="24902"/>
                  <a:pt x="104415" y="18222"/>
                  <a:pt x="112643" y="18222"/>
                </a:cubicBezTo>
                <a:cubicBezTo>
                  <a:pt x="120872" y="18222"/>
                  <a:pt x="127552" y="24902"/>
                  <a:pt x="127552" y="33130"/>
                </a:cubicBezTo>
                <a:cubicBezTo>
                  <a:pt x="127552" y="41359"/>
                  <a:pt x="120872" y="48039"/>
                  <a:pt x="112643" y="48039"/>
                </a:cubicBezTo>
                <a:cubicBezTo>
                  <a:pt x="104415" y="48039"/>
                  <a:pt x="97735" y="41359"/>
                  <a:pt x="97735" y="33130"/>
                </a:cubicBezTo>
                <a:close/>
                <a:moveTo>
                  <a:pt x="33130" y="89452"/>
                </a:moveTo>
                <a:cubicBezTo>
                  <a:pt x="33130" y="71148"/>
                  <a:pt x="47956" y="56322"/>
                  <a:pt x="66261" y="56322"/>
                </a:cubicBezTo>
                <a:cubicBezTo>
                  <a:pt x="84565" y="56322"/>
                  <a:pt x="99391" y="71148"/>
                  <a:pt x="99391" y="89452"/>
                </a:cubicBezTo>
                <a:lnTo>
                  <a:pt x="99391" y="92765"/>
                </a:lnTo>
                <a:cubicBezTo>
                  <a:pt x="99391" y="96430"/>
                  <a:pt x="96430" y="99391"/>
                  <a:pt x="92765" y="99391"/>
                </a:cubicBezTo>
                <a:lnTo>
                  <a:pt x="39757" y="99391"/>
                </a:lnTo>
                <a:cubicBezTo>
                  <a:pt x="36091" y="99391"/>
                  <a:pt x="33130" y="96430"/>
                  <a:pt x="33130" y="92765"/>
                </a:cubicBezTo>
                <a:lnTo>
                  <a:pt x="33130" y="8945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4608455" y="5601252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 más rápido en la historia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5239" y="3684104"/>
            <a:ext cx="3710609" cy="2270539"/>
          </a:xfrm>
          <a:custGeom>
            <a:avLst/>
            <a:gdLst/>
            <a:ahLst/>
            <a:cxnLst/>
            <a:rect l="l" t="t" r="r" b="b"/>
            <a:pathLst>
              <a:path w="3710609" h="2270539">
                <a:moveTo>
                  <a:pt x="141364" y="0"/>
                </a:moveTo>
                <a:lnTo>
                  <a:pt x="3569245" y="0"/>
                </a:lnTo>
                <a:cubicBezTo>
                  <a:pt x="3647266" y="0"/>
                  <a:pt x="3710609" y="63343"/>
                  <a:pt x="3710609" y="141364"/>
                </a:cubicBezTo>
                <a:lnTo>
                  <a:pt x="3710609" y="2129175"/>
                </a:lnTo>
                <a:cubicBezTo>
                  <a:pt x="3710609" y="2207196"/>
                  <a:pt x="3647266" y="2270539"/>
                  <a:pt x="3569245" y="2270539"/>
                </a:cubicBezTo>
                <a:lnTo>
                  <a:pt x="141364" y="2270539"/>
                </a:lnTo>
                <a:cubicBezTo>
                  <a:pt x="63343" y="2270539"/>
                  <a:pt x="0" y="2207196"/>
                  <a:pt x="0" y="2129175"/>
                </a:cubicBezTo>
                <a:lnTo>
                  <a:pt x="0" y="141364"/>
                </a:lnTo>
                <a:cubicBezTo>
                  <a:pt x="0" y="63343"/>
                  <a:pt x="63343" y="0"/>
                  <a:pt x="141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504" dist="8835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337274" y="3896139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49917" y="401982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33130" y="22087"/>
                </a:moveTo>
                <a:cubicBezTo>
                  <a:pt x="20948" y="22087"/>
                  <a:pt x="11043" y="31992"/>
                  <a:pt x="11043" y="44174"/>
                </a:cubicBezTo>
                <a:lnTo>
                  <a:pt x="11043" y="132522"/>
                </a:lnTo>
                <a:cubicBezTo>
                  <a:pt x="11043" y="144704"/>
                  <a:pt x="20948" y="154609"/>
                  <a:pt x="33130" y="154609"/>
                </a:cubicBezTo>
                <a:lnTo>
                  <a:pt x="121478" y="154609"/>
                </a:lnTo>
                <a:cubicBezTo>
                  <a:pt x="133661" y="154609"/>
                  <a:pt x="143565" y="144704"/>
                  <a:pt x="143565" y="132522"/>
                </a:cubicBezTo>
                <a:lnTo>
                  <a:pt x="143565" y="44174"/>
                </a:lnTo>
                <a:cubicBezTo>
                  <a:pt x="143565" y="31992"/>
                  <a:pt x="133661" y="22087"/>
                  <a:pt x="121478" y="22087"/>
                </a:cubicBezTo>
                <a:lnTo>
                  <a:pt x="33130" y="22087"/>
                </a:lnTo>
                <a:close/>
                <a:moveTo>
                  <a:pt x="160130" y="115957"/>
                </a:moveTo>
                <a:lnTo>
                  <a:pt x="185496" y="136249"/>
                </a:lnTo>
                <a:cubicBezTo>
                  <a:pt x="186945" y="137422"/>
                  <a:pt x="188740" y="138043"/>
                  <a:pt x="190604" y="138043"/>
                </a:cubicBezTo>
                <a:cubicBezTo>
                  <a:pt x="195124" y="138043"/>
                  <a:pt x="198783" y="134385"/>
                  <a:pt x="198783" y="129864"/>
                </a:cubicBezTo>
                <a:lnTo>
                  <a:pt x="198783" y="46831"/>
                </a:lnTo>
                <a:cubicBezTo>
                  <a:pt x="198783" y="42310"/>
                  <a:pt x="195124" y="38652"/>
                  <a:pt x="190604" y="38652"/>
                </a:cubicBezTo>
                <a:cubicBezTo>
                  <a:pt x="188740" y="38652"/>
                  <a:pt x="186945" y="39273"/>
                  <a:pt x="185496" y="40447"/>
                </a:cubicBezTo>
                <a:lnTo>
                  <a:pt x="160130" y="60739"/>
                </a:lnTo>
                <a:lnTo>
                  <a:pt x="160130" y="11595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8867361" y="3896139"/>
            <a:ext cx="77746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67361" y="4178852"/>
            <a:ext cx="72445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Multimodal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37274" y="4461565"/>
            <a:ext cx="33660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Era de Modelos Multimodales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37274" y="4814957"/>
            <a:ext cx="334838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GPT-4V, Gemini, Claude 3 integran texto, imagen, audio y video. La IA alcanza capacidades similares a la percepción humana.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37274" y="5490817"/>
            <a:ext cx="3286539" cy="8835"/>
          </a:xfrm>
          <a:custGeom>
            <a:avLst/>
            <a:gdLst/>
            <a:ahLst/>
            <a:cxnLst/>
            <a:rect l="l" t="t" r="r" b="b"/>
            <a:pathLst>
              <a:path w="3286539" h="8835">
                <a:moveTo>
                  <a:pt x="0" y="0"/>
                </a:moveTo>
                <a:lnTo>
                  <a:pt x="3286539" y="0"/>
                </a:lnTo>
                <a:lnTo>
                  <a:pt x="3286539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2" name="Shape 60"/>
          <p:cNvSpPr/>
          <p:nvPr/>
        </p:nvSpPr>
        <p:spPr>
          <a:xfrm>
            <a:off x="8350526" y="5627757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82515" y="2526"/>
                </a:moveTo>
                <a:lnTo>
                  <a:pt x="64252" y="20789"/>
                </a:lnTo>
                <a:lnTo>
                  <a:pt x="85228" y="41765"/>
                </a:lnTo>
                <a:lnTo>
                  <a:pt x="103491" y="23502"/>
                </a:lnTo>
                <a:cubicBezTo>
                  <a:pt x="105106" y="21866"/>
                  <a:pt x="106017" y="19671"/>
                  <a:pt x="106017" y="17393"/>
                </a:cubicBezTo>
                <a:cubicBezTo>
                  <a:pt x="106017" y="15116"/>
                  <a:pt x="105106" y="12921"/>
                  <a:pt x="103491" y="11285"/>
                </a:cubicBezTo>
                <a:lnTo>
                  <a:pt x="94732" y="2526"/>
                </a:lnTo>
                <a:cubicBezTo>
                  <a:pt x="93097" y="911"/>
                  <a:pt x="90902" y="0"/>
                  <a:pt x="88624" y="0"/>
                </a:cubicBezTo>
                <a:cubicBezTo>
                  <a:pt x="86346" y="0"/>
                  <a:pt x="84151" y="911"/>
                  <a:pt x="82515" y="2526"/>
                </a:cubicBezTo>
                <a:close/>
                <a:moveTo>
                  <a:pt x="57233" y="27809"/>
                </a:moveTo>
                <a:lnTo>
                  <a:pt x="2526" y="82515"/>
                </a:lnTo>
                <a:cubicBezTo>
                  <a:pt x="911" y="84151"/>
                  <a:pt x="0" y="86346"/>
                  <a:pt x="0" y="88624"/>
                </a:cubicBezTo>
                <a:cubicBezTo>
                  <a:pt x="0" y="90902"/>
                  <a:pt x="911" y="93097"/>
                  <a:pt x="2526" y="94732"/>
                </a:cubicBezTo>
                <a:lnTo>
                  <a:pt x="11285" y="103491"/>
                </a:lnTo>
                <a:cubicBezTo>
                  <a:pt x="12921" y="105106"/>
                  <a:pt x="15116" y="106017"/>
                  <a:pt x="17393" y="106017"/>
                </a:cubicBezTo>
                <a:cubicBezTo>
                  <a:pt x="19671" y="106017"/>
                  <a:pt x="21866" y="105106"/>
                  <a:pt x="23502" y="103491"/>
                </a:cubicBezTo>
                <a:lnTo>
                  <a:pt x="78209" y="48785"/>
                </a:lnTo>
                <a:lnTo>
                  <a:pt x="57233" y="2780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3" name="Text 61"/>
          <p:cNvSpPr/>
          <p:nvPr/>
        </p:nvSpPr>
        <p:spPr>
          <a:xfrm>
            <a:off x="8494379" y="5601252"/>
            <a:ext cx="318244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y comprensión multimodal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57809" y="6135757"/>
            <a:ext cx="11476383" cy="538922"/>
          </a:xfrm>
          <a:custGeom>
            <a:avLst/>
            <a:gdLst/>
            <a:ahLst/>
            <a:cxnLst/>
            <a:rect l="l" t="t" r="r" b="b"/>
            <a:pathLst>
              <a:path w="11476383" h="538922">
                <a:moveTo>
                  <a:pt x="141359" y="0"/>
                </a:moveTo>
                <a:lnTo>
                  <a:pt x="11335023" y="0"/>
                </a:lnTo>
                <a:cubicBezTo>
                  <a:pt x="11413094" y="0"/>
                  <a:pt x="11476383" y="63289"/>
                  <a:pt x="11476383" y="141359"/>
                </a:cubicBezTo>
                <a:lnTo>
                  <a:pt x="11476383" y="397563"/>
                </a:lnTo>
                <a:cubicBezTo>
                  <a:pt x="11476383" y="475633"/>
                  <a:pt x="11413094" y="538922"/>
                  <a:pt x="11335023" y="538922"/>
                </a:cubicBezTo>
                <a:lnTo>
                  <a:pt x="141359" y="538922"/>
                </a:lnTo>
                <a:cubicBezTo>
                  <a:pt x="63341" y="538922"/>
                  <a:pt x="0" y="475581"/>
                  <a:pt x="0" y="397563"/>
                </a:cubicBezTo>
                <a:lnTo>
                  <a:pt x="0" y="141359"/>
                </a:lnTo>
                <a:cubicBezTo>
                  <a:pt x="0" y="63341"/>
                  <a:pt x="63341" y="0"/>
                  <a:pt x="14135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6591" y="6352209"/>
            <a:ext cx="123687" cy="123687"/>
          </a:xfrm>
          <a:custGeom>
            <a:avLst/>
            <a:gdLst/>
            <a:ahLst/>
            <a:cxnLst/>
            <a:rect l="l" t="t" r="r" b="b"/>
            <a:pathLst>
              <a:path w="123687" h="123687">
                <a:moveTo>
                  <a:pt x="30922" y="77304"/>
                </a:moveTo>
                <a:lnTo>
                  <a:pt x="5919" y="77304"/>
                </a:lnTo>
                <a:cubicBezTo>
                  <a:pt x="-97" y="77304"/>
                  <a:pt x="-3793" y="70758"/>
                  <a:pt x="-701" y="65588"/>
                </a:cubicBezTo>
                <a:lnTo>
                  <a:pt x="12079" y="44281"/>
                </a:lnTo>
                <a:cubicBezTo>
                  <a:pt x="14181" y="40778"/>
                  <a:pt x="17949" y="38652"/>
                  <a:pt x="22032" y="38652"/>
                </a:cubicBezTo>
                <a:lnTo>
                  <a:pt x="44981" y="38652"/>
                </a:lnTo>
                <a:cubicBezTo>
                  <a:pt x="63365" y="7513"/>
                  <a:pt x="90784" y="5943"/>
                  <a:pt x="109120" y="8624"/>
                </a:cubicBezTo>
                <a:cubicBezTo>
                  <a:pt x="112212" y="9083"/>
                  <a:pt x="114628" y="11499"/>
                  <a:pt x="115063" y="14567"/>
                </a:cubicBezTo>
                <a:cubicBezTo>
                  <a:pt x="117744" y="32903"/>
                  <a:pt x="116174" y="60322"/>
                  <a:pt x="85035" y="78705"/>
                </a:cubicBezTo>
                <a:lnTo>
                  <a:pt x="85035" y="101655"/>
                </a:lnTo>
                <a:cubicBezTo>
                  <a:pt x="85035" y="105738"/>
                  <a:pt x="82909" y="109506"/>
                  <a:pt x="79406" y="111608"/>
                </a:cubicBezTo>
                <a:lnTo>
                  <a:pt x="58099" y="124388"/>
                </a:lnTo>
                <a:cubicBezTo>
                  <a:pt x="52953" y="127480"/>
                  <a:pt x="46383" y="123759"/>
                  <a:pt x="46383" y="117768"/>
                </a:cubicBezTo>
                <a:lnTo>
                  <a:pt x="46383" y="92765"/>
                </a:lnTo>
                <a:cubicBezTo>
                  <a:pt x="46383" y="84238"/>
                  <a:pt x="39449" y="77304"/>
                  <a:pt x="30922" y="77304"/>
                </a:cubicBezTo>
                <a:lnTo>
                  <a:pt x="30898" y="77304"/>
                </a:lnTo>
                <a:close/>
                <a:moveTo>
                  <a:pt x="96630" y="38652"/>
                </a:moveTo>
                <a:cubicBezTo>
                  <a:pt x="96630" y="32252"/>
                  <a:pt x="91435" y="27057"/>
                  <a:pt x="85035" y="27057"/>
                </a:cubicBezTo>
                <a:cubicBezTo>
                  <a:pt x="78635" y="27057"/>
                  <a:pt x="73439" y="32252"/>
                  <a:pt x="73439" y="38652"/>
                </a:cubicBezTo>
                <a:cubicBezTo>
                  <a:pt x="73439" y="45052"/>
                  <a:pt x="78635" y="50248"/>
                  <a:pt x="85035" y="50248"/>
                </a:cubicBezTo>
                <a:cubicBezTo>
                  <a:pt x="91435" y="50248"/>
                  <a:pt x="96630" y="45052"/>
                  <a:pt x="96630" y="3865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6" name="Text 64"/>
          <p:cNvSpPr/>
          <p:nvPr/>
        </p:nvSpPr>
        <p:spPr>
          <a:xfrm>
            <a:off x="747115" y="6316870"/>
            <a:ext cx="10967806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acumulado:</a:t>
            </a:r>
            <a:pPr>
              <a:lnSpc>
                <a:spcPct val="120000"/>
              </a:lnSpc>
            </a:pPr>
            <a:r>
              <a:rPr lang="en-US" sz="974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Cada hito ha ampliado los límites de lo que la IA puede lograr, transformando industrias y redefiniendo la relación humano-máquina.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Estado de la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2124075" cy="1028700"/>
          </a:xfrm>
          <a:custGeom>
            <a:avLst/>
            <a:gdLst/>
            <a:ahLst/>
            <a:cxnLst/>
            <a:rect l="l" t="t" r="r" b="b"/>
            <a:pathLst>
              <a:path w="2124075" h="1028700">
                <a:moveTo>
                  <a:pt x="152402" y="0"/>
                </a:moveTo>
                <a:lnTo>
                  <a:pt x="1971673" y="0"/>
                </a:lnTo>
                <a:cubicBezTo>
                  <a:pt x="2055842" y="0"/>
                  <a:pt x="2124075" y="68233"/>
                  <a:pt x="2124075" y="152402"/>
                </a:cubicBezTo>
                <a:lnTo>
                  <a:pt x="2124075" y="876298"/>
                </a:lnTo>
                <a:cubicBezTo>
                  <a:pt x="2124075" y="960467"/>
                  <a:pt x="2055842" y="1028700"/>
                  <a:pt x="1971673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5775" y="1524000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$200B+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8163" y="198120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Global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6731" y="1333500"/>
            <a:ext cx="2124075" cy="1028700"/>
          </a:xfrm>
          <a:custGeom>
            <a:avLst/>
            <a:gdLst/>
            <a:ahLst/>
            <a:cxnLst/>
            <a:rect l="l" t="t" r="r" b="b"/>
            <a:pathLst>
              <a:path w="2124075" h="1028700">
                <a:moveTo>
                  <a:pt x="152402" y="0"/>
                </a:moveTo>
                <a:lnTo>
                  <a:pt x="1971673" y="0"/>
                </a:lnTo>
                <a:cubicBezTo>
                  <a:pt x="2055842" y="0"/>
                  <a:pt x="2124075" y="68233"/>
                  <a:pt x="2124075" y="152402"/>
                </a:cubicBezTo>
                <a:lnTo>
                  <a:pt x="2124075" y="876298"/>
                </a:lnTo>
                <a:cubicBezTo>
                  <a:pt x="2124075" y="960467"/>
                  <a:pt x="2055842" y="1028700"/>
                  <a:pt x="1971673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1506" y="1524000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13893" y="198120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Adopción Empresarial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2611" y="1333500"/>
            <a:ext cx="2124075" cy="1028700"/>
          </a:xfrm>
          <a:custGeom>
            <a:avLst/>
            <a:gdLst/>
            <a:ahLst/>
            <a:cxnLst/>
            <a:rect l="l" t="t" r="r" b="b"/>
            <a:pathLst>
              <a:path w="2124075" h="1028700">
                <a:moveTo>
                  <a:pt x="152402" y="0"/>
                </a:moveTo>
                <a:lnTo>
                  <a:pt x="1971673" y="0"/>
                </a:lnTo>
                <a:cubicBezTo>
                  <a:pt x="2055842" y="0"/>
                  <a:pt x="2124075" y="68233"/>
                  <a:pt x="2124075" y="152402"/>
                </a:cubicBezTo>
                <a:lnTo>
                  <a:pt x="2124075" y="876298"/>
                </a:lnTo>
                <a:cubicBezTo>
                  <a:pt x="2124075" y="960467"/>
                  <a:pt x="2055842" y="1028700"/>
                  <a:pt x="1971673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37386" y="1524000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500M+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9773" y="198120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Usuarios IA Generativa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552700"/>
            <a:ext cx="6677025" cy="4095750"/>
          </a:xfrm>
          <a:custGeom>
            <a:avLst/>
            <a:gdLst/>
            <a:ahLst/>
            <a:cxnLst/>
            <a:rect l="l" t="t" r="r" b="b"/>
            <a:pathLst>
              <a:path w="6677025" h="4095750">
                <a:moveTo>
                  <a:pt x="228584" y="0"/>
                </a:moveTo>
                <a:lnTo>
                  <a:pt x="6448441" y="0"/>
                </a:lnTo>
                <a:cubicBezTo>
                  <a:pt x="6574685" y="0"/>
                  <a:pt x="6677025" y="102340"/>
                  <a:pt x="6677025" y="228584"/>
                </a:cubicBezTo>
                <a:lnTo>
                  <a:pt x="6677025" y="3867166"/>
                </a:lnTo>
                <a:cubicBezTo>
                  <a:pt x="6677025" y="3993410"/>
                  <a:pt x="6574685" y="4095750"/>
                  <a:pt x="6448441" y="4095750"/>
                </a:cubicBezTo>
                <a:lnTo>
                  <a:pt x="228584" y="4095750"/>
                </a:lnTo>
                <a:cubicBezTo>
                  <a:pt x="102340" y="4095750"/>
                  <a:pt x="0" y="3993410"/>
                  <a:pt x="0" y="3867166"/>
                </a:cubicBezTo>
                <a:lnTo>
                  <a:pt x="0" y="228584"/>
                </a:lnTo>
                <a:cubicBezTo>
                  <a:pt x="0" y="102425"/>
                  <a:pt x="102425" y="0"/>
                  <a:pt x="2285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600" y="2781300"/>
            <a:ext cx="631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Principales Jugadores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20040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95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A37F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7250" y="36099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10A37F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" y="349567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7300" y="3724275"/>
            <a:ext cx="127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GPT, ChatGPT, DALL-E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671" y="320040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3947071" y="3495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85F4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61371" y="3609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4442371" y="349567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DeepMind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2371" y="3724275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Gemini, AlphaFold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432435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61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4EF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6300" y="4733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00A4EF"/>
          </a:solidFill>
          <a:ln/>
        </p:spPr>
      </p:sp>
      <p:sp>
        <p:nvSpPr>
          <p:cNvPr id="28" name="Text 26"/>
          <p:cNvSpPr/>
          <p:nvPr/>
        </p:nvSpPr>
        <p:spPr>
          <a:xfrm>
            <a:off x="1257300" y="4619625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7300" y="484822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Copilot, Azure AI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94671" y="432435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3947071" y="461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68E1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61371" y="4733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3813" y="47625"/>
                </a:moveTo>
                <a:cubicBezTo>
                  <a:pt x="29081" y="47625"/>
                  <a:pt x="33338" y="51881"/>
                  <a:pt x="33338" y="57150"/>
                </a:cubicBezTo>
                <a:lnTo>
                  <a:pt x="33338" y="133350"/>
                </a:lnTo>
                <a:cubicBezTo>
                  <a:pt x="33338" y="138619"/>
                  <a:pt x="29081" y="142875"/>
                  <a:pt x="23813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57150"/>
                </a:lnTo>
                <a:cubicBezTo>
                  <a:pt x="0" y="51881"/>
                  <a:pt x="4256" y="47625"/>
                  <a:pt x="9525" y="47625"/>
                </a:cubicBezTo>
                <a:lnTo>
                  <a:pt x="23813" y="47625"/>
                </a:lnTo>
                <a:close/>
                <a:moveTo>
                  <a:pt x="80546" y="4763"/>
                </a:moveTo>
                <a:cubicBezTo>
                  <a:pt x="88672" y="4763"/>
                  <a:pt x="95250" y="11341"/>
                  <a:pt x="95250" y="19467"/>
                </a:cubicBezTo>
                <a:lnTo>
                  <a:pt x="95250" y="20717"/>
                </a:lnTo>
                <a:cubicBezTo>
                  <a:pt x="95250" y="22741"/>
                  <a:pt x="94863" y="24765"/>
                  <a:pt x="94119" y="26640"/>
                </a:cubicBezTo>
                <a:lnTo>
                  <a:pt x="85725" y="47625"/>
                </a:lnTo>
                <a:lnTo>
                  <a:pt x="133350" y="47625"/>
                </a:lnTo>
                <a:cubicBezTo>
                  <a:pt x="141238" y="47625"/>
                  <a:pt x="147638" y="54025"/>
                  <a:pt x="147638" y="61912"/>
                </a:cubicBezTo>
                <a:cubicBezTo>
                  <a:pt x="147638" y="67776"/>
                  <a:pt x="144095" y="72807"/>
                  <a:pt x="139035" y="75009"/>
                </a:cubicBezTo>
                <a:cubicBezTo>
                  <a:pt x="144095" y="77212"/>
                  <a:pt x="147638" y="82242"/>
                  <a:pt x="147638" y="88106"/>
                </a:cubicBezTo>
                <a:cubicBezTo>
                  <a:pt x="147638" y="95071"/>
                  <a:pt x="142637" y="100876"/>
                  <a:pt x="136029" y="102126"/>
                </a:cubicBezTo>
                <a:cubicBezTo>
                  <a:pt x="137339" y="104299"/>
                  <a:pt x="138113" y="106829"/>
                  <a:pt x="138113" y="109537"/>
                </a:cubicBezTo>
                <a:cubicBezTo>
                  <a:pt x="138113" y="116145"/>
                  <a:pt x="133648" y="121682"/>
                  <a:pt x="127575" y="123319"/>
                </a:cubicBezTo>
                <a:cubicBezTo>
                  <a:pt x="128230" y="124956"/>
                  <a:pt x="128588" y="126742"/>
                  <a:pt x="128588" y="128588"/>
                </a:cubicBezTo>
                <a:cubicBezTo>
                  <a:pt x="128588" y="136475"/>
                  <a:pt x="122188" y="142875"/>
                  <a:pt x="114300" y="142875"/>
                </a:cubicBezTo>
                <a:lnTo>
                  <a:pt x="88136" y="142875"/>
                </a:lnTo>
                <a:cubicBezTo>
                  <a:pt x="77331" y="142875"/>
                  <a:pt x="66824" y="139184"/>
                  <a:pt x="58400" y="132427"/>
                </a:cubicBezTo>
                <a:lnTo>
                  <a:pt x="54769" y="129540"/>
                </a:lnTo>
                <a:cubicBezTo>
                  <a:pt x="50244" y="125938"/>
                  <a:pt x="47625" y="120461"/>
                  <a:pt x="47625" y="114657"/>
                </a:cubicBezTo>
                <a:lnTo>
                  <a:pt x="47625" y="59115"/>
                </a:lnTo>
                <a:cubicBezTo>
                  <a:pt x="47625" y="54679"/>
                  <a:pt x="48667" y="50304"/>
                  <a:pt x="50631" y="46345"/>
                </a:cubicBezTo>
                <a:lnTo>
                  <a:pt x="67360" y="12889"/>
                </a:lnTo>
                <a:cubicBezTo>
                  <a:pt x="69860" y="7918"/>
                  <a:pt x="74950" y="4763"/>
                  <a:pt x="80546" y="4763"/>
                </a:cubicBezTo>
                <a:close/>
              </a:path>
            </a:pathLst>
          </a:custGeom>
          <a:solidFill>
            <a:srgbClr val="0668E1"/>
          </a:solidFill>
          <a:ln/>
        </p:spPr>
      </p:sp>
      <p:sp>
        <p:nvSpPr>
          <p:cNvPr id="33" name="Text 31"/>
          <p:cNvSpPr/>
          <p:nvPr/>
        </p:nvSpPr>
        <p:spPr>
          <a:xfrm>
            <a:off x="4442371" y="46196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42371" y="4848225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Llama, PyTorch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9600" y="544830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6" name="Shape 34"/>
          <p:cNvSpPr/>
          <p:nvPr/>
        </p:nvSpPr>
        <p:spPr>
          <a:xfrm>
            <a:off x="762000" y="5743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66775" y="58578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8" name="Text 36"/>
          <p:cNvSpPr/>
          <p:nvPr/>
        </p:nvSpPr>
        <p:spPr>
          <a:xfrm>
            <a:off x="1257300" y="5743575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57300" y="597217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 AI, Alexa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94671" y="5448300"/>
            <a:ext cx="3028950" cy="971550"/>
          </a:xfrm>
          <a:custGeom>
            <a:avLst/>
            <a:gdLst/>
            <a:ahLst/>
            <a:cxnLst/>
            <a:rect l="l" t="t" r="r" b="b"/>
            <a:pathLst>
              <a:path w="3028950" h="971550">
                <a:moveTo>
                  <a:pt x="114303" y="0"/>
                </a:moveTo>
                <a:lnTo>
                  <a:pt x="2914647" y="0"/>
                </a:lnTo>
                <a:cubicBezTo>
                  <a:pt x="2977733" y="0"/>
                  <a:pt x="3028950" y="51217"/>
                  <a:pt x="3028950" y="114303"/>
                </a:cubicBezTo>
                <a:lnTo>
                  <a:pt x="3028950" y="857247"/>
                </a:lnTo>
                <a:cubicBezTo>
                  <a:pt x="3028950" y="920333"/>
                  <a:pt x="2977733" y="971550"/>
                  <a:pt x="291464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3947071" y="5743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1371" y="5857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3" name="Text 41"/>
          <p:cNvSpPr/>
          <p:nvPr/>
        </p:nvSpPr>
        <p:spPr>
          <a:xfrm>
            <a:off x="4442371" y="57435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42371" y="5972175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Claude, Constitucional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60890" y="1333500"/>
            <a:ext cx="4448175" cy="3390900"/>
          </a:xfrm>
          <a:custGeom>
            <a:avLst/>
            <a:gdLst/>
            <a:ahLst/>
            <a:cxnLst/>
            <a:rect l="l" t="t" r="r" b="b"/>
            <a:pathLst>
              <a:path w="4448175" h="3390900">
                <a:moveTo>
                  <a:pt x="228614" y="0"/>
                </a:moveTo>
                <a:lnTo>
                  <a:pt x="4219561" y="0"/>
                </a:lnTo>
                <a:cubicBezTo>
                  <a:pt x="4345821" y="0"/>
                  <a:pt x="4448175" y="102354"/>
                  <a:pt x="4448175" y="228614"/>
                </a:cubicBezTo>
                <a:lnTo>
                  <a:pt x="4448175" y="3162286"/>
                </a:lnTo>
                <a:cubicBezTo>
                  <a:pt x="4448175" y="3288546"/>
                  <a:pt x="4345821" y="3390900"/>
                  <a:pt x="4219561" y="3390900"/>
                </a:cubicBezTo>
                <a:lnTo>
                  <a:pt x="228614" y="3390900"/>
                </a:lnTo>
                <a:cubicBezTo>
                  <a:pt x="102354" y="3390900"/>
                  <a:pt x="0" y="3288546"/>
                  <a:pt x="0" y="3162286"/>
                </a:cubicBezTo>
                <a:lnTo>
                  <a:pt x="0" y="228614"/>
                </a:lnTo>
                <a:cubicBezTo>
                  <a:pt x="0" y="102439"/>
                  <a:pt x="102439" y="0"/>
                  <a:pt x="2286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589490" y="1562100"/>
            <a:ext cx="408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Tendencias Emergentes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89490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69262" y="20669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8602" y="-7032"/>
                </a:moveTo>
                <a:lnTo>
                  <a:pt x="72457" y="2552"/>
                </a:lnTo>
                <a:lnTo>
                  <a:pt x="82042" y="6407"/>
                </a:lnTo>
                <a:cubicBezTo>
                  <a:pt x="82823" y="6720"/>
                  <a:pt x="83344" y="7501"/>
                  <a:pt x="83344" y="8334"/>
                </a:cubicBezTo>
                <a:cubicBezTo>
                  <a:pt x="83344" y="9168"/>
                  <a:pt x="82823" y="9949"/>
                  <a:pt x="82042" y="10262"/>
                </a:cubicBezTo>
                <a:lnTo>
                  <a:pt x="72457" y="14116"/>
                </a:lnTo>
                <a:lnTo>
                  <a:pt x="68602" y="23701"/>
                </a:lnTo>
                <a:cubicBezTo>
                  <a:pt x="68290" y="24482"/>
                  <a:pt x="67508" y="25003"/>
                  <a:pt x="66675" y="25003"/>
                </a:cubicBezTo>
                <a:cubicBezTo>
                  <a:pt x="65842" y="25003"/>
                  <a:pt x="65060" y="24482"/>
                  <a:pt x="64748" y="23701"/>
                </a:cubicBezTo>
                <a:lnTo>
                  <a:pt x="60893" y="14116"/>
                </a:lnTo>
                <a:lnTo>
                  <a:pt x="51308" y="10262"/>
                </a:lnTo>
                <a:cubicBezTo>
                  <a:pt x="50527" y="9949"/>
                  <a:pt x="50006" y="9168"/>
                  <a:pt x="50006" y="8334"/>
                </a:cubicBezTo>
                <a:cubicBezTo>
                  <a:pt x="50006" y="7501"/>
                  <a:pt x="50527" y="6720"/>
                  <a:pt x="51308" y="6407"/>
                </a:cubicBezTo>
                <a:lnTo>
                  <a:pt x="60893" y="2552"/>
                </a:lnTo>
                <a:lnTo>
                  <a:pt x="64748" y="-7032"/>
                </a:lnTo>
                <a:cubicBezTo>
                  <a:pt x="65060" y="-7813"/>
                  <a:pt x="65842" y="-8334"/>
                  <a:pt x="66675" y="-8334"/>
                </a:cubicBezTo>
                <a:cubicBezTo>
                  <a:pt x="67508" y="-8334"/>
                  <a:pt x="68290" y="-7813"/>
                  <a:pt x="68602" y="-7032"/>
                </a:cubicBezTo>
                <a:close/>
                <a:moveTo>
                  <a:pt x="28832" y="10861"/>
                </a:moveTo>
                <a:lnTo>
                  <a:pt x="34431" y="23909"/>
                </a:lnTo>
                <a:lnTo>
                  <a:pt x="47480" y="29509"/>
                </a:lnTo>
                <a:cubicBezTo>
                  <a:pt x="49017" y="30160"/>
                  <a:pt x="50006" y="31671"/>
                  <a:pt x="50006" y="33337"/>
                </a:cubicBezTo>
                <a:cubicBezTo>
                  <a:pt x="50006" y="35004"/>
                  <a:pt x="49017" y="36515"/>
                  <a:pt x="47480" y="37166"/>
                </a:cubicBezTo>
                <a:lnTo>
                  <a:pt x="34431" y="42766"/>
                </a:lnTo>
                <a:lnTo>
                  <a:pt x="28832" y="55814"/>
                </a:lnTo>
                <a:cubicBezTo>
                  <a:pt x="28181" y="57351"/>
                  <a:pt x="26670" y="58341"/>
                  <a:pt x="25003" y="58341"/>
                </a:cubicBezTo>
                <a:cubicBezTo>
                  <a:pt x="23336" y="58341"/>
                  <a:pt x="21826" y="57351"/>
                  <a:pt x="21175" y="55814"/>
                </a:cubicBezTo>
                <a:lnTo>
                  <a:pt x="15575" y="42766"/>
                </a:lnTo>
                <a:lnTo>
                  <a:pt x="2526" y="37166"/>
                </a:lnTo>
                <a:cubicBezTo>
                  <a:pt x="990" y="36515"/>
                  <a:pt x="0" y="35004"/>
                  <a:pt x="0" y="33337"/>
                </a:cubicBezTo>
                <a:cubicBezTo>
                  <a:pt x="0" y="31671"/>
                  <a:pt x="990" y="30160"/>
                  <a:pt x="2526" y="29509"/>
                </a:cubicBezTo>
                <a:lnTo>
                  <a:pt x="15575" y="23909"/>
                </a:lnTo>
                <a:lnTo>
                  <a:pt x="21175" y="10861"/>
                </a:lnTo>
                <a:cubicBezTo>
                  <a:pt x="21826" y="9324"/>
                  <a:pt x="23336" y="8334"/>
                  <a:pt x="25003" y="8334"/>
                </a:cubicBezTo>
                <a:cubicBezTo>
                  <a:pt x="26670" y="8334"/>
                  <a:pt x="28181" y="9324"/>
                  <a:pt x="28832" y="10861"/>
                </a:cubicBezTo>
                <a:close/>
                <a:moveTo>
                  <a:pt x="120848" y="79177"/>
                </a:moveTo>
                <a:cubicBezTo>
                  <a:pt x="122515" y="79177"/>
                  <a:pt x="124026" y="80166"/>
                  <a:pt x="124677" y="81703"/>
                </a:cubicBezTo>
                <a:lnTo>
                  <a:pt x="130277" y="94751"/>
                </a:lnTo>
                <a:lnTo>
                  <a:pt x="143325" y="100351"/>
                </a:lnTo>
                <a:cubicBezTo>
                  <a:pt x="144862" y="101002"/>
                  <a:pt x="145852" y="102513"/>
                  <a:pt x="145852" y="104180"/>
                </a:cubicBezTo>
                <a:cubicBezTo>
                  <a:pt x="145852" y="105847"/>
                  <a:pt x="144862" y="107357"/>
                  <a:pt x="143325" y="108008"/>
                </a:cubicBezTo>
                <a:lnTo>
                  <a:pt x="130277" y="113608"/>
                </a:lnTo>
                <a:lnTo>
                  <a:pt x="124677" y="126656"/>
                </a:lnTo>
                <a:cubicBezTo>
                  <a:pt x="124026" y="128193"/>
                  <a:pt x="122515" y="129183"/>
                  <a:pt x="120848" y="129183"/>
                </a:cubicBezTo>
                <a:cubicBezTo>
                  <a:pt x="119182" y="129183"/>
                  <a:pt x="117671" y="128193"/>
                  <a:pt x="117020" y="126656"/>
                </a:cubicBezTo>
                <a:lnTo>
                  <a:pt x="111420" y="113608"/>
                </a:lnTo>
                <a:lnTo>
                  <a:pt x="98372" y="108008"/>
                </a:lnTo>
                <a:cubicBezTo>
                  <a:pt x="96835" y="107357"/>
                  <a:pt x="95845" y="105847"/>
                  <a:pt x="95845" y="104180"/>
                </a:cubicBezTo>
                <a:cubicBezTo>
                  <a:pt x="95845" y="102513"/>
                  <a:pt x="96835" y="101002"/>
                  <a:pt x="98372" y="100351"/>
                </a:cubicBezTo>
                <a:lnTo>
                  <a:pt x="111420" y="94751"/>
                </a:lnTo>
                <a:lnTo>
                  <a:pt x="117020" y="81703"/>
                </a:lnTo>
                <a:cubicBezTo>
                  <a:pt x="117671" y="80166"/>
                  <a:pt x="119182" y="79177"/>
                  <a:pt x="120848" y="79177"/>
                </a:cubicBezTo>
                <a:close/>
                <a:moveTo>
                  <a:pt x="119807" y="0"/>
                </a:moveTo>
                <a:cubicBezTo>
                  <a:pt x="122672" y="0"/>
                  <a:pt x="125432" y="1146"/>
                  <a:pt x="127490" y="3177"/>
                </a:cubicBezTo>
                <a:lnTo>
                  <a:pt x="138507" y="14194"/>
                </a:lnTo>
                <a:cubicBezTo>
                  <a:pt x="140538" y="16252"/>
                  <a:pt x="141684" y="19013"/>
                  <a:pt x="141684" y="21878"/>
                </a:cubicBezTo>
                <a:cubicBezTo>
                  <a:pt x="141684" y="24743"/>
                  <a:pt x="140538" y="27503"/>
                  <a:pt x="138507" y="29561"/>
                </a:cubicBezTo>
                <a:lnTo>
                  <a:pt x="115535" y="52533"/>
                </a:lnTo>
                <a:lnTo>
                  <a:pt x="89152" y="26149"/>
                </a:lnTo>
                <a:lnTo>
                  <a:pt x="112123" y="3177"/>
                </a:lnTo>
                <a:cubicBezTo>
                  <a:pt x="114181" y="1146"/>
                  <a:pt x="116942" y="0"/>
                  <a:pt x="119807" y="0"/>
                </a:cubicBezTo>
                <a:close/>
                <a:moveTo>
                  <a:pt x="11512" y="103789"/>
                </a:moveTo>
                <a:lnTo>
                  <a:pt x="80323" y="34978"/>
                </a:lnTo>
                <a:lnTo>
                  <a:pt x="106706" y="61362"/>
                </a:lnTo>
                <a:lnTo>
                  <a:pt x="37895" y="130173"/>
                </a:lnTo>
                <a:cubicBezTo>
                  <a:pt x="35838" y="132204"/>
                  <a:pt x="33077" y="133350"/>
                  <a:pt x="30212" y="133350"/>
                </a:cubicBezTo>
                <a:cubicBezTo>
                  <a:pt x="27347" y="133350"/>
                  <a:pt x="24586" y="132204"/>
                  <a:pt x="22529" y="130173"/>
                </a:cubicBezTo>
                <a:lnTo>
                  <a:pt x="11512" y="119156"/>
                </a:lnTo>
                <a:cubicBezTo>
                  <a:pt x="9480" y="117098"/>
                  <a:pt x="8334" y="114337"/>
                  <a:pt x="8334" y="111472"/>
                </a:cubicBezTo>
                <a:cubicBezTo>
                  <a:pt x="8334" y="108607"/>
                  <a:pt x="9480" y="105847"/>
                  <a:pt x="11512" y="10378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8008590" y="1981200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08590" y="2209800"/>
            <a:ext cx="3552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contenido original: texto, imagen, audio, video, código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8949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77596" y="2600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8008590" y="25146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Multimodales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08590" y="2743200"/>
            <a:ext cx="3095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de múltiples tipos de datos en un solo modelo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8949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85931" y="3133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87511"/>
                </a:moveTo>
                <a:cubicBezTo>
                  <a:pt x="77770" y="87511"/>
                  <a:pt x="94387" y="75426"/>
                  <a:pt x="101054" y="58341"/>
                </a:cubicBezTo>
                <a:lnTo>
                  <a:pt x="102096" y="58341"/>
                </a:lnTo>
                <a:cubicBezTo>
                  <a:pt x="105560" y="58341"/>
                  <a:pt x="108347" y="55554"/>
                  <a:pt x="108347" y="52090"/>
                </a:cubicBezTo>
                <a:lnTo>
                  <a:pt x="108347" y="31254"/>
                </a:lnTo>
                <a:cubicBezTo>
                  <a:pt x="108347" y="27790"/>
                  <a:pt x="105560" y="25003"/>
                  <a:pt x="102096" y="25003"/>
                </a:cubicBezTo>
                <a:lnTo>
                  <a:pt x="101054" y="25003"/>
                </a:lnTo>
                <a:cubicBezTo>
                  <a:pt x="94387" y="7918"/>
                  <a:pt x="77770" y="-4167"/>
                  <a:pt x="58341" y="-4167"/>
                </a:cubicBezTo>
                <a:cubicBezTo>
                  <a:pt x="38911" y="-4167"/>
                  <a:pt x="22294" y="7918"/>
                  <a:pt x="15627" y="25003"/>
                </a:cubicBezTo>
                <a:lnTo>
                  <a:pt x="14585" y="25003"/>
                </a:lnTo>
                <a:cubicBezTo>
                  <a:pt x="11121" y="25003"/>
                  <a:pt x="8334" y="27790"/>
                  <a:pt x="8334" y="31254"/>
                </a:cubicBezTo>
                <a:lnTo>
                  <a:pt x="8334" y="52090"/>
                </a:lnTo>
                <a:cubicBezTo>
                  <a:pt x="8334" y="55554"/>
                  <a:pt x="11121" y="58341"/>
                  <a:pt x="14585" y="58341"/>
                </a:cubicBezTo>
                <a:lnTo>
                  <a:pt x="15627" y="58341"/>
                </a:lnTo>
                <a:cubicBezTo>
                  <a:pt x="22294" y="75426"/>
                  <a:pt x="38911" y="87511"/>
                  <a:pt x="58341" y="87511"/>
                </a:cubicBezTo>
                <a:close/>
                <a:moveTo>
                  <a:pt x="54173" y="20836"/>
                </a:moveTo>
                <a:lnTo>
                  <a:pt x="62508" y="20836"/>
                </a:lnTo>
                <a:cubicBezTo>
                  <a:pt x="76312" y="20836"/>
                  <a:pt x="87511" y="32035"/>
                  <a:pt x="87511" y="45839"/>
                </a:cubicBezTo>
                <a:cubicBezTo>
                  <a:pt x="87511" y="59643"/>
                  <a:pt x="76312" y="70842"/>
                  <a:pt x="62508" y="70842"/>
                </a:cubicBezTo>
                <a:lnTo>
                  <a:pt x="54173" y="70842"/>
                </a:lnTo>
                <a:cubicBezTo>
                  <a:pt x="40370" y="70842"/>
                  <a:pt x="29170" y="59643"/>
                  <a:pt x="29170" y="45839"/>
                </a:cubicBezTo>
                <a:cubicBezTo>
                  <a:pt x="29170" y="32035"/>
                  <a:pt x="40370" y="20836"/>
                  <a:pt x="54173" y="20836"/>
                </a:cubicBezTo>
                <a:close/>
                <a:moveTo>
                  <a:pt x="4167" y="126214"/>
                </a:moveTo>
                <a:cubicBezTo>
                  <a:pt x="4167" y="130146"/>
                  <a:pt x="7371" y="133350"/>
                  <a:pt x="11303" y="133350"/>
                </a:cubicBezTo>
                <a:lnTo>
                  <a:pt x="25003" y="133350"/>
                </a:lnTo>
                <a:lnTo>
                  <a:pt x="25003" y="120848"/>
                </a:lnTo>
                <a:cubicBezTo>
                  <a:pt x="25003" y="116238"/>
                  <a:pt x="28728" y="112514"/>
                  <a:pt x="33337" y="112514"/>
                </a:cubicBezTo>
                <a:lnTo>
                  <a:pt x="83344" y="112514"/>
                </a:lnTo>
                <a:cubicBezTo>
                  <a:pt x="87954" y="112514"/>
                  <a:pt x="91678" y="116238"/>
                  <a:pt x="91678" y="120848"/>
                </a:cubicBezTo>
                <a:lnTo>
                  <a:pt x="91678" y="133350"/>
                </a:lnTo>
                <a:lnTo>
                  <a:pt x="105378" y="133350"/>
                </a:lnTo>
                <a:cubicBezTo>
                  <a:pt x="109311" y="133350"/>
                  <a:pt x="112514" y="130146"/>
                  <a:pt x="112514" y="126214"/>
                </a:cubicBezTo>
                <a:cubicBezTo>
                  <a:pt x="112514" y="110639"/>
                  <a:pt x="104206" y="96991"/>
                  <a:pt x="91782" y="89490"/>
                </a:cubicBezTo>
                <a:cubicBezTo>
                  <a:pt x="82302" y="96132"/>
                  <a:pt x="70790" y="100013"/>
                  <a:pt x="58341" y="100013"/>
                </a:cubicBezTo>
                <a:cubicBezTo>
                  <a:pt x="45891" y="100013"/>
                  <a:pt x="34379" y="96132"/>
                  <a:pt x="24899" y="89490"/>
                </a:cubicBezTo>
                <a:cubicBezTo>
                  <a:pt x="12476" y="96991"/>
                  <a:pt x="4167" y="110639"/>
                  <a:pt x="4167" y="126214"/>
                </a:cubicBezTo>
                <a:close/>
                <a:moveTo>
                  <a:pt x="47740" y="36854"/>
                </a:moveTo>
                <a:cubicBezTo>
                  <a:pt x="47506" y="35994"/>
                  <a:pt x="46725" y="35421"/>
                  <a:pt x="45839" y="35421"/>
                </a:cubicBezTo>
                <a:cubicBezTo>
                  <a:pt x="44954" y="35421"/>
                  <a:pt x="44172" y="35994"/>
                  <a:pt x="43938" y="36854"/>
                </a:cubicBezTo>
                <a:lnTo>
                  <a:pt x="42375" y="42375"/>
                </a:lnTo>
                <a:lnTo>
                  <a:pt x="36854" y="43938"/>
                </a:lnTo>
                <a:cubicBezTo>
                  <a:pt x="35994" y="44172"/>
                  <a:pt x="35421" y="44954"/>
                  <a:pt x="35421" y="45839"/>
                </a:cubicBezTo>
                <a:cubicBezTo>
                  <a:pt x="35421" y="46725"/>
                  <a:pt x="35994" y="47506"/>
                  <a:pt x="36854" y="47740"/>
                </a:cubicBezTo>
                <a:lnTo>
                  <a:pt x="42375" y="49303"/>
                </a:lnTo>
                <a:lnTo>
                  <a:pt x="43938" y="54825"/>
                </a:lnTo>
                <a:cubicBezTo>
                  <a:pt x="44172" y="55684"/>
                  <a:pt x="44954" y="56257"/>
                  <a:pt x="45839" y="56257"/>
                </a:cubicBezTo>
                <a:cubicBezTo>
                  <a:pt x="46725" y="56257"/>
                  <a:pt x="47506" y="55684"/>
                  <a:pt x="47740" y="54825"/>
                </a:cubicBezTo>
                <a:lnTo>
                  <a:pt x="49303" y="49303"/>
                </a:lnTo>
                <a:lnTo>
                  <a:pt x="54825" y="47740"/>
                </a:lnTo>
                <a:cubicBezTo>
                  <a:pt x="55684" y="47506"/>
                  <a:pt x="56257" y="46725"/>
                  <a:pt x="56257" y="45839"/>
                </a:cubicBezTo>
                <a:cubicBezTo>
                  <a:pt x="56257" y="44954"/>
                  <a:pt x="55684" y="44172"/>
                  <a:pt x="54825" y="43938"/>
                </a:cubicBezTo>
                <a:lnTo>
                  <a:pt x="49303" y="42375"/>
                </a:lnTo>
                <a:lnTo>
                  <a:pt x="47740" y="36854"/>
                </a:lnTo>
                <a:close/>
                <a:moveTo>
                  <a:pt x="39588" y="127099"/>
                </a:moveTo>
                <a:lnTo>
                  <a:pt x="39588" y="133350"/>
                </a:lnTo>
                <a:lnTo>
                  <a:pt x="52090" y="133350"/>
                </a:lnTo>
                <a:lnTo>
                  <a:pt x="52090" y="127099"/>
                </a:lnTo>
                <a:cubicBezTo>
                  <a:pt x="52090" y="123635"/>
                  <a:pt x="49303" y="120848"/>
                  <a:pt x="45839" y="120848"/>
                </a:cubicBezTo>
                <a:cubicBezTo>
                  <a:pt x="42375" y="120848"/>
                  <a:pt x="39588" y="123635"/>
                  <a:pt x="39588" y="127099"/>
                </a:cubicBezTo>
                <a:close/>
                <a:moveTo>
                  <a:pt x="70842" y="120848"/>
                </a:moveTo>
                <a:cubicBezTo>
                  <a:pt x="67378" y="120848"/>
                  <a:pt x="64591" y="123635"/>
                  <a:pt x="64591" y="127099"/>
                </a:cubicBezTo>
                <a:lnTo>
                  <a:pt x="64591" y="133350"/>
                </a:lnTo>
                <a:lnTo>
                  <a:pt x="77093" y="133350"/>
                </a:lnTo>
                <a:lnTo>
                  <a:pt x="77093" y="127099"/>
                </a:lnTo>
                <a:cubicBezTo>
                  <a:pt x="77093" y="123635"/>
                  <a:pt x="74306" y="120848"/>
                  <a:pt x="70842" y="1208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8008590" y="304800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Agentes Autónomos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08590" y="3276600"/>
            <a:ext cx="3086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que ejecutan tareas complejas de forma independiente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89490" y="358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677596" y="3667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1" name="Text 59"/>
          <p:cNvSpPr/>
          <p:nvPr/>
        </p:nvSpPr>
        <p:spPr>
          <a:xfrm>
            <a:off x="8008590" y="358140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Responsable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008590" y="3810000"/>
            <a:ext cx="2228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Ética, transparencia, reducción de sesgos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89490" y="411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677596" y="4200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5" name="Text 63"/>
          <p:cNvSpPr/>
          <p:nvPr/>
        </p:nvSpPr>
        <p:spPr>
          <a:xfrm>
            <a:off x="8008590" y="411480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en Edge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008590" y="43434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local para menor latencia y privacidad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365653" y="4919663"/>
            <a:ext cx="4438650" cy="1724025"/>
          </a:xfrm>
          <a:custGeom>
            <a:avLst/>
            <a:gdLst/>
            <a:ahLst/>
            <a:cxnLst/>
            <a:rect l="l" t="t" r="r" b="b"/>
            <a:pathLst>
              <a:path w="4438650" h="1724025">
                <a:moveTo>
                  <a:pt x="152404" y="0"/>
                </a:moveTo>
                <a:lnTo>
                  <a:pt x="4286246" y="0"/>
                </a:lnTo>
                <a:cubicBezTo>
                  <a:pt x="4370416" y="0"/>
                  <a:pt x="4438650" y="68234"/>
                  <a:pt x="4438650" y="152404"/>
                </a:cubicBezTo>
                <a:lnTo>
                  <a:pt x="4438650" y="1571621"/>
                </a:lnTo>
                <a:cubicBezTo>
                  <a:pt x="4438650" y="1655791"/>
                  <a:pt x="4370416" y="1724025"/>
                  <a:pt x="428624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79965" y="5153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9" name="Text 67"/>
          <p:cNvSpPr/>
          <p:nvPr/>
        </p:nvSpPr>
        <p:spPr>
          <a:xfrm>
            <a:off x="7751415" y="5114925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Clave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560915" y="5514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1" name="Text 69"/>
          <p:cNvSpPr/>
          <p:nvPr/>
        </p:nvSpPr>
        <p:spPr>
          <a:xfrm>
            <a:off x="7713315" y="545782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Regulación y gobernanza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60915" y="5781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3" name="Text 71"/>
          <p:cNvSpPr/>
          <p:nvPr/>
        </p:nvSpPr>
        <p:spPr>
          <a:xfrm>
            <a:off x="7713315" y="5724525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Privacidad y seguridad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60915" y="60483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5" name="Text 73"/>
          <p:cNvSpPr/>
          <p:nvPr/>
        </p:nvSpPr>
        <p:spPr>
          <a:xfrm>
            <a:off x="7713315" y="5991225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laboral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560915" y="6315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7" name="Text 75"/>
          <p:cNvSpPr/>
          <p:nvPr/>
        </p:nvSpPr>
        <p:spPr>
          <a:xfrm>
            <a:off x="7713315" y="625792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Consumo energético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49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Recursos de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256907"/>
            <a:ext cx="5629149" cy="3591163"/>
          </a:xfrm>
          <a:custGeom>
            <a:avLst/>
            <a:gdLst/>
            <a:ahLst/>
            <a:cxnLst/>
            <a:rect l="l" t="t" r="r" b="b"/>
            <a:pathLst>
              <a:path w="5629149" h="3591163">
                <a:moveTo>
                  <a:pt x="215470" y="0"/>
                </a:moveTo>
                <a:lnTo>
                  <a:pt x="5413679" y="0"/>
                </a:lnTo>
                <a:cubicBezTo>
                  <a:pt x="5532680" y="0"/>
                  <a:pt x="5629149" y="96469"/>
                  <a:pt x="5629149" y="215470"/>
                </a:cubicBezTo>
                <a:lnTo>
                  <a:pt x="5629149" y="3375694"/>
                </a:lnTo>
                <a:cubicBezTo>
                  <a:pt x="5629149" y="3494694"/>
                  <a:pt x="5532680" y="3591163"/>
                  <a:pt x="5413679" y="3591163"/>
                </a:cubicBezTo>
                <a:lnTo>
                  <a:pt x="215470" y="3591163"/>
                </a:lnTo>
                <a:cubicBezTo>
                  <a:pt x="96469" y="3591163"/>
                  <a:pt x="0" y="3494694"/>
                  <a:pt x="0" y="3375694"/>
                </a:cubicBezTo>
                <a:lnTo>
                  <a:pt x="0" y="215470"/>
                </a:lnTo>
                <a:cubicBezTo>
                  <a:pt x="0" y="96549"/>
                  <a:pt x="96549" y="0"/>
                  <a:pt x="2154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34" dist="8978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4586" y="1472377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9054" y="1598068"/>
            <a:ext cx="202003" cy="179558"/>
          </a:xfrm>
          <a:custGeom>
            <a:avLst/>
            <a:gdLst/>
            <a:ahLst/>
            <a:cxnLst/>
            <a:rect l="l" t="t" r="r" b="b"/>
            <a:pathLst>
              <a:path w="202003" h="179558">
                <a:moveTo>
                  <a:pt x="126532" y="421"/>
                </a:moveTo>
                <a:cubicBezTo>
                  <a:pt x="120571" y="-1298"/>
                  <a:pt x="114363" y="2174"/>
                  <a:pt x="112645" y="8136"/>
                </a:cubicBezTo>
                <a:lnTo>
                  <a:pt x="67755" y="165250"/>
                </a:lnTo>
                <a:cubicBezTo>
                  <a:pt x="66037" y="171212"/>
                  <a:pt x="69509" y="177419"/>
                  <a:pt x="75471" y="179137"/>
                </a:cubicBezTo>
                <a:cubicBezTo>
                  <a:pt x="81432" y="180856"/>
                  <a:pt x="87640" y="177384"/>
                  <a:pt x="89358" y="171422"/>
                </a:cubicBezTo>
                <a:lnTo>
                  <a:pt x="134248" y="14309"/>
                </a:lnTo>
                <a:cubicBezTo>
                  <a:pt x="135966" y="8347"/>
                  <a:pt x="132494" y="2139"/>
                  <a:pt x="126532" y="421"/>
                </a:cubicBezTo>
                <a:close/>
                <a:moveTo>
                  <a:pt x="149188" y="48151"/>
                </a:moveTo>
                <a:cubicBezTo>
                  <a:pt x="144804" y="52535"/>
                  <a:pt x="144804" y="59654"/>
                  <a:pt x="149188" y="64038"/>
                </a:cubicBezTo>
                <a:lnTo>
                  <a:pt x="174929" y="89779"/>
                </a:lnTo>
                <a:lnTo>
                  <a:pt x="149188" y="115520"/>
                </a:lnTo>
                <a:cubicBezTo>
                  <a:pt x="144804" y="119904"/>
                  <a:pt x="144804" y="127023"/>
                  <a:pt x="149188" y="131407"/>
                </a:cubicBezTo>
                <a:cubicBezTo>
                  <a:pt x="153571" y="135791"/>
                  <a:pt x="160691" y="135791"/>
                  <a:pt x="165074" y="131407"/>
                </a:cubicBezTo>
                <a:lnTo>
                  <a:pt x="198741" y="97740"/>
                </a:lnTo>
                <a:cubicBezTo>
                  <a:pt x="203125" y="93356"/>
                  <a:pt x="203125" y="86237"/>
                  <a:pt x="198741" y="81853"/>
                </a:cubicBezTo>
                <a:lnTo>
                  <a:pt x="165074" y="48186"/>
                </a:lnTo>
                <a:cubicBezTo>
                  <a:pt x="160691" y="43802"/>
                  <a:pt x="153571" y="43802"/>
                  <a:pt x="149188" y="48186"/>
                </a:cubicBezTo>
                <a:close/>
                <a:moveTo>
                  <a:pt x="52850" y="48151"/>
                </a:moveTo>
                <a:cubicBezTo>
                  <a:pt x="48467" y="43767"/>
                  <a:pt x="41347" y="43767"/>
                  <a:pt x="36964" y="48151"/>
                </a:cubicBezTo>
                <a:lnTo>
                  <a:pt x="3297" y="81818"/>
                </a:lnTo>
                <a:cubicBezTo>
                  <a:pt x="-1087" y="86202"/>
                  <a:pt x="-1087" y="93321"/>
                  <a:pt x="3297" y="97705"/>
                </a:cubicBezTo>
                <a:lnTo>
                  <a:pt x="36964" y="131372"/>
                </a:lnTo>
                <a:cubicBezTo>
                  <a:pt x="41347" y="135756"/>
                  <a:pt x="48467" y="135756"/>
                  <a:pt x="52850" y="131372"/>
                </a:cubicBezTo>
                <a:cubicBezTo>
                  <a:pt x="57234" y="126988"/>
                  <a:pt x="57234" y="119869"/>
                  <a:pt x="52850" y="115485"/>
                </a:cubicBezTo>
                <a:lnTo>
                  <a:pt x="27109" y="89779"/>
                </a:lnTo>
                <a:lnTo>
                  <a:pt x="52815" y="64038"/>
                </a:lnTo>
                <a:cubicBezTo>
                  <a:pt x="57199" y="59654"/>
                  <a:pt x="57199" y="52535"/>
                  <a:pt x="52815" y="4815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113261" y="1562156"/>
            <a:ext cx="20020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Frameworks y Librerías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4586" y="2082875"/>
            <a:ext cx="5198209" cy="538675"/>
          </a:xfrm>
          <a:custGeom>
            <a:avLst/>
            <a:gdLst/>
            <a:ahLst/>
            <a:cxnLst/>
            <a:rect l="l" t="t" r="r" b="b"/>
            <a:pathLst>
              <a:path w="5198209" h="538675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30940"/>
                </a:lnTo>
                <a:cubicBezTo>
                  <a:pt x="5198209" y="490440"/>
                  <a:pt x="5149975" y="538675"/>
                  <a:pt x="5090474" y="538675"/>
                </a:cubicBezTo>
                <a:lnTo>
                  <a:pt x="107735" y="538675"/>
                </a:lnTo>
                <a:cubicBezTo>
                  <a:pt x="48235" y="538675"/>
                  <a:pt x="0" y="490440"/>
                  <a:pt x="0" y="430940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682321" y="2208566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71823" y="0"/>
                </a:moveTo>
                <a:lnTo>
                  <a:pt x="215470" y="0"/>
                </a:lnTo>
                <a:cubicBezTo>
                  <a:pt x="255137" y="0"/>
                  <a:pt x="287293" y="32156"/>
                  <a:pt x="287293" y="71823"/>
                </a:cubicBezTo>
                <a:lnTo>
                  <a:pt x="287293" y="215470"/>
                </a:lnTo>
                <a:cubicBezTo>
                  <a:pt x="287293" y="255137"/>
                  <a:pt x="255137" y="287293"/>
                  <a:pt x="215470" y="287293"/>
                </a:cubicBezTo>
                <a:lnTo>
                  <a:pt x="71823" y="287293"/>
                </a:lnTo>
                <a:cubicBezTo>
                  <a:pt x="32156" y="287293"/>
                  <a:pt x="0" y="255137"/>
                  <a:pt x="0" y="215470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F6F00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3122" y="2280389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123390" y="56252"/>
                </a:moveTo>
                <a:cubicBezTo>
                  <a:pt x="121230" y="47583"/>
                  <a:pt x="117134" y="41046"/>
                  <a:pt x="108408" y="41046"/>
                </a:cubicBezTo>
                <a:lnTo>
                  <a:pt x="97158" y="41046"/>
                </a:lnTo>
                <a:lnTo>
                  <a:pt x="97158" y="54344"/>
                </a:lnTo>
                <a:cubicBezTo>
                  <a:pt x="97158" y="64669"/>
                  <a:pt x="88404" y="73366"/>
                  <a:pt x="78416" y="73366"/>
                </a:cubicBezTo>
                <a:lnTo>
                  <a:pt x="48453" y="73366"/>
                </a:lnTo>
                <a:cubicBezTo>
                  <a:pt x="40260" y="73366"/>
                  <a:pt x="33471" y="80380"/>
                  <a:pt x="33471" y="88601"/>
                </a:cubicBezTo>
                <a:lnTo>
                  <a:pt x="33471" y="117162"/>
                </a:lnTo>
                <a:cubicBezTo>
                  <a:pt x="33471" y="125298"/>
                  <a:pt x="40541" y="130067"/>
                  <a:pt x="48453" y="132396"/>
                </a:cubicBezTo>
                <a:cubicBezTo>
                  <a:pt x="57936" y="135174"/>
                  <a:pt x="67054" y="135679"/>
                  <a:pt x="78416" y="132396"/>
                </a:cubicBezTo>
                <a:cubicBezTo>
                  <a:pt x="85963" y="130208"/>
                  <a:pt x="93398" y="125803"/>
                  <a:pt x="93398" y="117162"/>
                </a:cubicBezTo>
                <a:lnTo>
                  <a:pt x="93398" y="105743"/>
                </a:lnTo>
                <a:lnTo>
                  <a:pt x="63463" y="105743"/>
                </a:lnTo>
                <a:lnTo>
                  <a:pt x="63463" y="101927"/>
                </a:lnTo>
                <a:lnTo>
                  <a:pt x="108408" y="101927"/>
                </a:lnTo>
                <a:cubicBezTo>
                  <a:pt x="117134" y="101927"/>
                  <a:pt x="120360" y="95839"/>
                  <a:pt x="123390" y="86721"/>
                </a:cubicBezTo>
                <a:cubicBezTo>
                  <a:pt x="126532" y="77322"/>
                  <a:pt x="126392" y="68288"/>
                  <a:pt x="123390" y="56252"/>
                </a:cubicBezTo>
                <a:close/>
                <a:moveTo>
                  <a:pt x="80296" y="124765"/>
                </a:moveTo>
                <a:cubicBezTo>
                  <a:pt x="78161" y="124915"/>
                  <a:pt x="76120" y="123860"/>
                  <a:pt x="75007" y="122032"/>
                </a:cubicBezTo>
                <a:cubicBezTo>
                  <a:pt x="73894" y="120204"/>
                  <a:pt x="73894" y="117907"/>
                  <a:pt x="75007" y="116079"/>
                </a:cubicBezTo>
                <a:cubicBezTo>
                  <a:pt x="76120" y="114251"/>
                  <a:pt x="78161" y="113196"/>
                  <a:pt x="80296" y="113346"/>
                </a:cubicBezTo>
                <a:cubicBezTo>
                  <a:pt x="82431" y="113196"/>
                  <a:pt x="84472" y="114251"/>
                  <a:pt x="85585" y="116079"/>
                </a:cubicBezTo>
                <a:cubicBezTo>
                  <a:pt x="86698" y="117907"/>
                  <a:pt x="86698" y="120204"/>
                  <a:pt x="85585" y="122032"/>
                </a:cubicBezTo>
                <a:cubicBezTo>
                  <a:pt x="84472" y="123860"/>
                  <a:pt x="82431" y="124915"/>
                  <a:pt x="80296" y="124765"/>
                </a:cubicBezTo>
                <a:close/>
                <a:moveTo>
                  <a:pt x="47078" y="69607"/>
                </a:moveTo>
                <a:lnTo>
                  <a:pt x="77042" y="69607"/>
                </a:lnTo>
                <a:cubicBezTo>
                  <a:pt x="85374" y="69607"/>
                  <a:pt x="92024" y="62733"/>
                  <a:pt x="92024" y="54372"/>
                </a:cubicBezTo>
                <a:lnTo>
                  <a:pt x="92024" y="25783"/>
                </a:lnTo>
                <a:cubicBezTo>
                  <a:pt x="92024" y="17647"/>
                  <a:pt x="85178" y="11559"/>
                  <a:pt x="77042" y="10184"/>
                </a:cubicBezTo>
                <a:cubicBezTo>
                  <a:pt x="66998" y="8529"/>
                  <a:pt x="56084" y="8613"/>
                  <a:pt x="47078" y="10212"/>
                </a:cubicBezTo>
                <a:cubicBezTo>
                  <a:pt x="34397" y="12457"/>
                  <a:pt x="32096" y="17142"/>
                  <a:pt x="32096" y="25811"/>
                </a:cubicBezTo>
                <a:lnTo>
                  <a:pt x="32096" y="37230"/>
                </a:lnTo>
                <a:lnTo>
                  <a:pt x="62088" y="37230"/>
                </a:lnTo>
                <a:lnTo>
                  <a:pt x="62088" y="41046"/>
                </a:lnTo>
                <a:lnTo>
                  <a:pt x="20846" y="41046"/>
                </a:lnTo>
                <a:cubicBezTo>
                  <a:pt x="12120" y="41046"/>
                  <a:pt x="4489" y="46292"/>
                  <a:pt x="2104" y="56252"/>
                </a:cubicBezTo>
                <a:cubicBezTo>
                  <a:pt x="-645" y="67671"/>
                  <a:pt x="-758" y="74797"/>
                  <a:pt x="2104" y="86721"/>
                </a:cubicBezTo>
                <a:cubicBezTo>
                  <a:pt x="4236" y="95587"/>
                  <a:pt x="9315" y="101927"/>
                  <a:pt x="18040" y="101927"/>
                </a:cubicBezTo>
                <a:lnTo>
                  <a:pt x="28337" y="101927"/>
                </a:lnTo>
                <a:lnTo>
                  <a:pt x="28337" y="88236"/>
                </a:lnTo>
                <a:cubicBezTo>
                  <a:pt x="28337" y="78332"/>
                  <a:pt x="36894" y="69607"/>
                  <a:pt x="47078" y="69607"/>
                </a:cubicBezTo>
                <a:close/>
                <a:moveTo>
                  <a:pt x="45226" y="18152"/>
                </a:moveTo>
                <a:cubicBezTo>
                  <a:pt x="48385" y="18152"/>
                  <a:pt x="50950" y="20717"/>
                  <a:pt x="50950" y="23876"/>
                </a:cubicBezTo>
                <a:cubicBezTo>
                  <a:pt x="50950" y="27034"/>
                  <a:pt x="48385" y="29599"/>
                  <a:pt x="45226" y="29599"/>
                </a:cubicBezTo>
                <a:cubicBezTo>
                  <a:pt x="42067" y="29599"/>
                  <a:pt x="39503" y="27034"/>
                  <a:pt x="39503" y="23876"/>
                </a:cubicBezTo>
                <a:cubicBezTo>
                  <a:pt x="39503" y="20717"/>
                  <a:pt x="42067" y="18152"/>
                  <a:pt x="45226" y="18152"/>
                </a:cubicBezTo>
                <a:close/>
              </a:path>
            </a:pathLst>
          </a:cu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1077349" y="2190610"/>
            <a:ext cx="108632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7349" y="2370168"/>
            <a:ext cx="1077349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- Producción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360" y="2244477"/>
            <a:ext cx="520719" cy="215470"/>
          </a:xfrm>
          <a:custGeom>
            <a:avLst/>
            <a:gdLst/>
            <a:ahLst/>
            <a:cxnLst/>
            <a:rect l="l" t="t" r="r" b="b"/>
            <a:pathLst>
              <a:path w="520719" h="215470">
                <a:moveTo>
                  <a:pt x="107735" y="0"/>
                </a:moveTo>
                <a:lnTo>
                  <a:pt x="412984" y="0"/>
                </a:lnTo>
                <a:cubicBezTo>
                  <a:pt x="472484" y="0"/>
                  <a:pt x="520719" y="48235"/>
                  <a:pt x="520719" y="107735"/>
                </a:cubicBezTo>
                <a:lnTo>
                  <a:pt x="520719" y="107735"/>
                </a:lnTo>
                <a:cubicBezTo>
                  <a:pt x="520719" y="167235"/>
                  <a:pt x="472484" y="215470"/>
                  <a:pt x="412984" y="215470"/>
                </a:cubicBezTo>
                <a:lnTo>
                  <a:pt x="107735" y="215470"/>
                </a:lnTo>
                <a:cubicBezTo>
                  <a:pt x="48274" y="215470"/>
                  <a:pt x="0" y="167195"/>
                  <a:pt x="0" y="10773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43360" y="2244477"/>
            <a:ext cx="574586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4586" y="2729284"/>
            <a:ext cx="5198209" cy="538675"/>
          </a:xfrm>
          <a:custGeom>
            <a:avLst/>
            <a:gdLst/>
            <a:ahLst/>
            <a:cxnLst/>
            <a:rect l="l" t="t" r="r" b="b"/>
            <a:pathLst>
              <a:path w="5198209" h="538675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30940"/>
                </a:lnTo>
                <a:cubicBezTo>
                  <a:pt x="5198209" y="490440"/>
                  <a:pt x="5149975" y="538675"/>
                  <a:pt x="5090474" y="538675"/>
                </a:cubicBezTo>
                <a:lnTo>
                  <a:pt x="107735" y="538675"/>
                </a:lnTo>
                <a:cubicBezTo>
                  <a:pt x="48235" y="538675"/>
                  <a:pt x="0" y="490440"/>
                  <a:pt x="0" y="430940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321" y="2854975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71823" y="0"/>
                </a:moveTo>
                <a:lnTo>
                  <a:pt x="215470" y="0"/>
                </a:lnTo>
                <a:cubicBezTo>
                  <a:pt x="255137" y="0"/>
                  <a:pt x="287293" y="32156"/>
                  <a:pt x="287293" y="71823"/>
                </a:cubicBezTo>
                <a:lnTo>
                  <a:pt x="287293" y="215470"/>
                </a:lnTo>
                <a:cubicBezTo>
                  <a:pt x="287293" y="255137"/>
                  <a:pt x="255137" y="287293"/>
                  <a:pt x="215470" y="287293"/>
                </a:cubicBezTo>
                <a:lnTo>
                  <a:pt x="71823" y="287293"/>
                </a:lnTo>
                <a:cubicBezTo>
                  <a:pt x="32156" y="287293"/>
                  <a:pt x="0" y="255137"/>
                  <a:pt x="0" y="215470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EE4C2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3122" y="2926798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45030" y="-7407"/>
                </a:moveTo>
                <a:cubicBezTo>
                  <a:pt x="47639" y="-9595"/>
                  <a:pt x="51483" y="-9511"/>
                  <a:pt x="53980" y="-7154"/>
                </a:cubicBezTo>
                <a:cubicBezTo>
                  <a:pt x="57431" y="-3900"/>
                  <a:pt x="60517" y="-309"/>
                  <a:pt x="63491" y="3339"/>
                </a:cubicBezTo>
                <a:cubicBezTo>
                  <a:pt x="67278" y="7968"/>
                  <a:pt x="71823" y="14084"/>
                  <a:pt x="76200" y="21351"/>
                </a:cubicBezTo>
                <a:cubicBezTo>
                  <a:pt x="77659" y="19443"/>
                  <a:pt x="79006" y="17759"/>
                  <a:pt x="80184" y="16329"/>
                </a:cubicBezTo>
                <a:cubicBezTo>
                  <a:pt x="80493" y="15964"/>
                  <a:pt x="80801" y="15571"/>
                  <a:pt x="81110" y="15178"/>
                </a:cubicBezTo>
                <a:cubicBezTo>
                  <a:pt x="83326" y="12429"/>
                  <a:pt x="86076" y="8978"/>
                  <a:pt x="89751" y="8978"/>
                </a:cubicBezTo>
                <a:cubicBezTo>
                  <a:pt x="93511" y="8978"/>
                  <a:pt x="96148" y="12317"/>
                  <a:pt x="98392" y="15178"/>
                </a:cubicBezTo>
                <a:cubicBezTo>
                  <a:pt x="98757" y="15655"/>
                  <a:pt x="99122" y="16104"/>
                  <a:pt x="99486" y="16525"/>
                </a:cubicBezTo>
                <a:cubicBezTo>
                  <a:pt x="102376" y="20004"/>
                  <a:pt x="106220" y="25026"/>
                  <a:pt x="110064" y="31226"/>
                </a:cubicBezTo>
                <a:cubicBezTo>
                  <a:pt x="117695" y="43543"/>
                  <a:pt x="125663" y="61078"/>
                  <a:pt x="125663" y="80773"/>
                </a:cubicBezTo>
                <a:cubicBezTo>
                  <a:pt x="125663" y="115478"/>
                  <a:pt x="97523" y="143618"/>
                  <a:pt x="62817" y="143618"/>
                </a:cubicBezTo>
                <a:cubicBezTo>
                  <a:pt x="28112" y="143618"/>
                  <a:pt x="0" y="115506"/>
                  <a:pt x="0" y="80801"/>
                </a:cubicBezTo>
                <a:cubicBezTo>
                  <a:pt x="0" y="55242"/>
                  <a:pt x="11531" y="33106"/>
                  <a:pt x="22585" y="17675"/>
                </a:cubicBezTo>
                <a:cubicBezTo>
                  <a:pt x="28168" y="9904"/>
                  <a:pt x="33723" y="3675"/>
                  <a:pt x="37904" y="-589"/>
                </a:cubicBezTo>
                <a:cubicBezTo>
                  <a:pt x="40204" y="-2946"/>
                  <a:pt x="42533" y="-5275"/>
                  <a:pt x="45058" y="-7379"/>
                </a:cubicBezTo>
                <a:close/>
                <a:moveTo>
                  <a:pt x="63322" y="116713"/>
                </a:moveTo>
                <a:cubicBezTo>
                  <a:pt x="70420" y="116713"/>
                  <a:pt x="76705" y="114749"/>
                  <a:pt x="82625" y="110821"/>
                </a:cubicBezTo>
                <a:cubicBezTo>
                  <a:pt x="94436" y="102573"/>
                  <a:pt x="97607" y="86076"/>
                  <a:pt x="90509" y="73114"/>
                </a:cubicBezTo>
                <a:cubicBezTo>
                  <a:pt x="89246" y="70589"/>
                  <a:pt x="86020" y="70420"/>
                  <a:pt x="84196" y="72553"/>
                </a:cubicBezTo>
                <a:lnTo>
                  <a:pt x="77126" y="80773"/>
                </a:lnTo>
                <a:cubicBezTo>
                  <a:pt x="75274" y="82905"/>
                  <a:pt x="71935" y="82849"/>
                  <a:pt x="70196" y="80633"/>
                </a:cubicBezTo>
                <a:cubicBezTo>
                  <a:pt x="65342" y="74432"/>
                  <a:pt x="56421" y="63126"/>
                  <a:pt x="51875" y="57346"/>
                </a:cubicBezTo>
                <a:cubicBezTo>
                  <a:pt x="50360" y="55411"/>
                  <a:pt x="47611" y="55102"/>
                  <a:pt x="45843" y="56813"/>
                </a:cubicBezTo>
                <a:cubicBezTo>
                  <a:pt x="40709" y="61807"/>
                  <a:pt x="31395" y="72749"/>
                  <a:pt x="31395" y="86076"/>
                </a:cubicBezTo>
                <a:cubicBezTo>
                  <a:pt x="31395" y="105322"/>
                  <a:pt x="45591" y="116713"/>
                  <a:pt x="63294" y="116713"/>
                </a:cubicBezTo>
                <a:close/>
              </a:path>
            </a:pathLst>
          </a:custGeom>
          <a:solidFill>
            <a:srgbClr val="EE4C2C"/>
          </a:solidFill>
          <a:ln/>
        </p:spPr>
      </p:sp>
      <p:sp>
        <p:nvSpPr>
          <p:cNvPr id="18" name="Text 16"/>
          <p:cNvSpPr/>
          <p:nvPr/>
        </p:nvSpPr>
        <p:spPr>
          <a:xfrm>
            <a:off x="1077349" y="2837019"/>
            <a:ext cx="106837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7349" y="3016577"/>
            <a:ext cx="1059393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- Investigación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7990" y="2890887"/>
            <a:ext cx="655387" cy="215470"/>
          </a:xfrm>
          <a:custGeom>
            <a:avLst/>
            <a:gdLst/>
            <a:ahLst/>
            <a:cxnLst/>
            <a:rect l="l" t="t" r="r" b="b"/>
            <a:pathLst>
              <a:path w="655387" h="215470">
                <a:moveTo>
                  <a:pt x="107735" y="0"/>
                </a:moveTo>
                <a:lnTo>
                  <a:pt x="547652" y="0"/>
                </a:lnTo>
                <a:cubicBezTo>
                  <a:pt x="607153" y="0"/>
                  <a:pt x="655387" y="48235"/>
                  <a:pt x="655387" y="107735"/>
                </a:cubicBezTo>
                <a:lnTo>
                  <a:pt x="655387" y="107735"/>
                </a:lnTo>
                <a:cubicBezTo>
                  <a:pt x="655387" y="167235"/>
                  <a:pt x="607153" y="215470"/>
                  <a:pt x="547652" y="215470"/>
                </a:cubicBezTo>
                <a:lnTo>
                  <a:pt x="107735" y="215470"/>
                </a:lnTo>
                <a:cubicBezTo>
                  <a:pt x="48274" y="215470"/>
                  <a:pt x="0" y="167195"/>
                  <a:pt x="0" y="10773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07990" y="2890887"/>
            <a:ext cx="709255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Tendencia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4586" y="3375694"/>
            <a:ext cx="5198209" cy="538675"/>
          </a:xfrm>
          <a:custGeom>
            <a:avLst/>
            <a:gdLst/>
            <a:ahLst/>
            <a:cxnLst/>
            <a:rect l="l" t="t" r="r" b="b"/>
            <a:pathLst>
              <a:path w="5198209" h="538675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30940"/>
                </a:lnTo>
                <a:cubicBezTo>
                  <a:pt x="5198209" y="490440"/>
                  <a:pt x="5149975" y="538675"/>
                  <a:pt x="5090474" y="538675"/>
                </a:cubicBezTo>
                <a:lnTo>
                  <a:pt x="107735" y="538675"/>
                </a:lnTo>
                <a:cubicBezTo>
                  <a:pt x="48235" y="538675"/>
                  <a:pt x="0" y="490440"/>
                  <a:pt x="0" y="430940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321" y="3501384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71823" y="0"/>
                </a:moveTo>
                <a:lnTo>
                  <a:pt x="215470" y="0"/>
                </a:lnTo>
                <a:cubicBezTo>
                  <a:pt x="255137" y="0"/>
                  <a:pt x="287293" y="32156"/>
                  <a:pt x="287293" y="71823"/>
                </a:cubicBezTo>
                <a:lnTo>
                  <a:pt x="287293" y="215470"/>
                </a:lnTo>
                <a:cubicBezTo>
                  <a:pt x="287293" y="255137"/>
                  <a:pt x="255137" y="287293"/>
                  <a:pt x="215470" y="287293"/>
                </a:cubicBezTo>
                <a:lnTo>
                  <a:pt x="71823" y="287293"/>
                </a:lnTo>
                <a:cubicBezTo>
                  <a:pt x="32156" y="287293"/>
                  <a:pt x="0" y="255137"/>
                  <a:pt x="0" y="215470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3122" y="3573208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95054" y="-2778"/>
                </a:moveTo>
                <a:cubicBezTo>
                  <a:pt x="98392" y="-365"/>
                  <a:pt x="99627" y="4012"/>
                  <a:pt x="98112" y="7828"/>
                </a:cubicBezTo>
                <a:lnTo>
                  <a:pt x="76116" y="62845"/>
                </a:lnTo>
                <a:lnTo>
                  <a:pt x="116713" y="62845"/>
                </a:lnTo>
                <a:cubicBezTo>
                  <a:pt x="120500" y="62845"/>
                  <a:pt x="123867" y="65202"/>
                  <a:pt x="125158" y="68765"/>
                </a:cubicBezTo>
                <a:cubicBezTo>
                  <a:pt x="126448" y="72328"/>
                  <a:pt x="125354" y="76312"/>
                  <a:pt x="122464" y="78725"/>
                </a:cubicBezTo>
                <a:lnTo>
                  <a:pt x="41663" y="146059"/>
                </a:lnTo>
                <a:cubicBezTo>
                  <a:pt x="38493" y="148697"/>
                  <a:pt x="33976" y="148837"/>
                  <a:pt x="30637" y="146424"/>
                </a:cubicBezTo>
                <a:cubicBezTo>
                  <a:pt x="27298" y="144011"/>
                  <a:pt x="26064" y="139635"/>
                  <a:pt x="27579" y="135819"/>
                </a:cubicBezTo>
                <a:lnTo>
                  <a:pt x="49575" y="80801"/>
                </a:lnTo>
                <a:lnTo>
                  <a:pt x="8978" y="80801"/>
                </a:lnTo>
                <a:cubicBezTo>
                  <a:pt x="5190" y="80801"/>
                  <a:pt x="1824" y="78444"/>
                  <a:pt x="533" y="74881"/>
                </a:cubicBezTo>
                <a:cubicBezTo>
                  <a:pt x="-758" y="71318"/>
                  <a:pt x="337" y="67334"/>
                  <a:pt x="3226" y="64922"/>
                </a:cubicBezTo>
                <a:lnTo>
                  <a:pt x="84028" y="-2413"/>
                </a:lnTo>
                <a:cubicBezTo>
                  <a:pt x="87198" y="-5050"/>
                  <a:pt x="91715" y="-5190"/>
                  <a:pt x="95054" y="-27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1077349" y="3483429"/>
            <a:ext cx="85290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7349" y="3662987"/>
            <a:ext cx="843923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de alto nivel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93740" y="3537296"/>
            <a:ext cx="368094" cy="215470"/>
          </a:xfrm>
          <a:custGeom>
            <a:avLst/>
            <a:gdLst/>
            <a:ahLst/>
            <a:cxnLst/>
            <a:rect l="l" t="t" r="r" b="b"/>
            <a:pathLst>
              <a:path w="368094" h="215470">
                <a:moveTo>
                  <a:pt x="107735" y="0"/>
                </a:moveTo>
                <a:lnTo>
                  <a:pt x="260359" y="0"/>
                </a:lnTo>
                <a:cubicBezTo>
                  <a:pt x="319860" y="0"/>
                  <a:pt x="368094" y="48235"/>
                  <a:pt x="368094" y="107735"/>
                </a:cubicBezTo>
                <a:lnTo>
                  <a:pt x="368094" y="107735"/>
                </a:lnTo>
                <a:cubicBezTo>
                  <a:pt x="368094" y="167235"/>
                  <a:pt x="319860" y="215470"/>
                  <a:pt x="260359" y="215470"/>
                </a:cubicBezTo>
                <a:lnTo>
                  <a:pt x="107735" y="215470"/>
                </a:lnTo>
                <a:cubicBezTo>
                  <a:pt x="48274" y="215470"/>
                  <a:pt x="0" y="167195"/>
                  <a:pt x="0" y="10773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93740" y="3537296"/>
            <a:ext cx="421962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Fácil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4586" y="4022103"/>
            <a:ext cx="5198209" cy="538675"/>
          </a:xfrm>
          <a:custGeom>
            <a:avLst/>
            <a:gdLst/>
            <a:ahLst/>
            <a:cxnLst/>
            <a:rect l="l" t="t" r="r" b="b"/>
            <a:pathLst>
              <a:path w="5198209" h="538675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30940"/>
                </a:lnTo>
                <a:cubicBezTo>
                  <a:pt x="5198209" y="490440"/>
                  <a:pt x="5149975" y="538675"/>
                  <a:pt x="5090474" y="538675"/>
                </a:cubicBezTo>
                <a:lnTo>
                  <a:pt x="107735" y="538675"/>
                </a:lnTo>
                <a:cubicBezTo>
                  <a:pt x="48235" y="538675"/>
                  <a:pt x="0" y="490440"/>
                  <a:pt x="0" y="430940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82321" y="4147794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71823" y="0"/>
                </a:moveTo>
                <a:lnTo>
                  <a:pt x="215470" y="0"/>
                </a:lnTo>
                <a:cubicBezTo>
                  <a:pt x="255137" y="0"/>
                  <a:pt x="287293" y="32156"/>
                  <a:pt x="287293" y="71823"/>
                </a:cubicBezTo>
                <a:lnTo>
                  <a:pt x="287293" y="215470"/>
                </a:lnTo>
                <a:cubicBezTo>
                  <a:pt x="287293" y="255137"/>
                  <a:pt x="255137" y="287293"/>
                  <a:pt x="215470" y="287293"/>
                </a:cubicBezTo>
                <a:lnTo>
                  <a:pt x="71823" y="287293"/>
                </a:lnTo>
                <a:cubicBezTo>
                  <a:pt x="32156" y="287293"/>
                  <a:pt x="0" y="255137"/>
                  <a:pt x="0" y="215470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4CAF5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54144" y="4219617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132228" y="1880"/>
                </a:moveTo>
                <a:cubicBezTo>
                  <a:pt x="134023" y="168"/>
                  <a:pt x="136633" y="-449"/>
                  <a:pt x="139045" y="337"/>
                </a:cubicBezTo>
                <a:cubicBezTo>
                  <a:pt x="141795" y="1263"/>
                  <a:pt x="143647" y="3844"/>
                  <a:pt x="143647" y="6733"/>
                </a:cubicBezTo>
                <a:lnTo>
                  <a:pt x="143647" y="59170"/>
                </a:lnTo>
                <a:cubicBezTo>
                  <a:pt x="143647" y="95979"/>
                  <a:pt x="113318" y="125691"/>
                  <a:pt x="76649" y="125691"/>
                </a:cubicBezTo>
                <a:cubicBezTo>
                  <a:pt x="55046" y="125691"/>
                  <a:pt x="36417" y="111803"/>
                  <a:pt x="29655" y="92388"/>
                </a:cubicBezTo>
                <a:cubicBezTo>
                  <a:pt x="19723" y="101030"/>
                  <a:pt x="13467" y="113739"/>
                  <a:pt x="13467" y="127935"/>
                </a:cubicBezTo>
                <a:cubicBezTo>
                  <a:pt x="13467" y="131667"/>
                  <a:pt x="10465" y="134669"/>
                  <a:pt x="6733" y="134669"/>
                </a:cubicBezTo>
                <a:cubicBezTo>
                  <a:pt x="3002" y="134669"/>
                  <a:pt x="0" y="131667"/>
                  <a:pt x="0" y="127935"/>
                </a:cubicBezTo>
                <a:cubicBezTo>
                  <a:pt x="0" y="106921"/>
                  <a:pt x="10717" y="88404"/>
                  <a:pt x="26962" y="77519"/>
                </a:cubicBezTo>
                <a:cubicBezTo>
                  <a:pt x="36866" y="70897"/>
                  <a:pt x="48677" y="67334"/>
                  <a:pt x="60601" y="67334"/>
                </a:cubicBezTo>
                <a:lnTo>
                  <a:pt x="83046" y="67334"/>
                </a:lnTo>
                <a:cubicBezTo>
                  <a:pt x="86777" y="67334"/>
                  <a:pt x="89779" y="64332"/>
                  <a:pt x="89779" y="60601"/>
                </a:cubicBezTo>
                <a:cubicBezTo>
                  <a:pt x="89779" y="56869"/>
                  <a:pt x="86777" y="53867"/>
                  <a:pt x="83046" y="53867"/>
                </a:cubicBezTo>
                <a:lnTo>
                  <a:pt x="60601" y="53867"/>
                </a:lnTo>
                <a:cubicBezTo>
                  <a:pt x="49463" y="53867"/>
                  <a:pt x="38914" y="56336"/>
                  <a:pt x="29459" y="60741"/>
                </a:cubicBezTo>
                <a:cubicBezTo>
                  <a:pt x="35996" y="41102"/>
                  <a:pt x="54485" y="26934"/>
                  <a:pt x="76312" y="26934"/>
                </a:cubicBezTo>
                <a:cubicBezTo>
                  <a:pt x="94941" y="26934"/>
                  <a:pt x="108801" y="20733"/>
                  <a:pt x="118031" y="14589"/>
                </a:cubicBezTo>
                <a:cubicBezTo>
                  <a:pt x="123418" y="10998"/>
                  <a:pt x="127991" y="6705"/>
                  <a:pt x="132256" y="188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1077349" y="4129838"/>
            <a:ext cx="76312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7349" y="4309396"/>
            <a:ext cx="754144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tradicional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7488" y="4183705"/>
            <a:ext cx="502763" cy="215470"/>
          </a:xfrm>
          <a:custGeom>
            <a:avLst/>
            <a:gdLst/>
            <a:ahLst/>
            <a:cxnLst/>
            <a:rect l="l" t="t" r="r" b="b"/>
            <a:pathLst>
              <a:path w="502763" h="215470">
                <a:moveTo>
                  <a:pt x="107735" y="0"/>
                </a:moveTo>
                <a:lnTo>
                  <a:pt x="395028" y="0"/>
                </a:lnTo>
                <a:cubicBezTo>
                  <a:pt x="454528" y="0"/>
                  <a:pt x="502763" y="48235"/>
                  <a:pt x="502763" y="107735"/>
                </a:cubicBezTo>
                <a:lnTo>
                  <a:pt x="502763" y="107735"/>
                </a:lnTo>
                <a:cubicBezTo>
                  <a:pt x="502763" y="167235"/>
                  <a:pt x="454528" y="215470"/>
                  <a:pt x="395028" y="215470"/>
                </a:cubicBezTo>
                <a:lnTo>
                  <a:pt x="107735" y="215470"/>
                </a:lnTo>
                <a:cubicBezTo>
                  <a:pt x="48274" y="215470"/>
                  <a:pt x="0" y="167195"/>
                  <a:pt x="0" y="10773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67488" y="4183705"/>
            <a:ext cx="556630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Clásico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9116" y="5027629"/>
            <a:ext cx="5629149" cy="1831493"/>
          </a:xfrm>
          <a:custGeom>
            <a:avLst/>
            <a:gdLst/>
            <a:ahLst/>
            <a:cxnLst/>
            <a:rect l="l" t="t" r="r" b="b"/>
            <a:pathLst>
              <a:path w="5629149" h="1831493">
                <a:moveTo>
                  <a:pt x="215475" y="0"/>
                </a:moveTo>
                <a:lnTo>
                  <a:pt x="5413674" y="0"/>
                </a:lnTo>
                <a:cubicBezTo>
                  <a:pt x="5532677" y="0"/>
                  <a:pt x="5629149" y="96472"/>
                  <a:pt x="5629149" y="215475"/>
                </a:cubicBezTo>
                <a:lnTo>
                  <a:pt x="5629149" y="1616018"/>
                </a:lnTo>
                <a:cubicBezTo>
                  <a:pt x="5629149" y="1735022"/>
                  <a:pt x="5532677" y="1831493"/>
                  <a:pt x="5413674" y="1831493"/>
                </a:cubicBezTo>
                <a:lnTo>
                  <a:pt x="215475" y="1831493"/>
                </a:lnTo>
                <a:cubicBezTo>
                  <a:pt x="96472" y="1831493"/>
                  <a:pt x="0" y="1735022"/>
                  <a:pt x="0" y="1616018"/>
                </a:cubicBezTo>
                <a:lnTo>
                  <a:pt x="0" y="215475"/>
                </a:lnTo>
                <a:cubicBezTo>
                  <a:pt x="0" y="96551"/>
                  <a:pt x="96551" y="0"/>
                  <a:pt x="2154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34" dist="8978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4586" y="5243099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9054" y="5368789"/>
            <a:ext cx="202003" cy="179558"/>
          </a:xfrm>
          <a:custGeom>
            <a:avLst/>
            <a:gdLst/>
            <a:ahLst/>
            <a:cxnLst/>
            <a:rect l="l" t="t" r="r" b="b"/>
            <a:pathLst>
              <a:path w="202003" h="179558">
                <a:moveTo>
                  <a:pt x="0" y="117835"/>
                </a:moveTo>
                <a:cubicBezTo>
                  <a:pt x="0" y="145716"/>
                  <a:pt x="22620" y="168336"/>
                  <a:pt x="50501" y="168336"/>
                </a:cubicBezTo>
                <a:lnTo>
                  <a:pt x="157113" y="168336"/>
                </a:lnTo>
                <a:cubicBezTo>
                  <a:pt x="181908" y="168336"/>
                  <a:pt x="202003" y="148241"/>
                  <a:pt x="202003" y="123446"/>
                </a:cubicBezTo>
                <a:cubicBezTo>
                  <a:pt x="202003" y="105350"/>
                  <a:pt x="191307" y="89744"/>
                  <a:pt x="175876" y="82660"/>
                </a:cubicBezTo>
                <a:cubicBezTo>
                  <a:pt x="178226" y="78066"/>
                  <a:pt x="179558" y="72840"/>
                  <a:pt x="179558" y="67334"/>
                </a:cubicBezTo>
                <a:cubicBezTo>
                  <a:pt x="179558" y="48747"/>
                  <a:pt x="164478" y="33667"/>
                  <a:pt x="145891" y="33667"/>
                </a:cubicBezTo>
                <a:cubicBezTo>
                  <a:pt x="139684" y="33667"/>
                  <a:pt x="133897" y="35351"/>
                  <a:pt x="128917" y="38261"/>
                </a:cubicBezTo>
                <a:cubicBezTo>
                  <a:pt x="120465" y="22199"/>
                  <a:pt x="103597" y="11222"/>
                  <a:pt x="84168" y="11222"/>
                </a:cubicBezTo>
                <a:cubicBezTo>
                  <a:pt x="56287" y="11222"/>
                  <a:pt x="33667" y="33843"/>
                  <a:pt x="33667" y="61723"/>
                </a:cubicBezTo>
                <a:cubicBezTo>
                  <a:pt x="33667" y="64529"/>
                  <a:pt x="33913" y="67299"/>
                  <a:pt x="34333" y="69965"/>
                </a:cubicBezTo>
                <a:cubicBezTo>
                  <a:pt x="14379" y="76698"/>
                  <a:pt x="0" y="95601"/>
                  <a:pt x="0" y="11783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1113261" y="5332878"/>
            <a:ext cx="135566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Cloud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4586" y="5817685"/>
            <a:ext cx="1660913" cy="825968"/>
          </a:xfrm>
          <a:custGeom>
            <a:avLst/>
            <a:gdLst/>
            <a:ahLst/>
            <a:cxnLst/>
            <a:rect l="l" t="t" r="r" b="b"/>
            <a:pathLst>
              <a:path w="1660913" h="825968">
                <a:moveTo>
                  <a:pt x="107731" y="0"/>
                </a:moveTo>
                <a:lnTo>
                  <a:pt x="1553182" y="0"/>
                </a:lnTo>
                <a:cubicBezTo>
                  <a:pt x="1612680" y="0"/>
                  <a:pt x="1660913" y="48233"/>
                  <a:pt x="1660913" y="107731"/>
                </a:cubicBezTo>
                <a:lnTo>
                  <a:pt x="1660913" y="718237"/>
                </a:lnTo>
                <a:cubicBezTo>
                  <a:pt x="1660913" y="777735"/>
                  <a:pt x="1612680" y="825968"/>
                  <a:pt x="1553182" y="825968"/>
                </a:cubicBezTo>
                <a:lnTo>
                  <a:pt x="107731" y="825968"/>
                </a:lnTo>
                <a:cubicBezTo>
                  <a:pt x="48233" y="825968"/>
                  <a:pt x="0" y="777735"/>
                  <a:pt x="0" y="718237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70514" y="5925420"/>
            <a:ext cx="269337" cy="215470"/>
          </a:xfrm>
          <a:custGeom>
            <a:avLst/>
            <a:gdLst/>
            <a:ahLst/>
            <a:cxnLst/>
            <a:rect l="l" t="t" r="r" b="b"/>
            <a:pathLst>
              <a:path w="269337" h="215470">
                <a:moveTo>
                  <a:pt x="75919" y="85430"/>
                </a:moveTo>
                <a:cubicBezTo>
                  <a:pt x="75625" y="94941"/>
                  <a:pt x="80380" y="99192"/>
                  <a:pt x="80507" y="101843"/>
                </a:cubicBezTo>
                <a:cubicBezTo>
                  <a:pt x="80465" y="102390"/>
                  <a:pt x="80254" y="102895"/>
                  <a:pt x="79959" y="103358"/>
                </a:cubicBezTo>
                <a:cubicBezTo>
                  <a:pt x="79665" y="103821"/>
                  <a:pt x="79244" y="104200"/>
                  <a:pt x="78781" y="104452"/>
                </a:cubicBezTo>
                <a:lnTo>
                  <a:pt x="73394" y="108240"/>
                </a:lnTo>
                <a:cubicBezTo>
                  <a:pt x="72679" y="108745"/>
                  <a:pt x="71879" y="108997"/>
                  <a:pt x="71038" y="109040"/>
                </a:cubicBezTo>
                <a:cubicBezTo>
                  <a:pt x="70869" y="109040"/>
                  <a:pt x="67587" y="109797"/>
                  <a:pt x="62410" y="98266"/>
                </a:cubicBezTo>
                <a:cubicBezTo>
                  <a:pt x="59254" y="102222"/>
                  <a:pt x="55256" y="105378"/>
                  <a:pt x="50669" y="107524"/>
                </a:cubicBezTo>
                <a:cubicBezTo>
                  <a:pt x="46082" y="109671"/>
                  <a:pt x="41116" y="110765"/>
                  <a:pt x="36066" y="110681"/>
                </a:cubicBezTo>
                <a:cubicBezTo>
                  <a:pt x="29206" y="111060"/>
                  <a:pt x="10647" y="106809"/>
                  <a:pt x="11615" y="87030"/>
                </a:cubicBezTo>
                <a:cubicBezTo>
                  <a:pt x="10942" y="70911"/>
                  <a:pt x="25966" y="60895"/>
                  <a:pt x="41453" y="61779"/>
                </a:cubicBezTo>
                <a:cubicBezTo>
                  <a:pt x="44441" y="61779"/>
                  <a:pt x="50543" y="61948"/>
                  <a:pt x="61232" y="64431"/>
                </a:cubicBezTo>
                <a:lnTo>
                  <a:pt x="61232" y="57865"/>
                </a:lnTo>
                <a:cubicBezTo>
                  <a:pt x="62368" y="46713"/>
                  <a:pt x="55046" y="38086"/>
                  <a:pt x="42379" y="39391"/>
                </a:cubicBezTo>
                <a:cubicBezTo>
                  <a:pt x="41369" y="39391"/>
                  <a:pt x="34214" y="39180"/>
                  <a:pt x="23104" y="43641"/>
                </a:cubicBezTo>
                <a:cubicBezTo>
                  <a:pt x="19990" y="45072"/>
                  <a:pt x="19611" y="44819"/>
                  <a:pt x="18559" y="44819"/>
                </a:cubicBezTo>
                <a:cubicBezTo>
                  <a:pt x="15445" y="44819"/>
                  <a:pt x="16707" y="35771"/>
                  <a:pt x="17339" y="34635"/>
                </a:cubicBezTo>
                <a:cubicBezTo>
                  <a:pt x="19527" y="31942"/>
                  <a:pt x="32447" y="26892"/>
                  <a:pt x="45072" y="26976"/>
                </a:cubicBezTo>
                <a:cubicBezTo>
                  <a:pt x="53531" y="26218"/>
                  <a:pt x="61948" y="28828"/>
                  <a:pt x="68513" y="34256"/>
                </a:cubicBezTo>
                <a:cubicBezTo>
                  <a:pt x="71164" y="37244"/>
                  <a:pt x="73226" y="40737"/>
                  <a:pt x="74489" y="44525"/>
                </a:cubicBezTo>
                <a:cubicBezTo>
                  <a:pt x="75751" y="48312"/>
                  <a:pt x="76256" y="52310"/>
                  <a:pt x="75962" y="56308"/>
                </a:cubicBezTo>
                <a:lnTo>
                  <a:pt x="75962" y="85472"/>
                </a:lnTo>
                <a:close/>
                <a:moveTo>
                  <a:pt x="39559" y="99066"/>
                </a:moveTo>
                <a:cubicBezTo>
                  <a:pt x="53194" y="98855"/>
                  <a:pt x="59002" y="90649"/>
                  <a:pt x="60306" y="86230"/>
                </a:cubicBezTo>
                <a:cubicBezTo>
                  <a:pt x="61358" y="81980"/>
                  <a:pt x="61190" y="79328"/>
                  <a:pt x="61190" y="74699"/>
                </a:cubicBezTo>
                <a:cubicBezTo>
                  <a:pt x="57108" y="73731"/>
                  <a:pt x="51258" y="72637"/>
                  <a:pt x="44525" y="72637"/>
                </a:cubicBezTo>
                <a:cubicBezTo>
                  <a:pt x="38128" y="72174"/>
                  <a:pt x="26513" y="74994"/>
                  <a:pt x="26976" y="86230"/>
                </a:cubicBezTo>
                <a:cubicBezTo>
                  <a:pt x="26471" y="93300"/>
                  <a:pt x="31647" y="99444"/>
                  <a:pt x="39601" y="99066"/>
                </a:cubicBezTo>
                <a:close/>
                <a:moveTo>
                  <a:pt x="111480" y="108787"/>
                </a:moveTo>
                <a:cubicBezTo>
                  <a:pt x="108156" y="109082"/>
                  <a:pt x="106641" y="106725"/>
                  <a:pt x="106136" y="104410"/>
                </a:cubicBezTo>
                <a:lnTo>
                  <a:pt x="85178" y="35098"/>
                </a:lnTo>
                <a:cubicBezTo>
                  <a:pt x="84757" y="33920"/>
                  <a:pt x="84505" y="32741"/>
                  <a:pt x="84378" y="31479"/>
                </a:cubicBezTo>
                <a:cubicBezTo>
                  <a:pt x="84294" y="30974"/>
                  <a:pt x="84420" y="30469"/>
                  <a:pt x="84715" y="30048"/>
                </a:cubicBezTo>
                <a:cubicBezTo>
                  <a:pt x="85010" y="29627"/>
                  <a:pt x="85472" y="29375"/>
                  <a:pt x="85978" y="29290"/>
                </a:cubicBezTo>
                <a:cubicBezTo>
                  <a:pt x="86062" y="29290"/>
                  <a:pt x="85094" y="29290"/>
                  <a:pt x="95320" y="29290"/>
                </a:cubicBezTo>
                <a:cubicBezTo>
                  <a:pt x="99024" y="28912"/>
                  <a:pt x="100202" y="31815"/>
                  <a:pt x="100623" y="33667"/>
                </a:cubicBezTo>
                <a:lnTo>
                  <a:pt x="115689" y="92921"/>
                </a:lnTo>
                <a:lnTo>
                  <a:pt x="129661" y="33667"/>
                </a:lnTo>
                <a:cubicBezTo>
                  <a:pt x="129871" y="32320"/>
                  <a:pt x="130881" y="28996"/>
                  <a:pt x="135047" y="29375"/>
                </a:cubicBezTo>
                <a:lnTo>
                  <a:pt x="142286" y="29375"/>
                </a:lnTo>
                <a:cubicBezTo>
                  <a:pt x="143212" y="29290"/>
                  <a:pt x="146957" y="29164"/>
                  <a:pt x="147630" y="33751"/>
                </a:cubicBezTo>
                <a:lnTo>
                  <a:pt x="161644" y="93721"/>
                </a:lnTo>
                <a:lnTo>
                  <a:pt x="177173" y="33709"/>
                </a:lnTo>
                <a:cubicBezTo>
                  <a:pt x="177384" y="32783"/>
                  <a:pt x="178310" y="28912"/>
                  <a:pt x="182518" y="29333"/>
                </a:cubicBezTo>
                <a:lnTo>
                  <a:pt x="190809" y="29333"/>
                </a:lnTo>
                <a:cubicBezTo>
                  <a:pt x="191187" y="29290"/>
                  <a:pt x="193418" y="28996"/>
                  <a:pt x="193039" y="32952"/>
                </a:cubicBezTo>
                <a:cubicBezTo>
                  <a:pt x="192871" y="33709"/>
                  <a:pt x="194470" y="28449"/>
                  <a:pt x="170819" y="104452"/>
                </a:cubicBezTo>
                <a:cubicBezTo>
                  <a:pt x="170356" y="106767"/>
                  <a:pt x="168799" y="109124"/>
                  <a:pt x="165474" y="108829"/>
                </a:cubicBezTo>
                <a:lnTo>
                  <a:pt x="157604" y="108829"/>
                </a:lnTo>
                <a:cubicBezTo>
                  <a:pt x="153017" y="109334"/>
                  <a:pt x="152344" y="104747"/>
                  <a:pt x="152260" y="104326"/>
                </a:cubicBezTo>
                <a:lnTo>
                  <a:pt x="138288" y="46629"/>
                </a:lnTo>
                <a:lnTo>
                  <a:pt x="124484" y="104284"/>
                </a:lnTo>
                <a:cubicBezTo>
                  <a:pt x="124400" y="104747"/>
                  <a:pt x="123769" y="109292"/>
                  <a:pt x="119140" y="108787"/>
                </a:cubicBezTo>
                <a:lnTo>
                  <a:pt x="111438" y="108787"/>
                </a:lnTo>
                <a:lnTo>
                  <a:pt x="111438" y="108787"/>
                </a:lnTo>
                <a:close/>
                <a:moveTo>
                  <a:pt x="226580" y="111144"/>
                </a:moveTo>
                <a:cubicBezTo>
                  <a:pt x="224097" y="111144"/>
                  <a:pt x="212314" y="111017"/>
                  <a:pt x="202424" y="105967"/>
                </a:cubicBezTo>
                <a:cubicBezTo>
                  <a:pt x="201456" y="105547"/>
                  <a:pt x="200614" y="104873"/>
                  <a:pt x="200025" y="103947"/>
                </a:cubicBezTo>
                <a:cubicBezTo>
                  <a:pt x="199436" y="103022"/>
                  <a:pt x="199141" y="102011"/>
                  <a:pt x="199141" y="100959"/>
                </a:cubicBezTo>
                <a:lnTo>
                  <a:pt x="199141" y="96456"/>
                </a:lnTo>
                <a:cubicBezTo>
                  <a:pt x="199141" y="92879"/>
                  <a:pt x="201750" y="93553"/>
                  <a:pt x="202845" y="93973"/>
                </a:cubicBezTo>
                <a:cubicBezTo>
                  <a:pt x="207053" y="95699"/>
                  <a:pt x="209788" y="96961"/>
                  <a:pt x="214965" y="98014"/>
                </a:cubicBezTo>
                <a:cubicBezTo>
                  <a:pt x="230410" y="101170"/>
                  <a:pt x="237185" y="97046"/>
                  <a:pt x="238826" y="96120"/>
                </a:cubicBezTo>
                <a:cubicBezTo>
                  <a:pt x="244381" y="92837"/>
                  <a:pt x="244802" y="85304"/>
                  <a:pt x="241057" y="81432"/>
                </a:cubicBezTo>
                <a:cubicBezTo>
                  <a:pt x="236638" y="77729"/>
                  <a:pt x="234534" y="77603"/>
                  <a:pt x="218710" y="72595"/>
                </a:cubicBezTo>
                <a:cubicBezTo>
                  <a:pt x="216774" y="72048"/>
                  <a:pt x="200320" y="66871"/>
                  <a:pt x="200278" y="50543"/>
                </a:cubicBezTo>
                <a:cubicBezTo>
                  <a:pt x="200025" y="38675"/>
                  <a:pt x="210798" y="26892"/>
                  <a:pt x="229526" y="26976"/>
                </a:cubicBezTo>
                <a:cubicBezTo>
                  <a:pt x="234871" y="26976"/>
                  <a:pt x="249053" y="28701"/>
                  <a:pt x="252925" y="33541"/>
                </a:cubicBezTo>
                <a:cubicBezTo>
                  <a:pt x="253514" y="34425"/>
                  <a:pt x="253766" y="35477"/>
                  <a:pt x="253724" y="36487"/>
                </a:cubicBezTo>
                <a:lnTo>
                  <a:pt x="253724" y="40737"/>
                </a:lnTo>
                <a:cubicBezTo>
                  <a:pt x="253724" y="42589"/>
                  <a:pt x="253051" y="43557"/>
                  <a:pt x="251662" y="43557"/>
                </a:cubicBezTo>
                <a:cubicBezTo>
                  <a:pt x="248422" y="43178"/>
                  <a:pt x="242656" y="38843"/>
                  <a:pt x="230957" y="39012"/>
                </a:cubicBezTo>
                <a:cubicBezTo>
                  <a:pt x="228053" y="38843"/>
                  <a:pt x="214165" y="39391"/>
                  <a:pt x="214796" y="49533"/>
                </a:cubicBezTo>
                <a:cubicBezTo>
                  <a:pt x="214628" y="57529"/>
                  <a:pt x="225991" y="60517"/>
                  <a:pt x="227295" y="60853"/>
                </a:cubicBezTo>
                <a:cubicBezTo>
                  <a:pt x="242656" y="65483"/>
                  <a:pt x="247748" y="66240"/>
                  <a:pt x="253850" y="73310"/>
                </a:cubicBezTo>
                <a:cubicBezTo>
                  <a:pt x="261047" y="82653"/>
                  <a:pt x="257175" y="93637"/>
                  <a:pt x="255660" y="96625"/>
                </a:cubicBezTo>
                <a:cubicBezTo>
                  <a:pt x="247622" y="112406"/>
                  <a:pt x="226875" y="111102"/>
                  <a:pt x="226496" y="111102"/>
                </a:cubicBezTo>
                <a:close/>
                <a:moveTo>
                  <a:pt x="243498" y="155290"/>
                </a:moveTo>
                <a:cubicBezTo>
                  <a:pt x="214039" y="177047"/>
                  <a:pt x="171240" y="188620"/>
                  <a:pt x="134711" y="188620"/>
                </a:cubicBezTo>
                <a:cubicBezTo>
                  <a:pt x="85430" y="188957"/>
                  <a:pt x="37791" y="170819"/>
                  <a:pt x="1178" y="137825"/>
                </a:cubicBezTo>
                <a:cubicBezTo>
                  <a:pt x="-1557" y="135342"/>
                  <a:pt x="842" y="131933"/>
                  <a:pt x="4208" y="133827"/>
                </a:cubicBezTo>
                <a:cubicBezTo>
                  <a:pt x="44819" y="157057"/>
                  <a:pt x="90775" y="169262"/>
                  <a:pt x="137572" y="169220"/>
                </a:cubicBezTo>
                <a:cubicBezTo>
                  <a:pt x="172502" y="169051"/>
                  <a:pt x="207053" y="161939"/>
                  <a:pt x="239247" y="148388"/>
                </a:cubicBezTo>
                <a:cubicBezTo>
                  <a:pt x="244213" y="146284"/>
                  <a:pt x="248422" y="151671"/>
                  <a:pt x="243498" y="155290"/>
                </a:cubicBezTo>
                <a:close/>
                <a:moveTo>
                  <a:pt x="255786" y="141276"/>
                </a:moveTo>
                <a:cubicBezTo>
                  <a:pt x="251999" y="136436"/>
                  <a:pt x="230830" y="139003"/>
                  <a:pt x="221362" y="140140"/>
                </a:cubicBezTo>
                <a:cubicBezTo>
                  <a:pt x="218500" y="140476"/>
                  <a:pt x="218037" y="137993"/>
                  <a:pt x="220604" y="136142"/>
                </a:cubicBezTo>
                <a:cubicBezTo>
                  <a:pt x="237480" y="124274"/>
                  <a:pt x="265171" y="127683"/>
                  <a:pt x="268327" y="131681"/>
                </a:cubicBezTo>
                <a:cubicBezTo>
                  <a:pt x="271484" y="135679"/>
                  <a:pt x="267443" y="163412"/>
                  <a:pt x="251662" y="176668"/>
                </a:cubicBezTo>
                <a:cubicBezTo>
                  <a:pt x="249221" y="178731"/>
                  <a:pt x="246907" y="177636"/>
                  <a:pt x="248001" y="174943"/>
                </a:cubicBezTo>
                <a:cubicBezTo>
                  <a:pt x="251536" y="165979"/>
                  <a:pt x="259532" y="146115"/>
                  <a:pt x="255744" y="14127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2" name="Text 40"/>
          <p:cNvSpPr/>
          <p:nvPr/>
        </p:nvSpPr>
        <p:spPr>
          <a:xfrm>
            <a:off x="650898" y="6212713"/>
            <a:ext cx="15082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5387" y="6392271"/>
            <a:ext cx="149931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SageMaker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343515" y="5817685"/>
            <a:ext cx="1660913" cy="825968"/>
          </a:xfrm>
          <a:custGeom>
            <a:avLst/>
            <a:gdLst/>
            <a:ahLst/>
            <a:cxnLst/>
            <a:rect l="l" t="t" r="r" b="b"/>
            <a:pathLst>
              <a:path w="1660913" h="825968">
                <a:moveTo>
                  <a:pt x="107731" y="0"/>
                </a:moveTo>
                <a:lnTo>
                  <a:pt x="1553182" y="0"/>
                </a:lnTo>
                <a:cubicBezTo>
                  <a:pt x="1612680" y="0"/>
                  <a:pt x="1660913" y="48233"/>
                  <a:pt x="1660913" y="107731"/>
                </a:cubicBezTo>
                <a:lnTo>
                  <a:pt x="1660913" y="718237"/>
                </a:lnTo>
                <a:cubicBezTo>
                  <a:pt x="1660913" y="777735"/>
                  <a:pt x="1612680" y="825968"/>
                  <a:pt x="1553182" y="825968"/>
                </a:cubicBezTo>
                <a:lnTo>
                  <a:pt x="107731" y="825968"/>
                </a:lnTo>
                <a:cubicBezTo>
                  <a:pt x="48233" y="825968"/>
                  <a:pt x="0" y="777735"/>
                  <a:pt x="0" y="718237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5" name="Shape 43"/>
          <p:cNvSpPr/>
          <p:nvPr/>
        </p:nvSpPr>
        <p:spPr>
          <a:xfrm>
            <a:off x="3079844" y="5925420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0" y="13467"/>
                </a:moveTo>
                <a:lnTo>
                  <a:pt x="90312" y="13467"/>
                </a:lnTo>
                <a:lnTo>
                  <a:pt x="90312" y="103779"/>
                </a:lnTo>
                <a:lnTo>
                  <a:pt x="0" y="103779"/>
                </a:lnTo>
                <a:lnTo>
                  <a:pt x="0" y="13467"/>
                </a:lnTo>
                <a:close/>
                <a:moveTo>
                  <a:pt x="98224" y="13467"/>
                </a:moveTo>
                <a:lnTo>
                  <a:pt x="188536" y="13467"/>
                </a:lnTo>
                <a:lnTo>
                  <a:pt x="188536" y="103779"/>
                </a:lnTo>
                <a:lnTo>
                  <a:pt x="98224" y="103779"/>
                </a:lnTo>
                <a:lnTo>
                  <a:pt x="98224" y="13467"/>
                </a:lnTo>
                <a:close/>
                <a:moveTo>
                  <a:pt x="0" y="111691"/>
                </a:moveTo>
                <a:lnTo>
                  <a:pt x="90312" y="111691"/>
                </a:lnTo>
                <a:lnTo>
                  <a:pt x="90312" y="202003"/>
                </a:lnTo>
                <a:lnTo>
                  <a:pt x="0" y="202003"/>
                </a:lnTo>
                <a:lnTo>
                  <a:pt x="0" y="111691"/>
                </a:lnTo>
                <a:close/>
                <a:moveTo>
                  <a:pt x="98224" y="111691"/>
                </a:moveTo>
                <a:lnTo>
                  <a:pt x="188536" y="111691"/>
                </a:lnTo>
                <a:lnTo>
                  <a:pt x="188536" y="202003"/>
                </a:lnTo>
                <a:lnTo>
                  <a:pt x="98224" y="202003"/>
                </a:lnTo>
                <a:lnTo>
                  <a:pt x="98224" y="111691"/>
                </a:lnTo>
                <a:close/>
              </a:path>
            </a:pathLst>
          </a:custGeom>
          <a:solidFill>
            <a:srgbClr val="00A4EF"/>
          </a:solidFill>
          <a:ln/>
        </p:spPr>
      </p:sp>
      <p:sp>
        <p:nvSpPr>
          <p:cNvPr id="46" name="Text 44"/>
          <p:cNvSpPr/>
          <p:nvPr/>
        </p:nvSpPr>
        <p:spPr>
          <a:xfrm>
            <a:off x="2419827" y="6212713"/>
            <a:ext cx="15082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424316" y="6392271"/>
            <a:ext cx="149931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Studio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12443" y="5817685"/>
            <a:ext cx="1660913" cy="825968"/>
          </a:xfrm>
          <a:custGeom>
            <a:avLst/>
            <a:gdLst/>
            <a:ahLst/>
            <a:cxnLst/>
            <a:rect l="l" t="t" r="r" b="b"/>
            <a:pathLst>
              <a:path w="1660913" h="825968">
                <a:moveTo>
                  <a:pt x="107731" y="0"/>
                </a:moveTo>
                <a:lnTo>
                  <a:pt x="1553182" y="0"/>
                </a:lnTo>
                <a:cubicBezTo>
                  <a:pt x="1612680" y="0"/>
                  <a:pt x="1660913" y="48233"/>
                  <a:pt x="1660913" y="107731"/>
                </a:cubicBezTo>
                <a:lnTo>
                  <a:pt x="1660913" y="718237"/>
                </a:lnTo>
                <a:cubicBezTo>
                  <a:pt x="1660913" y="777735"/>
                  <a:pt x="1612680" y="825968"/>
                  <a:pt x="1553182" y="825968"/>
                </a:cubicBezTo>
                <a:lnTo>
                  <a:pt x="107731" y="825968"/>
                </a:lnTo>
                <a:cubicBezTo>
                  <a:pt x="48233" y="825968"/>
                  <a:pt x="0" y="777735"/>
                  <a:pt x="0" y="718237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9" name="Shape 47"/>
          <p:cNvSpPr/>
          <p:nvPr/>
        </p:nvSpPr>
        <p:spPr>
          <a:xfrm>
            <a:off x="4835305" y="592542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10420" y="110176"/>
                </a:moveTo>
                <a:cubicBezTo>
                  <a:pt x="210420" y="169725"/>
                  <a:pt x="169640" y="212103"/>
                  <a:pt x="109418" y="212103"/>
                </a:cubicBezTo>
                <a:cubicBezTo>
                  <a:pt x="51679" y="212103"/>
                  <a:pt x="5050" y="165474"/>
                  <a:pt x="5050" y="107735"/>
                </a:cubicBezTo>
                <a:cubicBezTo>
                  <a:pt x="5050" y="49996"/>
                  <a:pt x="51679" y="3367"/>
                  <a:pt x="109418" y="3367"/>
                </a:cubicBezTo>
                <a:cubicBezTo>
                  <a:pt x="137530" y="3367"/>
                  <a:pt x="161182" y="13677"/>
                  <a:pt x="179404" y="30679"/>
                </a:cubicBezTo>
                <a:lnTo>
                  <a:pt x="150997" y="57992"/>
                </a:lnTo>
                <a:cubicBezTo>
                  <a:pt x="113837" y="22136"/>
                  <a:pt x="44735" y="49070"/>
                  <a:pt x="44735" y="107735"/>
                </a:cubicBezTo>
                <a:cubicBezTo>
                  <a:pt x="44735" y="144138"/>
                  <a:pt x="73815" y="173638"/>
                  <a:pt x="109418" y="173638"/>
                </a:cubicBezTo>
                <a:cubicBezTo>
                  <a:pt x="150745" y="173638"/>
                  <a:pt x="166232" y="144011"/>
                  <a:pt x="168672" y="128651"/>
                </a:cubicBezTo>
                <a:lnTo>
                  <a:pt x="109418" y="128651"/>
                </a:lnTo>
                <a:lnTo>
                  <a:pt x="109418" y="92753"/>
                </a:lnTo>
                <a:lnTo>
                  <a:pt x="208778" y="92753"/>
                </a:lnTo>
                <a:cubicBezTo>
                  <a:pt x="209746" y="98098"/>
                  <a:pt x="210420" y="103232"/>
                  <a:pt x="210420" y="110176"/>
                </a:cubicBezTo>
                <a:close/>
              </a:path>
            </a:pathLst>
          </a:custGeom>
          <a:solidFill>
            <a:srgbClr val="4285F4"/>
          </a:solidFill>
          <a:ln/>
        </p:spPr>
      </p:sp>
      <p:sp>
        <p:nvSpPr>
          <p:cNvPr id="50" name="Text 48"/>
          <p:cNvSpPr/>
          <p:nvPr/>
        </p:nvSpPr>
        <p:spPr>
          <a:xfrm>
            <a:off x="4188756" y="6212713"/>
            <a:ext cx="15082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GCP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193244" y="6392271"/>
            <a:ext cx="149931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Vertex AI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04717" y="1256907"/>
            <a:ext cx="5629149" cy="3662987"/>
          </a:xfrm>
          <a:custGeom>
            <a:avLst/>
            <a:gdLst/>
            <a:ahLst/>
            <a:cxnLst/>
            <a:rect l="l" t="t" r="r" b="b"/>
            <a:pathLst>
              <a:path w="5629149" h="3662987">
                <a:moveTo>
                  <a:pt x="215457" y="0"/>
                </a:moveTo>
                <a:lnTo>
                  <a:pt x="5413692" y="0"/>
                </a:lnTo>
                <a:cubicBezTo>
                  <a:pt x="5532606" y="0"/>
                  <a:pt x="5629149" y="96543"/>
                  <a:pt x="5629149" y="215457"/>
                </a:cubicBezTo>
                <a:lnTo>
                  <a:pt x="5629149" y="3447530"/>
                </a:lnTo>
                <a:cubicBezTo>
                  <a:pt x="5629149" y="3566444"/>
                  <a:pt x="5532606" y="3662987"/>
                  <a:pt x="5413692" y="3662987"/>
                </a:cubicBezTo>
                <a:lnTo>
                  <a:pt x="215457" y="3662987"/>
                </a:lnTo>
                <a:cubicBezTo>
                  <a:pt x="96543" y="3662987"/>
                  <a:pt x="0" y="3566444"/>
                  <a:pt x="0" y="3447530"/>
                </a:cubicBezTo>
                <a:lnTo>
                  <a:pt x="0" y="215457"/>
                </a:lnTo>
                <a:cubicBezTo>
                  <a:pt x="0" y="96543"/>
                  <a:pt x="96543" y="0"/>
                  <a:pt x="21545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34" dist="8978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20187" y="1472377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34655" y="1598068"/>
            <a:ext cx="202003" cy="179558"/>
          </a:xfrm>
          <a:custGeom>
            <a:avLst/>
            <a:gdLst/>
            <a:ahLst/>
            <a:cxnLst/>
            <a:rect l="l" t="t" r="r" b="b"/>
            <a:pathLst>
              <a:path w="202003" h="179558">
                <a:moveTo>
                  <a:pt x="16834" y="68667"/>
                </a:moveTo>
                <a:lnTo>
                  <a:pt x="90200" y="98862"/>
                </a:lnTo>
                <a:cubicBezTo>
                  <a:pt x="93637" y="100265"/>
                  <a:pt x="97284" y="101001"/>
                  <a:pt x="101001" y="101001"/>
                </a:cubicBezTo>
                <a:cubicBezTo>
                  <a:pt x="104719" y="101001"/>
                  <a:pt x="108366" y="100265"/>
                  <a:pt x="111803" y="98862"/>
                </a:cubicBezTo>
                <a:lnTo>
                  <a:pt x="196813" y="63862"/>
                </a:lnTo>
                <a:cubicBezTo>
                  <a:pt x="199969" y="62565"/>
                  <a:pt x="202003" y="59514"/>
                  <a:pt x="202003" y="56112"/>
                </a:cubicBezTo>
                <a:cubicBezTo>
                  <a:pt x="202003" y="52710"/>
                  <a:pt x="199969" y="49659"/>
                  <a:pt x="196813" y="48361"/>
                </a:cubicBezTo>
                <a:lnTo>
                  <a:pt x="111803" y="13362"/>
                </a:lnTo>
                <a:cubicBezTo>
                  <a:pt x="108366" y="11959"/>
                  <a:pt x="104719" y="11222"/>
                  <a:pt x="101001" y="11222"/>
                </a:cubicBezTo>
                <a:cubicBezTo>
                  <a:pt x="97284" y="11222"/>
                  <a:pt x="93637" y="11959"/>
                  <a:pt x="90200" y="13362"/>
                </a:cubicBezTo>
                <a:lnTo>
                  <a:pt x="5190" y="48361"/>
                </a:lnTo>
                <a:cubicBezTo>
                  <a:pt x="2034" y="49659"/>
                  <a:pt x="0" y="52710"/>
                  <a:pt x="0" y="56112"/>
                </a:cubicBezTo>
                <a:lnTo>
                  <a:pt x="0" y="159919"/>
                </a:lnTo>
                <a:cubicBezTo>
                  <a:pt x="0" y="164583"/>
                  <a:pt x="3752" y="168336"/>
                  <a:pt x="8417" y="168336"/>
                </a:cubicBezTo>
                <a:cubicBezTo>
                  <a:pt x="13081" y="168336"/>
                  <a:pt x="16834" y="164583"/>
                  <a:pt x="16834" y="159919"/>
                </a:cubicBezTo>
                <a:lnTo>
                  <a:pt x="16834" y="68667"/>
                </a:lnTo>
                <a:close/>
                <a:moveTo>
                  <a:pt x="33667" y="93812"/>
                </a:moveTo>
                <a:lnTo>
                  <a:pt x="33667" y="134669"/>
                </a:lnTo>
                <a:cubicBezTo>
                  <a:pt x="33667" y="153256"/>
                  <a:pt x="63827" y="168336"/>
                  <a:pt x="101001" y="168336"/>
                </a:cubicBezTo>
                <a:cubicBezTo>
                  <a:pt x="138176" y="168336"/>
                  <a:pt x="168336" y="153256"/>
                  <a:pt x="168336" y="134669"/>
                </a:cubicBezTo>
                <a:lnTo>
                  <a:pt x="168336" y="93777"/>
                </a:lnTo>
                <a:lnTo>
                  <a:pt x="118221" y="114433"/>
                </a:lnTo>
                <a:cubicBezTo>
                  <a:pt x="112750" y="116678"/>
                  <a:pt x="106928" y="117835"/>
                  <a:pt x="101001" y="117835"/>
                </a:cubicBezTo>
                <a:cubicBezTo>
                  <a:pt x="95075" y="117835"/>
                  <a:pt x="89253" y="116678"/>
                  <a:pt x="83782" y="114433"/>
                </a:cubicBezTo>
                <a:lnTo>
                  <a:pt x="33667" y="9377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6958861" y="1562156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Educación y Cursos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20187" y="2082875"/>
            <a:ext cx="5198209" cy="574586"/>
          </a:xfrm>
          <a:custGeom>
            <a:avLst/>
            <a:gdLst/>
            <a:ahLst/>
            <a:cxnLst/>
            <a:rect l="l" t="t" r="r" b="b"/>
            <a:pathLst>
              <a:path w="5198209" h="574586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66851"/>
                </a:lnTo>
                <a:cubicBezTo>
                  <a:pt x="5198209" y="526352"/>
                  <a:pt x="5149975" y="574586"/>
                  <a:pt x="5090474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6527922" y="2190610"/>
            <a:ext cx="156215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Coursera - Deep Learning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55293" y="2208566"/>
            <a:ext cx="61049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Andrew 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27922" y="2406080"/>
            <a:ext cx="5036607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Especialización completa en deep learning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20187" y="2765196"/>
            <a:ext cx="5198209" cy="574586"/>
          </a:xfrm>
          <a:custGeom>
            <a:avLst/>
            <a:gdLst/>
            <a:ahLst/>
            <a:cxnLst/>
            <a:rect l="l" t="t" r="r" b="b"/>
            <a:pathLst>
              <a:path w="5198209" h="574586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66851"/>
                </a:lnTo>
                <a:cubicBezTo>
                  <a:pt x="5198209" y="526352"/>
                  <a:pt x="5149975" y="574586"/>
                  <a:pt x="5090474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6527922" y="2872931"/>
            <a:ext cx="43094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Fast.ai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107356" y="2890887"/>
            <a:ext cx="457873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27922" y="3088401"/>
            <a:ext cx="5036607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Cursos gratuitos con enfoque práctico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20187" y="3447517"/>
            <a:ext cx="5198209" cy="574586"/>
          </a:xfrm>
          <a:custGeom>
            <a:avLst/>
            <a:gdLst/>
            <a:ahLst/>
            <a:cxnLst/>
            <a:rect l="l" t="t" r="r" b="b"/>
            <a:pathLst>
              <a:path w="5198209" h="574586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66851"/>
                </a:lnTo>
                <a:cubicBezTo>
                  <a:pt x="5198209" y="526352"/>
                  <a:pt x="5149975" y="574586"/>
                  <a:pt x="5090474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5" name="Text 63"/>
          <p:cNvSpPr/>
          <p:nvPr/>
        </p:nvSpPr>
        <p:spPr>
          <a:xfrm>
            <a:off x="6527922" y="3555252"/>
            <a:ext cx="133770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 OpenCourseWare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961465" y="3573208"/>
            <a:ext cx="601520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Académico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527922" y="3770722"/>
            <a:ext cx="5036607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teóricos de IA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420187" y="4129838"/>
            <a:ext cx="5198209" cy="574586"/>
          </a:xfrm>
          <a:custGeom>
            <a:avLst/>
            <a:gdLst/>
            <a:ahLst/>
            <a:cxnLst/>
            <a:rect l="l" t="t" r="r" b="b"/>
            <a:pathLst>
              <a:path w="5198209" h="574586">
                <a:moveTo>
                  <a:pt x="107735" y="0"/>
                </a:moveTo>
                <a:lnTo>
                  <a:pt x="5090474" y="0"/>
                </a:lnTo>
                <a:cubicBezTo>
                  <a:pt x="5149975" y="0"/>
                  <a:pt x="5198209" y="48235"/>
                  <a:pt x="5198209" y="107735"/>
                </a:cubicBezTo>
                <a:lnTo>
                  <a:pt x="5198209" y="466851"/>
                </a:lnTo>
                <a:cubicBezTo>
                  <a:pt x="5198209" y="526352"/>
                  <a:pt x="5149975" y="574586"/>
                  <a:pt x="5090474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9" name="Text 67"/>
          <p:cNvSpPr/>
          <p:nvPr/>
        </p:nvSpPr>
        <p:spPr>
          <a:xfrm>
            <a:off x="6527922" y="4237573"/>
            <a:ext cx="123895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AI Education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09320" y="4255529"/>
            <a:ext cx="457873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Gratuito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27922" y="4453043"/>
            <a:ext cx="5036607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Recursos de aprendizaje de Google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04717" y="5099452"/>
            <a:ext cx="5629149" cy="1759670"/>
          </a:xfrm>
          <a:custGeom>
            <a:avLst/>
            <a:gdLst/>
            <a:ahLst/>
            <a:cxnLst/>
            <a:rect l="l" t="t" r="r" b="b"/>
            <a:pathLst>
              <a:path w="5629149" h="1759670">
                <a:moveTo>
                  <a:pt x="215472" y="0"/>
                </a:moveTo>
                <a:lnTo>
                  <a:pt x="5413677" y="0"/>
                </a:lnTo>
                <a:cubicBezTo>
                  <a:pt x="5532679" y="0"/>
                  <a:pt x="5629149" y="96470"/>
                  <a:pt x="5629149" y="215472"/>
                </a:cubicBezTo>
                <a:lnTo>
                  <a:pt x="5629149" y="1544198"/>
                </a:lnTo>
                <a:cubicBezTo>
                  <a:pt x="5629149" y="1663200"/>
                  <a:pt x="5532679" y="1759670"/>
                  <a:pt x="5413677" y="1759670"/>
                </a:cubicBezTo>
                <a:lnTo>
                  <a:pt x="215472" y="1759670"/>
                </a:lnTo>
                <a:cubicBezTo>
                  <a:pt x="96550" y="1759670"/>
                  <a:pt x="0" y="1663121"/>
                  <a:pt x="0" y="1544198"/>
                </a:cubicBezTo>
                <a:lnTo>
                  <a:pt x="0" y="215472"/>
                </a:lnTo>
                <a:cubicBezTo>
                  <a:pt x="0" y="96550"/>
                  <a:pt x="96550" y="0"/>
                  <a:pt x="2154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34" dist="8978" dir="5400000">
              <a:srgbClr val="000000">
                <a:alpha val="10196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420187" y="5314922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557100" y="5440613"/>
            <a:ext cx="157113" cy="179558"/>
          </a:xfrm>
          <a:custGeom>
            <a:avLst/>
            <a:gdLst/>
            <a:ahLst/>
            <a:cxnLst/>
            <a:rect l="l" t="t" r="r" b="b"/>
            <a:pathLst>
              <a:path w="157113" h="179558">
                <a:moveTo>
                  <a:pt x="157113" y="72174"/>
                </a:moveTo>
                <a:cubicBezTo>
                  <a:pt x="151923" y="75611"/>
                  <a:pt x="145961" y="78381"/>
                  <a:pt x="139754" y="80591"/>
                </a:cubicBezTo>
                <a:cubicBezTo>
                  <a:pt x="123271" y="86483"/>
                  <a:pt x="101633" y="89779"/>
                  <a:pt x="78557" y="89779"/>
                </a:cubicBezTo>
                <a:cubicBezTo>
                  <a:pt x="55481" y="89779"/>
                  <a:pt x="33807" y="86447"/>
                  <a:pt x="17360" y="80591"/>
                </a:cubicBezTo>
                <a:cubicBezTo>
                  <a:pt x="11187" y="78381"/>
                  <a:pt x="5190" y="75611"/>
                  <a:pt x="0" y="72174"/>
                </a:cubicBezTo>
                <a:lnTo>
                  <a:pt x="0" y="101001"/>
                </a:lnTo>
                <a:cubicBezTo>
                  <a:pt x="0" y="116502"/>
                  <a:pt x="35175" y="129057"/>
                  <a:pt x="78557" y="129057"/>
                </a:cubicBezTo>
                <a:cubicBezTo>
                  <a:pt x="121938" y="129057"/>
                  <a:pt x="157113" y="116502"/>
                  <a:pt x="157113" y="101001"/>
                </a:cubicBezTo>
                <a:lnTo>
                  <a:pt x="157113" y="72174"/>
                </a:lnTo>
                <a:close/>
                <a:moveTo>
                  <a:pt x="157113" y="44890"/>
                </a:moveTo>
                <a:lnTo>
                  <a:pt x="157113" y="28056"/>
                </a:lnTo>
                <a:cubicBezTo>
                  <a:pt x="157113" y="12555"/>
                  <a:pt x="121938" y="0"/>
                  <a:pt x="78557" y="0"/>
                </a:cubicBezTo>
                <a:cubicBezTo>
                  <a:pt x="35175" y="0"/>
                  <a:pt x="0" y="12555"/>
                  <a:pt x="0" y="28056"/>
                </a:cubicBezTo>
                <a:lnTo>
                  <a:pt x="0" y="44890"/>
                </a:lnTo>
                <a:cubicBezTo>
                  <a:pt x="0" y="60390"/>
                  <a:pt x="35175" y="72946"/>
                  <a:pt x="78557" y="72946"/>
                </a:cubicBezTo>
                <a:cubicBezTo>
                  <a:pt x="121938" y="72946"/>
                  <a:pt x="157113" y="60390"/>
                  <a:pt x="157113" y="44890"/>
                </a:cubicBezTo>
                <a:close/>
                <a:moveTo>
                  <a:pt x="139754" y="136703"/>
                </a:moveTo>
                <a:cubicBezTo>
                  <a:pt x="123306" y="142559"/>
                  <a:pt x="101668" y="145891"/>
                  <a:pt x="78557" y="145891"/>
                </a:cubicBezTo>
                <a:cubicBezTo>
                  <a:pt x="55446" y="145891"/>
                  <a:pt x="33807" y="142559"/>
                  <a:pt x="17360" y="136703"/>
                </a:cubicBezTo>
                <a:cubicBezTo>
                  <a:pt x="11187" y="134493"/>
                  <a:pt x="5190" y="131723"/>
                  <a:pt x="0" y="128286"/>
                </a:cubicBezTo>
                <a:lnTo>
                  <a:pt x="0" y="151502"/>
                </a:lnTo>
                <a:cubicBezTo>
                  <a:pt x="0" y="167003"/>
                  <a:pt x="35175" y="179558"/>
                  <a:pt x="78557" y="179558"/>
                </a:cubicBezTo>
                <a:cubicBezTo>
                  <a:pt x="121938" y="179558"/>
                  <a:pt x="157113" y="167003"/>
                  <a:pt x="157113" y="151502"/>
                </a:cubicBezTo>
                <a:lnTo>
                  <a:pt x="157113" y="128286"/>
                </a:lnTo>
                <a:cubicBezTo>
                  <a:pt x="151923" y="131723"/>
                  <a:pt x="145961" y="134493"/>
                  <a:pt x="139754" y="13670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5" name="Text 73"/>
          <p:cNvSpPr/>
          <p:nvPr/>
        </p:nvSpPr>
        <p:spPr>
          <a:xfrm>
            <a:off x="6958861" y="5404701"/>
            <a:ext cx="213674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Datasets y Comunidades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420187" y="5889508"/>
            <a:ext cx="2549726" cy="323205"/>
          </a:xfrm>
          <a:custGeom>
            <a:avLst/>
            <a:gdLst/>
            <a:ahLst/>
            <a:cxnLst/>
            <a:rect l="l" t="t" r="r" b="b"/>
            <a:pathLst>
              <a:path w="2549726" h="323205">
                <a:moveTo>
                  <a:pt x="71823" y="0"/>
                </a:moveTo>
                <a:lnTo>
                  <a:pt x="2477904" y="0"/>
                </a:lnTo>
                <a:cubicBezTo>
                  <a:pt x="2517570" y="0"/>
                  <a:pt x="2549726" y="32156"/>
                  <a:pt x="2549726" y="71823"/>
                </a:cubicBezTo>
                <a:lnTo>
                  <a:pt x="2549726" y="251382"/>
                </a:lnTo>
                <a:cubicBezTo>
                  <a:pt x="2549726" y="291049"/>
                  <a:pt x="2517570" y="323205"/>
                  <a:pt x="2477904" y="323205"/>
                </a:cubicBezTo>
                <a:lnTo>
                  <a:pt x="71823" y="323205"/>
                </a:lnTo>
                <a:cubicBezTo>
                  <a:pt x="32156" y="323205"/>
                  <a:pt x="0" y="291049"/>
                  <a:pt x="0" y="251382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77" name="Shape 75"/>
          <p:cNvSpPr/>
          <p:nvPr/>
        </p:nvSpPr>
        <p:spPr>
          <a:xfrm>
            <a:off x="6536899" y="5979287"/>
            <a:ext cx="89779" cy="143647"/>
          </a:xfrm>
          <a:custGeom>
            <a:avLst/>
            <a:gdLst/>
            <a:ahLst/>
            <a:cxnLst/>
            <a:rect l="l" t="t" r="r" b="b"/>
            <a:pathLst>
              <a:path w="89779" h="143647">
                <a:moveTo>
                  <a:pt x="85346" y="140701"/>
                </a:moveTo>
                <a:lnTo>
                  <a:pt x="44441" y="89863"/>
                </a:lnTo>
                <a:lnTo>
                  <a:pt x="83663" y="51904"/>
                </a:lnTo>
                <a:cubicBezTo>
                  <a:pt x="84392" y="51146"/>
                  <a:pt x="84140" y="48958"/>
                  <a:pt x="82176" y="48958"/>
                </a:cubicBezTo>
                <a:lnTo>
                  <a:pt x="62761" y="48958"/>
                </a:lnTo>
                <a:cubicBezTo>
                  <a:pt x="61779" y="48958"/>
                  <a:pt x="60797" y="49463"/>
                  <a:pt x="59815" y="50445"/>
                </a:cubicBezTo>
                <a:lnTo>
                  <a:pt x="22697" y="87955"/>
                </a:lnTo>
                <a:lnTo>
                  <a:pt x="22697" y="2104"/>
                </a:lnTo>
                <a:cubicBezTo>
                  <a:pt x="22697" y="701"/>
                  <a:pt x="21996" y="0"/>
                  <a:pt x="20593" y="0"/>
                </a:cubicBezTo>
                <a:lnTo>
                  <a:pt x="6032" y="0"/>
                </a:lnTo>
                <a:cubicBezTo>
                  <a:pt x="4629" y="0"/>
                  <a:pt x="3928" y="701"/>
                  <a:pt x="3928" y="2104"/>
                </a:cubicBezTo>
                <a:lnTo>
                  <a:pt x="3928" y="141542"/>
                </a:lnTo>
                <a:cubicBezTo>
                  <a:pt x="3928" y="142945"/>
                  <a:pt x="4629" y="143647"/>
                  <a:pt x="6032" y="143647"/>
                </a:cubicBezTo>
                <a:lnTo>
                  <a:pt x="20593" y="143647"/>
                </a:lnTo>
                <a:cubicBezTo>
                  <a:pt x="21996" y="143647"/>
                  <a:pt x="22697" y="142945"/>
                  <a:pt x="22697" y="141542"/>
                </a:cubicBezTo>
                <a:lnTo>
                  <a:pt x="22697" y="110961"/>
                </a:lnTo>
                <a:lnTo>
                  <a:pt x="31339" y="102741"/>
                </a:lnTo>
                <a:lnTo>
                  <a:pt x="62340" y="142188"/>
                </a:lnTo>
                <a:cubicBezTo>
                  <a:pt x="63182" y="143170"/>
                  <a:pt x="64164" y="143675"/>
                  <a:pt x="65286" y="143675"/>
                </a:cubicBezTo>
                <a:lnTo>
                  <a:pt x="84056" y="143675"/>
                </a:lnTo>
                <a:cubicBezTo>
                  <a:pt x="85038" y="143675"/>
                  <a:pt x="85599" y="143394"/>
                  <a:pt x="85739" y="142833"/>
                </a:cubicBezTo>
                <a:lnTo>
                  <a:pt x="85346" y="140701"/>
                </a:lnTo>
                <a:close/>
              </a:path>
            </a:pathLst>
          </a:custGeom>
          <a:solidFill>
            <a:srgbClr val="20BEFF"/>
          </a:solidFill>
          <a:ln/>
        </p:spPr>
      </p:sp>
      <p:sp>
        <p:nvSpPr>
          <p:cNvPr id="78" name="Text 76"/>
          <p:cNvSpPr/>
          <p:nvPr/>
        </p:nvSpPr>
        <p:spPr>
          <a:xfrm>
            <a:off x="6743391" y="5961331"/>
            <a:ext cx="45787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Kaggle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073580" y="5889508"/>
            <a:ext cx="2549726" cy="323205"/>
          </a:xfrm>
          <a:custGeom>
            <a:avLst/>
            <a:gdLst/>
            <a:ahLst/>
            <a:cxnLst/>
            <a:rect l="l" t="t" r="r" b="b"/>
            <a:pathLst>
              <a:path w="2549726" h="323205">
                <a:moveTo>
                  <a:pt x="71823" y="0"/>
                </a:moveTo>
                <a:lnTo>
                  <a:pt x="2477904" y="0"/>
                </a:lnTo>
                <a:cubicBezTo>
                  <a:pt x="2517570" y="0"/>
                  <a:pt x="2549726" y="32156"/>
                  <a:pt x="2549726" y="71823"/>
                </a:cubicBezTo>
                <a:lnTo>
                  <a:pt x="2549726" y="251382"/>
                </a:lnTo>
                <a:cubicBezTo>
                  <a:pt x="2549726" y="291049"/>
                  <a:pt x="2517570" y="323205"/>
                  <a:pt x="2477904" y="323205"/>
                </a:cubicBezTo>
                <a:lnTo>
                  <a:pt x="71823" y="323205"/>
                </a:lnTo>
                <a:cubicBezTo>
                  <a:pt x="32156" y="323205"/>
                  <a:pt x="0" y="291049"/>
                  <a:pt x="0" y="251382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80" name="Shape 78"/>
          <p:cNvSpPr/>
          <p:nvPr/>
        </p:nvSpPr>
        <p:spPr>
          <a:xfrm>
            <a:off x="9163359" y="5979287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48789" y="111494"/>
                </a:moveTo>
                <a:cubicBezTo>
                  <a:pt x="48789" y="112056"/>
                  <a:pt x="48144" y="112504"/>
                  <a:pt x="47330" y="112504"/>
                </a:cubicBezTo>
                <a:cubicBezTo>
                  <a:pt x="46405" y="112589"/>
                  <a:pt x="45759" y="112140"/>
                  <a:pt x="45759" y="111494"/>
                </a:cubicBezTo>
                <a:cubicBezTo>
                  <a:pt x="45759" y="110933"/>
                  <a:pt x="46405" y="110484"/>
                  <a:pt x="47218" y="110484"/>
                </a:cubicBezTo>
                <a:cubicBezTo>
                  <a:pt x="48060" y="110400"/>
                  <a:pt x="48789" y="110849"/>
                  <a:pt x="48789" y="111494"/>
                </a:cubicBezTo>
                <a:close/>
                <a:moveTo>
                  <a:pt x="40064" y="110232"/>
                </a:moveTo>
                <a:cubicBezTo>
                  <a:pt x="39868" y="110793"/>
                  <a:pt x="40429" y="111438"/>
                  <a:pt x="41270" y="111607"/>
                </a:cubicBezTo>
                <a:cubicBezTo>
                  <a:pt x="42000" y="111887"/>
                  <a:pt x="42841" y="111607"/>
                  <a:pt x="43010" y="111046"/>
                </a:cubicBezTo>
                <a:cubicBezTo>
                  <a:pt x="43178" y="110484"/>
                  <a:pt x="42645" y="109839"/>
                  <a:pt x="41803" y="109587"/>
                </a:cubicBezTo>
                <a:cubicBezTo>
                  <a:pt x="41074" y="109390"/>
                  <a:pt x="40260" y="109671"/>
                  <a:pt x="40064" y="110232"/>
                </a:cubicBezTo>
                <a:close/>
                <a:moveTo>
                  <a:pt x="52465" y="109755"/>
                </a:moveTo>
                <a:cubicBezTo>
                  <a:pt x="51651" y="109951"/>
                  <a:pt x="51090" y="110484"/>
                  <a:pt x="51174" y="111130"/>
                </a:cubicBezTo>
                <a:cubicBezTo>
                  <a:pt x="51258" y="111691"/>
                  <a:pt x="51988" y="112056"/>
                  <a:pt x="52829" y="111859"/>
                </a:cubicBezTo>
                <a:cubicBezTo>
                  <a:pt x="53643" y="111663"/>
                  <a:pt x="54204" y="111130"/>
                  <a:pt x="54120" y="110569"/>
                </a:cubicBezTo>
                <a:cubicBezTo>
                  <a:pt x="54036" y="110035"/>
                  <a:pt x="53278" y="109671"/>
                  <a:pt x="52465" y="109755"/>
                </a:cubicBezTo>
                <a:close/>
                <a:moveTo>
                  <a:pt x="70925" y="2244"/>
                </a:moveTo>
                <a:cubicBezTo>
                  <a:pt x="32012" y="2244"/>
                  <a:pt x="2244" y="31787"/>
                  <a:pt x="2244" y="70701"/>
                </a:cubicBezTo>
                <a:cubicBezTo>
                  <a:pt x="2244" y="101815"/>
                  <a:pt x="21828" y="128440"/>
                  <a:pt x="49799" y="137811"/>
                </a:cubicBezTo>
                <a:cubicBezTo>
                  <a:pt x="53391" y="138456"/>
                  <a:pt x="54653" y="136240"/>
                  <a:pt x="54653" y="134416"/>
                </a:cubicBezTo>
                <a:cubicBezTo>
                  <a:pt x="54653" y="132677"/>
                  <a:pt x="54569" y="123082"/>
                  <a:pt x="54569" y="117190"/>
                </a:cubicBezTo>
                <a:cubicBezTo>
                  <a:pt x="54569" y="117190"/>
                  <a:pt x="34930" y="121398"/>
                  <a:pt x="30805" y="108829"/>
                </a:cubicBezTo>
                <a:cubicBezTo>
                  <a:pt x="30805" y="108829"/>
                  <a:pt x="27607" y="100665"/>
                  <a:pt x="23006" y="98561"/>
                </a:cubicBezTo>
                <a:cubicBezTo>
                  <a:pt x="23006" y="98561"/>
                  <a:pt x="16581" y="94156"/>
                  <a:pt x="23455" y="94240"/>
                </a:cubicBezTo>
                <a:cubicBezTo>
                  <a:pt x="23455" y="94240"/>
                  <a:pt x="30441" y="94801"/>
                  <a:pt x="34284" y="101478"/>
                </a:cubicBezTo>
                <a:cubicBezTo>
                  <a:pt x="40429" y="112308"/>
                  <a:pt x="50725" y="109194"/>
                  <a:pt x="54737" y="107342"/>
                </a:cubicBezTo>
                <a:cubicBezTo>
                  <a:pt x="55382" y="102853"/>
                  <a:pt x="57206" y="99739"/>
                  <a:pt x="59226" y="97887"/>
                </a:cubicBezTo>
                <a:cubicBezTo>
                  <a:pt x="43543" y="96148"/>
                  <a:pt x="27719" y="93875"/>
                  <a:pt x="27719" y="66885"/>
                </a:cubicBezTo>
                <a:cubicBezTo>
                  <a:pt x="27719" y="59170"/>
                  <a:pt x="29852" y="55298"/>
                  <a:pt x="34341" y="50360"/>
                </a:cubicBezTo>
                <a:cubicBezTo>
                  <a:pt x="33611" y="48537"/>
                  <a:pt x="31226" y="41018"/>
                  <a:pt x="35070" y="31310"/>
                </a:cubicBezTo>
                <a:cubicBezTo>
                  <a:pt x="40934" y="29487"/>
                  <a:pt x="54429" y="38886"/>
                  <a:pt x="54429" y="38886"/>
                </a:cubicBezTo>
                <a:cubicBezTo>
                  <a:pt x="60040" y="37314"/>
                  <a:pt x="66072" y="36501"/>
                  <a:pt x="72048" y="36501"/>
                </a:cubicBezTo>
                <a:cubicBezTo>
                  <a:pt x="78024" y="36501"/>
                  <a:pt x="84056" y="37314"/>
                  <a:pt x="89667" y="38886"/>
                </a:cubicBezTo>
                <a:cubicBezTo>
                  <a:pt x="89667" y="38886"/>
                  <a:pt x="103162" y="29459"/>
                  <a:pt x="109025" y="31310"/>
                </a:cubicBezTo>
                <a:cubicBezTo>
                  <a:pt x="112869" y="41046"/>
                  <a:pt x="110484" y="48537"/>
                  <a:pt x="109755" y="50360"/>
                </a:cubicBezTo>
                <a:cubicBezTo>
                  <a:pt x="114244" y="55326"/>
                  <a:pt x="116993" y="59198"/>
                  <a:pt x="116993" y="66885"/>
                </a:cubicBezTo>
                <a:cubicBezTo>
                  <a:pt x="116993" y="93959"/>
                  <a:pt x="100468" y="96120"/>
                  <a:pt x="84785" y="97887"/>
                </a:cubicBezTo>
                <a:cubicBezTo>
                  <a:pt x="87366" y="100104"/>
                  <a:pt x="89555" y="104312"/>
                  <a:pt x="89555" y="110905"/>
                </a:cubicBezTo>
                <a:cubicBezTo>
                  <a:pt x="89555" y="120360"/>
                  <a:pt x="89470" y="132059"/>
                  <a:pt x="89470" y="134360"/>
                </a:cubicBezTo>
                <a:cubicBezTo>
                  <a:pt x="89470" y="136184"/>
                  <a:pt x="90761" y="138400"/>
                  <a:pt x="94324" y="137755"/>
                </a:cubicBezTo>
                <a:cubicBezTo>
                  <a:pt x="122380" y="128440"/>
                  <a:pt x="141402" y="101815"/>
                  <a:pt x="141402" y="70701"/>
                </a:cubicBezTo>
                <a:cubicBezTo>
                  <a:pt x="141402" y="31787"/>
                  <a:pt x="109839" y="2244"/>
                  <a:pt x="70925" y="2244"/>
                </a:cubicBezTo>
                <a:close/>
                <a:moveTo>
                  <a:pt x="29515" y="99009"/>
                </a:moveTo>
                <a:cubicBezTo>
                  <a:pt x="29150" y="99290"/>
                  <a:pt x="29234" y="99935"/>
                  <a:pt x="29711" y="100468"/>
                </a:cubicBezTo>
                <a:cubicBezTo>
                  <a:pt x="30160" y="100917"/>
                  <a:pt x="30805" y="101114"/>
                  <a:pt x="31170" y="100749"/>
                </a:cubicBezTo>
                <a:cubicBezTo>
                  <a:pt x="31535" y="100468"/>
                  <a:pt x="31451" y="99823"/>
                  <a:pt x="30974" y="99290"/>
                </a:cubicBezTo>
                <a:cubicBezTo>
                  <a:pt x="30525" y="98841"/>
                  <a:pt x="29880" y="98645"/>
                  <a:pt x="29515" y="99009"/>
                </a:cubicBezTo>
                <a:close/>
                <a:moveTo>
                  <a:pt x="26485" y="96737"/>
                </a:moveTo>
                <a:cubicBezTo>
                  <a:pt x="26288" y="97102"/>
                  <a:pt x="26569" y="97551"/>
                  <a:pt x="27130" y="97831"/>
                </a:cubicBezTo>
                <a:cubicBezTo>
                  <a:pt x="27579" y="98112"/>
                  <a:pt x="28140" y="98028"/>
                  <a:pt x="28337" y="97635"/>
                </a:cubicBezTo>
                <a:cubicBezTo>
                  <a:pt x="28533" y="97270"/>
                  <a:pt x="28252" y="96821"/>
                  <a:pt x="27691" y="96541"/>
                </a:cubicBezTo>
                <a:cubicBezTo>
                  <a:pt x="27130" y="96372"/>
                  <a:pt x="26681" y="96456"/>
                  <a:pt x="26485" y="96737"/>
                </a:cubicBezTo>
                <a:close/>
                <a:moveTo>
                  <a:pt x="35575" y="106725"/>
                </a:moveTo>
                <a:cubicBezTo>
                  <a:pt x="35126" y="107090"/>
                  <a:pt x="35294" y="107931"/>
                  <a:pt x="35940" y="108464"/>
                </a:cubicBezTo>
                <a:cubicBezTo>
                  <a:pt x="36585" y="109110"/>
                  <a:pt x="37399" y="109194"/>
                  <a:pt x="37763" y="108745"/>
                </a:cubicBezTo>
                <a:cubicBezTo>
                  <a:pt x="38128" y="108380"/>
                  <a:pt x="37960" y="107539"/>
                  <a:pt x="37399" y="107005"/>
                </a:cubicBezTo>
                <a:cubicBezTo>
                  <a:pt x="36781" y="106360"/>
                  <a:pt x="35940" y="106276"/>
                  <a:pt x="35575" y="106725"/>
                </a:cubicBezTo>
                <a:close/>
                <a:moveTo>
                  <a:pt x="32377" y="102601"/>
                </a:moveTo>
                <a:cubicBezTo>
                  <a:pt x="31928" y="102881"/>
                  <a:pt x="31928" y="103611"/>
                  <a:pt x="32377" y="104256"/>
                </a:cubicBezTo>
                <a:cubicBezTo>
                  <a:pt x="32825" y="104901"/>
                  <a:pt x="33583" y="105182"/>
                  <a:pt x="33948" y="104901"/>
                </a:cubicBezTo>
                <a:cubicBezTo>
                  <a:pt x="34397" y="104537"/>
                  <a:pt x="34397" y="103807"/>
                  <a:pt x="33948" y="103162"/>
                </a:cubicBezTo>
                <a:cubicBezTo>
                  <a:pt x="33555" y="102516"/>
                  <a:pt x="32825" y="102236"/>
                  <a:pt x="32377" y="102601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81" name="Text 79"/>
          <p:cNvSpPr/>
          <p:nvPr/>
        </p:nvSpPr>
        <p:spPr>
          <a:xfrm>
            <a:off x="9396784" y="5961331"/>
            <a:ext cx="46685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420187" y="6320448"/>
            <a:ext cx="2549726" cy="323205"/>
          </a:xfrm>
          <a:custGeom>
            <a:avLst/>
            <a:gdLst/>
            <a:ahLst/>
            <a:cxnLst/>
            <a:rect l="l" t="t" r="r" b="b"/>
            <a:pathLst>
              <a:path w="2549726" h="323205">
                <a:moveTo>
                  <a:pt x="71823" y="0"/>
                </a:moveTo>
                <a:lnTo>
                  <a:pt x="2477904" y="0"/>
                </a:lnTo>
                <a:cubicBezTo>
                  <a:pt x="2517570" y="0"/>
                  <a:pt x="2549726" y="32156"/>
                  <a:pt x="2549726" y="71823"/>
                </a:cubicBezTo>
                <a:lnTo>
                  <a:pt x="2549726" y="251382"/>
                </a:lnTo>
                <a:cubicBezTo>
                  <a:pt x="2549726" y="291049"/>
                  <a:pt x="2517570" y="323205"/>
                  <a:pt x="2477904" y="323205"/>
                </a:cubicBezTo>
                <a:lnTo>
                  <a:pt x="71823" y="323205"/>
                </a:lnTo>
                <a:cubicBezTo>
                  <a:pt x="32156" y="323205"/>
                  <a:pt x="0" y="291049"/>
                  <a:pt x="0" y="251382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83" name="Shape 81"/>
          <p:cNvSpPr/>
          <p:nvPr/>
        </p:nvSpPr>
        <p:spPr>
          <a:xfrm>
            <a:off x="6518944" y="6410227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125691" y="57739"/>
                </a:moveTo>
                <a:cubicBezTo>
                  <a:pt x="121538" y="60489"/>
                  <a:pt x="116769" y="62705"/>
                  <a:pt x="111803" y="64473"/>
                </a:cubicBezTo>
                <a:cubicBezTo>
                  <a:pt x="98617" y="69186"/>
                  <a:pt x="81306" y="71823"/>
                  <a:pt x="62845" y="71823"/>
                </a:cubicBezTo>
                <a:cubicBezTo>
                  <a:pt x="44385" y="71823"/>
                  <a:pt x="27046" y="69158"/>
                  <a:pt x="13888" y="64473"/>
                </a:cubicBezTo>
                <a:cubicBezTo>
                  <a:pt x="8950" y="62705"/>
                  <a:pt x="4152" y="60489"/>
                  <a:pt x="0" y="57739"/>
                </a:cubicBezTo>
                <a:lnTo>
                  <a:pt x="0" y="80801"/>
                </a:lnTo>
                <a:cubicBezTo>
                  <a:pt x="0" y="93202"/>
                  <a:pt x="28140" y="103246"/>
                  <a:pt x="62845" y="103246"/>
                </a:cubicBezTo>
                <a:cubicBezTo>
                  <a:pt x="97551" y="103246"/>
                  <a:pt x="125691" y="93202"/>
                  <a:pt x="125691" y="80801"/>
                </a:cubicBezTo>
                <a:lnTo>
                  <a:pt x="125691" y="57739"/>
                </a:lnTo>
                <a:close/>
                <a:moveTo>
                  <a:pt x="125691" y="35912"/>
                </a:moveTo>
                <a:lnTo>
                  <a:pt x="125691" y="22445"/>
                </a:lnTo>
                <a:cubicBezTo>
                  <a:pt x="125691" y="10044"/>
                  <a:pt x="97551" y="0"/>
                  <a:pt x="62845" y="0"/>
                </a:cubicBezTo>
                <a:cubicBezTo>
                  <a:pt x="28140" y="0"/>
                  <a:pt x="0" y="10044"/>
                  <a:pt x="0" y="22445"/>
                </a:cubicBezTo>
                <a:lnTo>
                  <a:pt x="0" y="35912"/>
                </a:lnTo>
                <a:cubicBezTo>
                  <a:pt x="0" y="48312"/>
                  <a:pt x="28140" y="58356"/>
                  <a:pt x="62845" y="58356"/>
                </a:cubicBezTo>
                <a:cubicBezTo>
                  <a:pt x="97551" y="58356"/>
                  <a:pt x="125691" y="48312"/>
                  <a:pt x="125691" y="35912"/>
                </a:cubicBezTo>
                <a:close/>
                <a:moveTo>
                  <a:pt x="111803" y="109362"/>
                </a:moveTo>
                <a:cubicBezTo>
                  <a:pt x="98645" y="114047"/>
                  <a:pt x="81334" y="116713"/>
                  <a:pt x="62845" y="116713"/>
                </a:cubicBezTo>
                <a:cubicBezTo>
                  <a:pt x="44356" y="116713"/>
                  <a:pt x="27046" y="114047"/>
                  <a:pt x="13888" y="109362"/>
                </a:cubicBezTo>
                <a:cubicBezTo>
                  <a:pt x="8950" y="107595"/>
                  <a:pt x="4152" y="105378"/>
                  <a:pt x="0" y="102629"/>
                </a:cubicBezTo>
                <a:lnTo>
                  <a:pt x="0" y="121202"/>
                </a:lnTo>
                <a:cubicBezTo>
                  <a:pt x="0" y="133603"/>
                  <a:pt x="28140" y="143647"/>
                  <a:pt x="62845" y="143647"/>
                </a:cubicBezTo>
                <a:cubicBezTo>
                  <a:pt x="97551" y="143647"/>
                  <a:pt x="125691" y="133603"/>
                  <a:pt x="125691" y="121202"/>
                </a:cubicBezTo>
                <a:lnTo>
                  <a:pt x="125691" y="102629"/>
                </a:lnTo>
                <a:cubicBezTo>
                  <a:pt x="121538" y="105378"/>
                  <a:pt x="116769" y="107595"/>
                  <a:pt x="111803" y="109362"/>
                </a:cubicBezTo>
                <a:close/>
              </a:path>
            </a:pathLst>
          </a:custGeom>
          <a:solidFill>
            <a:srgbClr val="4285F4"/>
          </a:solidFill>
          <a:ln/>
        </p:spPr>
      </p:sp>
      <p:sp>
        <p:nvSpPr>
          <p:cNvPr id="84" name="Text 82"/>
          <p:cNvSpPr/>
          <p:nvPr/>
        </p:nvSpPr>
        <p:spPr>
          <a:xfrm>
            <a:off x="6743391" y="6392271"/>
            <a:ext cx="96063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Dataset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073580" y="6320448"/>
            <a:ext cx="2549726" cy="323205"/>
          </a:xfrm>
          <a:custGeom>
            <a:avLst/>
            <a:gdLst/>
            <a:ahLst/>
            <a:cxnLst/>
            <a:rect l="l" t="t" r="r" b="b"/>
            <a:pathLst>
              <a:path w="2549726" h="323205">
                <a:moveTo>
                  <a:pt x="71823" y="0"/>
                </a:moveTo>
                <a:lnTo>
                  <a:pt x="2477904" y="0"/>
                </a:lnTo>
                <a:cubicBezTo>
                  <a:pt x="2517570" y="0"/>
                  <a:pt x="2549726" y="32156"/>
                  <a:pt x="2549726" y="71823"/>
                </a:cubicBezTo>
                <a:lnTo>
                  <a:pt x="2549726" y="251382"/>
                </a:lnTo>
                <a:cubicBezTo>
                  <a:pt x="2549726" y="291049"/>
                  <a:pt x="2517570" y="323205"/>
                  <a:pt x="2477904" y="323205"/>
                </a:cubicBezTo>
                <a:lnTo>
                  <a:pt x="71823" y="323205"/>
                </a:lnTo>
                <a:cubicBezTo>
                  <a:pt x="32156" y="323205"/>
                  <a:pt x="0" y="291049"/>
                  <a:pt x="0" y="251382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86" name="Shape 84"/>
          <p:cNvSpPr/>
          <p:nvPr/>
        </p:nvSpPr>
        <p:spPr>
          <a:xfrm>
            <a:off x="9145403" y="6410227"/>
            <a:ext cx="179558" cy="143647"/>
          </a:xfrm>
          <a:custGeom>
            <a:avLst/>
            <a:gdLst/>
            <a:ahLst/>
            <a:cxnLst/>
            <a:rect l="l" t="t" r="r" b="b"/>
            <a:pathLst>
              <a:path w="179558" h="143647">
                <a:moveTo>
                  <a:pt x="89779" y="4489"/>
                </a:moveTo>
                <a:cubicBezTo>
                  <a:pt x="105883" y="4489"/>
                  <a:pt x="118957" y="17563"/>
                  <a:pt x="118957" y="33667"/>
                </a:cubicBezTo>
                <a:cubicBezTo>
                  <a:pt x="118957" y="49771"/>
                  <a:pt x="105883" y="62845"/>
                  <a:pt x="89779" y="62845"/>
                </a:cubicBezTo>
                <a:cubicBezTo>
                  <a:pt x="73675" y="62845"/>
                  <a:pt x="60601" y="49771"/>
                  <a:pt x="60601" y="33667"/>
                </a:cubicBezTo>
                <a:cubicBezTo>
                  <a:pt x="60601" y="17563"/>
                  <a:pt x="73675" y="4489"/>
                  <a:pt x="89779" y="4489"/>
                </a:cubicBezTo>
                <a:close/>
                <a:moveTo>
                  <a:pt x="26934" y="24689"/>
                </a:moveTo>
                <a:cubicBezTo>
                  <a:pt x="38083" y="24689"/>
                  <a:pt x="47134" y="33741"/>
                  <a:pt x="47134" y="44890"/>
                </a:cubicBezTo>
                <a:cubicBezTo>
                  <a:pt x="47134" y="56038"/>
                  <a:pt x="38083" y="65090"/>
                  <a:pt x="26934" y="65090"/>
                </a:cubicBezTo>
                <a:cubicBezTo>
                  <a:pt x="15785" y="65090"/>
                  <a:pt x="6733" y="56038"/>
                  <a:pt x="6733" y="44890"/>
                </a:cubicBezTo>
                <a:cubicBezTo>
                  <a:pt x="6733" y="33741"/>
                  <a:pt x="15785" y="24689"/>
                  <a:pt x="26934" y="24689"/>
                </a:cubicBezTo>
                <a:close/>
                <a:moveTo>
                  <a:pt x="0" y="116713"/>
                </a:moveTo>
                <a:cubicBezTo>
                  <a:pt x="0" y="96877"/>
                  <a:pt x="16076" y="80801"/>
                  <a:pt x="35912" y="80801"/>
                </a:cubicBezTo>
                <a:cubicBezTo>
                  <a:pt x="39503" y="80801"/>
                  <a:pt x="42982" y="81334"/>
                  <a:pt x="46264" y="82316"/>
                </a:cubicBezTo>
                <a:cubicBezTo>
                  <a:pt x="37034" y="92641"/>
                  <a:pt x="31423" y="106276"/>
                  <a:pt x="31423" y="121202"/>
                </a:cubicBezTo>
                <a:lnTo>
                  <a:pt x="31423" y="125691"/>
                </a:lnTo>
                <a:cubicBezTo>
                  <a:pt x="31423" y="128889"/>
                  <a:pt x="32096" y="131919"/>
                  <a:pt x="33302" y="134669"/>
                </a:cubicBezTo>
                <a:lnTo>
                  <a:pt x="8978" y="134669"/>
                </a:lnTo>
                <a:cubicBezTo>
                  <a:pt x="4012" y="134669"/>
                  <a:pt x="0" y="130657"/>
                  <a:pt x="0" y="125691"/>
                </a:cubicBezTo>
                <a:lnTo>
                  <a:pt x="0" y="116713"/>
                </a:lnTo>
                <a:close/>
                <a:moveTo>
                  <a:pt x="146256" y="134669"/>
                </a:moveTo>
                <a:cubicBezTo>
                  <a:pt x="147462" y="131919"/>
                  <a:pt x="148135" y="128889"/>
                  <a:pt x="148135" y="125691"/>
                </a:cubicBezTo>
                <a:lnTo>
                  <a:pt x="148135" y="121202"/>
                </a:lnTo>
                <a:cubicBezTo>
                  <a:pt x="148135" y="106276"/>
                  <a:pt x="142524" y="92641"/>
                  <a:pt x="133294" y="82316"/>
                </a:cubicBezTo>
                <a:cubicBezTo>
                  <a:pt x="136576" y="81334"/>
                  <a:pt x="140055" y="80801"/>
                  <a:pt x="143647" y="80801"/>
                </a:cubicBezTo>
                <a:cubicBezTo>
                  <a:pt x="163482" y="80801"/>
                  <a:pt x="179558" y="96877"/>
                  <a:pt x="179558" y="116713"/>
                </a:cubicBezTo>
                <a:lnTo>
                  <a:pt x="179558" y="125691"/>
                </a:lnTo>
                <a:cubicBezTo>
                  <a:pt x="179558" y="130657"/>
                  <a:pt x="175546" y="134669"/>
                  <a:pt x="170580" y="134669"/>
                </a:cubicBezTo>
                <a:lnTo>
                  <a:pt x="146256" y="134669"/>
                </a:lnTo>
                <a:close/>
                <a:moveTo>
                  <a:pt x="132424" y="44890"/>
                </a:moveTo>
                <a:cubicBezTo>
                  <a:pt x="132424" y="33741"/>
                  <a:pt x="141476" y="24689"/>
                  <a:pt x="152624" y="24689"/>
                </a:cubicBezTo>
                <a:cubicBezTo>
                  <a:pt x="163773" y="24689"/>
                  <a:pt x="172825" y="33741"/>
                  <a:pt x="172825" y="44890"/>
                </a:cubicBezTo>
                <a:cubicBezTo>
                  <a:pt x="172825" y="56038"/>
                  <a:pt x="163773" y="65090"/>
                  <a:pt x="152624" y="65090"/>
                </a:cubicBezTo>
                <a:cubicBezTo>
                  <a:pt x="141476" y="65090"/>
                  <a:pt x="132424" y="56038"/>
                  <a:pt x="132424" y="44890"/>
                </a:cubicBezTo>
                <a:close/>
                <a:moveTo>
                  <a:pt x="44890" y="121202"/>
                </a:moveTo>
                <a:cubicBezTo>
                  <a:pt x="44890" y="96400"/>
                  <a:pt x="64978" y="76312"/>
                  <a:pt x="89779" y="76312"/>
                </a:cubicBezTo>
                <a:cubicBezTo>
                  <a:pt x="114581" y="76312"/>
                  <a:pt x="134669" y="96400"/>
                  <a:pt x="134669" y="121202"/>
                </a:cubicBezTo>
                <a:lnTo>
                  <a:pt x="134669" y="125691"/>
                </a:lnTo>
                <a:cubicBezTo>
                  <a:pt x="134669" y="130657"/>
                  <a:pt x="130657" y="134669"/>
                  <a:pt x="125691" y="134669"/>
                </a:cubicBezTo>
                <a:lnTo>
                  <a:pt x="53867" y="134669"/>
                </a:lnTo>
                <a:cubicBezTo>
                  <a:pt x="48902" y="134669"/>
                  <a:pt x="44890" y="130657"/>
                  <a:pt x="44890" y="125691"/>
                </a:cubicBezTo>
                <a:lnTo>
                  <a:pt x="44890" y="121202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7" name="Text 85"/>
          <p:cNvSpPr/>
          <p:nvPr/>
        </p:nvSpPr>
        <p:spPr>
          <a:xfrm>
            <a:off x="9396784" y="6392271"/>
            <a:ext cx="110428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Papers With 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255" y="324255"/>
            <a:ext cx="1160023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spc="45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Sección 1.9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255" y="551234"/>
            <a:ext cx="11738043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Convergencia Tecnológica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4255" y="1005191"/>
            <a:ext cx="1161644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los Negocios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255" y="1426723"/>
            <a:ext cx="6209489" cy="2675106"/>
          </a:xfrm>
          <a:custGeom>
            <a:avLst/>
            <a:gdLst/>
            <a:ahLst/>
            <a:cxnLst/>
            <a:rect l="l" t="t" r="r" b="b"/>
            <a:pathLst>
              <a:path w="6209489" h="2675106">
                <a:moveTo>
                  <a:pt x="194560" y="0"/>
                </a:moveTo>
                <a:lnTo>
                  <a:pt x="6014929" y="0"/>
                </a:lnTo>
                <a:cubicBezTo>
                  <a:pt x="6122382" y="0"/>
                  <a:pt x="6209489" y="87108"/>
                  <a:pt x="6209489" y="194560"/>
                </a:cubicBezTo>
                <a:lnTo>
                  <a:pt x="6209489" y="2480546"/>
                </a:lnTo>
                <a:cubicBezTo>
                  <a:pt x="6209489" y="2587999"/>
                  <a:pt x="6122382" y="2675106"/>
                  <a:pt x="6014929" y="2675106"/>
                </a:cubicBezTo>
                <a:lnTo>
                  <a:pt x="194560" y="2675106"/>
                </a:lnTo>
                <a:cubicBezTo>
                  <a:pt x="87108" y="2675106"/>
                  <a:pt x="0" y="2587999"/>
                  <a:pt x="0" y="2480546"/>
                </a:cubicBezTo>
                <a:lnTo>
                  <a:pt x="0" y="194560"/>
                </a:lnTo>
                <a:cubicBezTo>
                  <a:pt x="0" y="87180"/>
                  <a:pt x="87180" y="0"/>
                  <a:pt x="1945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8941" y="1653702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78531" y="27866"/>
                </a:moveTo>
                <a:lnTo>
                  <a:pt x="103863" y="27866"/>
                </a:lnTo>
                <a:lnTo>
                  <a:pt x="103863" y="43065"/>
                </a:lnTo>
                <a:lnTo>
                  <a:pt x="78531" y="43065"/>
                </a:lnTo>
                <a:lnTo>
                  <a:pt x="78531" y="27866"/>
                </a:lnTo>
                <a:close/>
                <a:moveTo>
                  <a:pt x="75997" y="10133"/>
                </a:moveTo>
                <a:cubicBezTo>
                  <a:pt x="67606" y="10133"/>
                  <a:pt x="60798" y="16941"/>
                  <a:pt x="60798" y="25332"/>
                </a:cubicBezTo>
                <a:lnTo>
                  <a:pt x="60798" y="45598"/>
                </a:lnTo>
                <a:cubicBezTo>
                  <a:pt x="60798" y="53990"/>
                  <a:pt x="67606" y="60798"/>
                  <a:pt x="75997" y="60798"/>
                </a:cubicBezTo>
                <a:lnTo>
                  <a:pt x="81064" y="60798"/>
                </a:lnTo>
                <a:lnTo>
                  <a:pt x="81064" y="70931"/>
                </a:lnTo>
                <a:lnTo>
                  <a:pt x="10133" y="70931"/>
                </a:lnTo>
                <a:cubicBezTo>
                  <a:pt x="4528" y="70931"/>
                  <a:pt x="0" y="75459"/>
                  <a:pt x="0" y="81064"/>
                </a:cubicBezTo>
                <a:cubicBezTo>
                  <a:pt x="0" y="86669"/>
                  <a:pt x="4528" y="91197"/>
                  <a:pt x="10133" y="91197"/>
                </a:cubicBezTo>
                <a:lnTo>
                  <a:pt x="40532" y="91197"/>
                </a:lnTo>
                <a:lnTo>
                  <a:pt x="40532" y="101330"/>
                </a:lnTo>
                <a:lnTo>
                  <a:pt x="35465" y="101330"/>
                </a:lnTo>
                <a:cubicBezTo>
                  <a:pt x="27074" y="101330"/>
                  <a:pt x="20266" y="108138"/>
                  <a:pt x="20266" y="116529"/>
                </a:cubicBezTo>
                <a:lnTo>
                  <a:pt x="20266" y="136795"/>
                </a:lnTo>
                <a:cubicBezTo>
                  <a:pt x="20266" y="145187"/>
                  <a:pt x="27074" y="151995"/>
                  <a:pt x="35465" y="151995"/>
                </a:cubicBezTo>
                <a:lnTo>
                  <a:pt x="65864" y="151995"/>
                </a:lnTo>
                <a:cubicBezTo>
                  <a:pt x="74256" y="151995"/>
                  <a:pt x="81064" y="145187"/>
                  <a:pt x="81064" y="136795"/>
                </a:cubicBezTo>
                <a:lnTo>
                  <a:pt x="81064" y="116529"/>
                </a:lnTo>
                <a:cubicBezTo>
                  <a:pt x="81064" y="108138"/>
                  <a:pt x="74256" y="101330"/>
                  <a:pt x="65864" y="101330"/>
                </a:cubicBezTo>
                <a:lnTo>
                  <a:pt x="60798" y="101330"/>
                </a:lnTo>
                <a:lnTo>
                  <a:pt x="60798" y="91197"/>
                </a:lnTo>
                <a:lnTo>
                  <a:pt x="121596" y="91197"/>
                </a:lnTo>
                <a:lnTo>
                  <a:pt x="121596" y="101330"/>
                </a:lnTo>
                <a:lnTo>
                  <a:pt x="116529" y="101330"/>
                </a:lnTo>
                <a:cubicBezTo>
                  <a:pt x="108138" y="101330"/>
                  <a:pt x="101330" y="108138"/>
                  <a:pt x="101330" y="116529"/>
                </a:cubicBezTo>
                <a:lnTo>
                  <a:pt x="101330" y="136795"/>
                </a:lnTo>
                <a:cubicBezTo>
                  <a:pt x="101330" y="145187"/>
                  <a:pt x="108138" y="151995"/>
                  <a:pt x="116529" y="151995"/>
                </a:cubicBezTo>
                <a:lnTo>
                  <a:pt x="146928" y="151995"/>
                </a:lnTo>
                <a:cubicBezTo>
                  <a:pt x="155320" y="151995"/>
                  <a:pt x="162128" y="145187"/>
                  <a:pt x="162128" y="136795"/>
                </a:cubicBezTo>
                <a:lnTo>
                  <a:pt x="162128" y="116529"/>
                </a:lnTo>
                <a:cubicBezTo>
                  <a:pt x="162128" y="108138"/>
                  <a:pt x="155320" y="101330"/>
                  <a:pt x="146928" y="101330"/>
                </a:cubicBezTo>
                <a:lnTo>
                  <a:pt x="141862" y="101330"/>
                </a:lnTo>
                <a:lnTo>
                  <a:pt x="141862" y="91197"/>
                </a:lnTo>
                <a:lnTo>
                  <a:pt x="172261" y="91197"/>
                </a:lnTo>
                <a:cubicBezTo>
                  <a:pt x="177865" y="91197"/>
                  <a:pt x="182394" y="86669"/>
                  <a:pt x="182394" y="81064"/>
                </a:cubicBezTo>
                <a:cubicBezTo>
                  <a:pt x="182394" y="75459"/>
                  <a:pt x="177865" y="70931"/>
                  <a:pt x="172261" y="70931"/>
                </a:cubicBezTo>
                <a:lnTo>
                  <a:pt x="101330" y="70931"/>
                </a:lnTo>
                <a:lnTo>
                  <a:pt x="101330" y="60798"/>
                </a:lnTo>
                <a:lnTo>
                  <a:pt x="106396" y="60798"/>
                </a:lnTo>
                <a:cubicBezTo>
                  <a:pt x="114788" y="60798"/>
                  <a:pt x="121596" y="53990"/>
                  <a:pt x="121596" y="45598"/>
                </a:cubicBezTo>
                <a:lnTo>
                  <a:pt x="121596" y="25332"/>
                </a:lnTo>
                <a:cubicBezTo>
                  <a:pt x="121596" y="16941"/>
                  <a:pt x="114788" y="10133"/>
                  <a:pt x="106396" y="10133"/>
                </a:cubicBezTo>
                <a:lnTo>
                  <a:pt x="75997" y="10133"/>
                </a:lnTo>
                <a:close/>
                <a:moveTo>
                  <a:pt x="141862" y="119063"/>
                </a:moveTo>
                <a:lnTo>
                  <a:pt x="144395" y="119063"/>
                </a:lnTo>
                <a:lnTo>
                  <a:pt x="144395" y="134262"/>
                </a:lnTo>
                <a:lnTo>
                  <a:pt x="119063" y="134262"/>
                </a:lnTo>
                <a:lnTo>
                  <a:pt x="119063" y="119063"/>
                </a:lnTo>
                <a:lnTo>
                  <a:pt x="141862" y="119063"/>
                </a:lnTo>
                <a:close/>
                <a:moveTo>
                  <a:pt x="60798" y="119063"/>
                </a:moveTo>
                <a:lnTo>
                  <a:pt x="63331" y="119063"/>
                </a:lnTo>
                <a:lnTo>
                  <a:pt x="63331" y="134262"/>
                </a:lnTo>
                <a:lnTo>
                  <a:pt x="37999" y="134262"/>
                </a:lnTo>
                <a:lnTo>
                  <a:pt x="37999" y="119063"/>
                </a:lnTo>
                <a:lnTo>
                  <a:pt x="60798" y="11906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721468" y="1621277"/>
            <a:ext cx="569878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Convergencia Tecnológica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809" y="1977957"/>
            <a:ext cx="5885234" cy="63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convergencia tecnológica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la integración sinérgica de múltiples tecnologías que crean capacidades superiores a la suma de sus partes. La IA actúa como el 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tejido conectivo 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 potencia esta transformación.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8809" y="2772383"/>
            <a:ext cx="1378085" cy="1134894"/>
          </a:xfrm>
          <a:custGeom>
            <a:avLst/>
            <a:gdLst/>
            <a:ahLst/>
            <a:cxnLst/>
            <a:rect l="l" t="t" r="r" b="b"/>
            <a:pathLst>
              <a:path w="1378085" h="1134894">
                <a:moveTo>
                  <a:pt x="97272" y="0"/>
                </a:moveTo>
                <a:lnTo>
                  <a:pt x="1280813" y="0"/>
                </a:lnTo>
                <a:cubicBezTo>
                  <a:pt x="1334535" y="0"/>
                  <a:pt x="1378085" y="43550"/>
                  <a:pt x="1378085" y="97272"/>
                </a:cubicBezTo>
                <a:lnTo>
                  <a:pt x="1378085" y="1037622"/>
                </a:lnTo>
                <a:cubicBezTo>
                  <a:pt x="1378085" y="1091344"/>
                  <a:pt x="1334535" y="1134894"/>
                  <a:pt x="1280813" y="1134894"/>
                </a:cubicBezTo>
                <a:lnTo>
                  <a:pt x="97272" y="1134894"/>
                </a:lnTo>
                <a:cubicBezTo>
                  <a:pt x="43550" y="1134894"/>
                  <a:pt x="0" y="1091344"/>
                  <a:pt x="0" y="1037622"/>
                </a:cubicBezTo>
                <a:lnTo>
                  <a:pt x="0" y="97272"/>
                </a:lnTo>
                <a:cubicBezTo>
                  <a:pt x="0" y="43550"/>
                  <a:pt x="43550" y="0"/>
                  <a:pt x="9727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818" y="2902085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18174" y="3015574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91197" y="30399"/>
                </a:moveTo>
                <a:cubicBezTo>
                  <a:pt x="62413" y="30399"/>
                  <a:pt x="36352" y="41799"/>
                  <a:pt x="17194" y="60355"/>
                </a:cubicBezTo>
                <a:cubicBezTo>
                  <a:pt x="13173" y="64249"/>
                  <a:pt x="6745" y="64154"/>
                  <a:pt x="2882" y="60133"/>
                </a:cubicBezTo>
                <a:cubicBezTo>
                  <a:pt x="-982" y="56111"/>
                  <a:pt x="-918" y="49683"/>
                  <a:pt x="3103" y="45820"/>
                </a:cubicBezTo>
                <a:cubicBezTo>
                  <a:pt x="25871" y="23718"/>
                  <a:pt x="56966" y="10133"/>
                  <a:pt x="91197" y="10133"/>
                </a:cubicBezTo>
                <a:cubicBezTo>
                  <a:pt x="125427" y="10133"/>
                  <a:pt x="156523" y="23718"/>
                  <a:pt x="179322" y="45820"/>
                </a:cubicBezTo>
                <a:cubicBezTo>
                  <a:pt x="183344" y="49715"/>
                  <a:pt x="183439" y="56143"/>
                  <a:pt x="179544" y="60133"/>
                </a:cubicBezTo>
                <a:cubicBezTo>
                  <a:pt x="175649" y="64123"/>
                  <a:pt x="169221" y="64249"/>
                  <a:pt x="165231" y="60355"/>
                </a:cubicBezTo>
                <a:cubicBezTo>
                  <a:pt x="146042" y="41799"/>
                  <a:pt x="119981" y="30399"/>
                  <a:pt x="91197" y="30399"/>
                </a:cubicBezTo>
                <a:close/>
                <a:moveTo>
                  <a:pt x="75997" y="136795"/>
                </a:moveTo>
                <a:cubicBezTo>
                  <a:pt x="75997" y="128406"/>
                  <a:pt x="82808" y="121596"/>
                  <a:pt x="91197" y="121596"/>
                </a:cubicBezTo>
                <a:cubicBezTo>
                  <a:pt x="99586" y="121596"/>
                  <a:pt x="106396" y="128406"/>
                  <a:pt x="106396" y="136795"/>
                </a:cubicBezTo>
                <a:cubicBezTo>
                  <a:pt x="106396" y="145184"/>
                  <a:pt x="99586" y="151995"/>
                  <a:pt x="91197" y="151995"/>
                </a:cubicBezTo>
                <a:cubicBezTo>
                  <a:pt x="82808" y="151995"/>
                  <a:pt x="75997" y="145184"/>
                  <a:pt x="75997" y="136795"/>
                </a:cubicBezTo>
                <a:close/>
                <a:moveTo>
                  <a:pt x="53198" y="103293"/>
                </a:moveTo>
                <a:cubicBezTo>
                  <a:pt x="49493" y="107505"/>
                  <a:pt x="43097" y="107885"/>
                  <a:pt x="38885" y="104180"/>
                </a:cubicBezTo>
                <a:cubicBezTo>
                  <a:pt x="34674" y="100475"/>
                  <a:pt x="34294" y="94078"/>
                  <a:pt x="37999" y="89867"/>
                </a:cubicBezTo>
                <a:cubicBezTo>
                  <a:pt x="50982" y="75174"/>
                  <a:pt x="70013" y="65864"/>
                  <a:pt x="91197" y="65864"/>
                </a:cubicBezTo>
                <a:cubicBezTo>
                  <a:pt x="112381" y="65864"/>
                  <a:pt x="131412" y="75174"/>
                  <a:pt x="144395" y="89867"/>
                </a:cubicBezTo>
                <a:cubicBezTo>
                  <a:pt x="148100" y="94078"/>
                  <a:pt x="147688" y="100475"/>
                  <a:pt x="143508" y="104180"/>
                </a:cubicBezTo>
                <a:cubicBezTo>
                  <a:pt x="139328" y="107885"/>
                  <a:pt x="132900" y="107473"/>
                  <a:pt x="129195" y="103293"/>
                </a:cubicBezTo>
                <a:cubicBezTo>
                  <a:pt x="119886" y="92748"/>
                  <a:pt x="106333" y="86130"/>
                  <a:pt x="91197" y="86130"/>
                </a:cubicBezTo>
                <a:cubicBezTo>
                  <a:pt x="76061" y="86130"/>
                  <a:pt x="62508" y="92748"/>
                  <a:pt x="53198" y="10329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620138" y="3356043"/>
            <a:ext cx="117542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5G/IoT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191" y="3518170"/>
            <a:ext cx="116731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Conectividad masiva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97337" y="2772383"/>
            <a:ext cx="1378085" cy="1134894"/>
          </a:xfrm>
          <a:custGeom>
            <a:avLst/>
            <a:gdLst/>
            <a:ahLst/>
            <a:cxnLst/>
            <a:rect l="l" t="t" r="r" b="b"/>
            <a:pathLst>
              <a:path w="1378085" h="1134894">
                <a:moveTo>
                  <a:pt x="97272" y="0"/>
                </a:moveTo>
                <a:lnTo>
                  <a:pt x="1280813" y="0"/>
                </a:lnTo>
                <a:cubicBezTo>
                  <a:pt x="1334535" y="0"/>
                  <a:pt x="1378085" y="43550"/>
                  <a:pt x="1378085" y="97272"/>
                </a:cubicBezTo>
                <a:lnTo>
                  <a:pt x="1378085" y="1037622"/>
                </a:lnTo>
                <a:cubicBezTo>
                  <a:pt x="1378085" y="1091344"/>
                  <a:pt x="1334535" y="1134894"/>
                  <a:pt x="1280813" y="1134894"/>
                </a:cubicBezTo>
                <a:lnTo>
                  <a:pt x="97272" y="1134894"/>
                </a:lnTo>
                <a:cubicBezTo>
                  <a:pt x="43550" y="1134894"/>
                  <a:pt x="0" y="1091344"/>
                  <a:pt x="0" y="1037622"/>
                </a:cubicBezTo>
                <a:lnTo>
                  <a:pt x="0" y="97272"/>
                </a:lnTo>
                <a:cubicBezTo>
                  <a:pt x="0" y="43550"/>
                  <a:pt x="43550" y="0"/>
                  <a:pt x="9727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493473" y="2902085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96829" y="3015574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132837" y="30399"/>
                </a:moveTo>
                <a:cubicBezTo>
                  <a:pt x="127581" y="30399"/>
                  <a:pt x="122482" y="31824"/>
                  <a:pt x="118018" y="34420"/>
                </a:cubicBezTo>
                <a:cubicBezTo>
                  <a:pt x="113014" y="29354"/>
                  <a:pt x="107188" y="25111"/>
                  <a:pt x="100760" y="21913"/>
                </a:cubicBezTo>
                <a:cubicBezTo>
                  <a:pt x="109689" y="14313"/>
                  <a:pt x="121057" y="10133"/>
                  <a:pt x="132837" y="10133"/>
                </a:cubicBezTo>
                <a:cubicBezTo>
                  <a:pt x="160196" y="10133"/>
                  <a:pt x="182394" y="32299"/>
                  <a:pt x="182394" y="59690"/>
                </a:cubicBezTo>
                <a:cubicBezTo>
                  <a:pt x="182394" y="72831"/>
                  <a:pt x="177169" y="85434"/>
                  <a:pt x="167891" y="94712"/>
                </a:cubicBezTo>
                <a:lnTo>
                  <a:pt x="145377" y="117226"/>
                </a:lnTo>
                <a:cubicBezTo>
                  <a:pt x="136099" y="126504"/>
                  <a:pt x="123496" y="131729"/>
                  <a:pt x="110354" y="131729"/>
                </a:cubicBezTo>
                <a:cubicBezTo>
                  <a:pt x="82995" y="131729"/>
                  <a:pt x="60798" y="109563"/>
                  <a:pt x="60798" y="82172"/>
                </a:cubicBezTo>
                <a:cubicBezTo>
                  <a:pt x="60798" y="81697"/>
                  <a:pt x="60798" y="81222"/>
                  <a:pt x="60830" y="80747"/>
                </a:cubicBezTo>
                <a:cubicBezTo>
                  <a:pt x="60988" y="75142"/>
                  <a:pt x="65643" y="70741"/>
                  <a:pt x="71248" y="70899"/>
                </a:cubicBezTo>
                <a:cubicBezTo>
                  <a:pt x="76852" y="71058"/>
                  <a:pt x="81254" y="75712"/>
                  <a:pt x="81095" y="81317"/>
                </a:cubicBezTo>
                <a:cubicBezTo>
                  <a:pt x="81095" y="81602"/>
                  <a:pt x="81095" y="81887"/>
                  <a:pt x="81095" y="82140"/>
                </a:cubicBezTo>
                <a:cubicBezTo>
                  <a:pt x="81095" y="98322"/>
                  <a:pt x="94205" y="111431"/>
                  <a:pt x="110386" y="111431"/>
                </a:cubicBezTo>
                <a:cubicBezTo>
                  <a:pt x="118144" y="111431"/>
                  <a:pt x="125586" y="108360"/>
                  <a:pt x="131095" y="102850"/>
                </a:cubicBezTo>
                <a:lnTo>
                  <a:pt x="153610" y="80336"/>
                </a:lnTo>
                <a:cubicBezTo>
                  <a:pt x="159088" y="74857"/>
                  <a:pt x="162191" y="67384"/>
                  <a:pt x="162191" y="59626"/>
                </a:cubicBezTo>
                <a:cubicBezTo>
                  <a:pt x="162191" y="43445"/>
                  <a:pt x="149081" y="30336"/>
                  <a:pt x="132900" y="30336"/>
                </a:cubicBezTo>
                <a:close/>
                <a:moveTo>
                  <a:pt x="87144" y="54876"/>
                </a:moveTo>
                <a:cubicBezTo>
                  <a:pt x="86542" y="54623"/>
                  <a:pt x="85940" y="54275"/>
                  <a:pt x="85402" y="53895"/>
                </a:cubicBezTo>
                <a:cubicBezTo>
                  <a:pt x="81412" y="51837"/>
                  <a:pt x="76852" y="50665"/>
                  <a:pt x="72071" y="50665"/>
                </a:cubicBezTo>
                <a:cubicBezTo>
                  <a:pt x="64313" y="50665"/>
                  <a:pt x="56871" y="53736"/>
                  <a:pt x="51362" y="59246"/>
                </a:cubicBezTo>
                <a:lnTo>
                  <a:pt x="28847" y="81760"/>
                </a:lnTo>
                <a:cubicBezTo>
                  <a:pt x="23369" y="87239"/>
                  <a:pt x="20266" y="94712"/>
                  <a:pt x="20266" y="102470"/>
                </a:cubicBezTo>
                <a:cubicBezTo>
                  <a:pt x="20266" y="118651"/>
                  <a:pt x="33375" y="131760"/>
                  <a:pt x="49557" y="131760"/>
                </a:cubicBezTo>
                <a:cubicBezTo>
                  <a:pt x="54781" y="131760"/>
                  <a:pt x="59880" y="130367"/>
                  <a:pt x="64344" y="127771"/>
                </a:cubicBezTo>
                <a:cubicBezTo>
                  <a:pt x="69348" y="132837"/>
                  <a:pt x="75174" y="137080"/>
                  <a:pt x="81634" y="140278"/>
                </a:cubicBezTo>
                <a:cubicBezTo>
                  <a:pt x="72704" y="147846"/>
                  <a:pt x="61368" y="152058"/>
                  <a:pt x="49557" y="152058"/>
                </a:cubicBezTo>
                <a:cubicBezTo>
                  <a:pt x="22198" y="152058"/>
                  <a:pt x="0" y="129892"/>
                  <a:pt x="0" y="102501"/>
                </a:cubicBezTo>
                <a:cubicBezTo>
                  <a:pt x="0" y="89360"/>
                  <a:pt x="5225" y="76757"/>
                  <a:pt x="14503" y="67479"/>
                </a:cubicBezTo>
                <a:lnTo>
                  <a:pt x="37017" y="44965"/>
                </a:lnTo>
                <a:cubicBezTo>
                  <a:pt x="46295" y="35687"/>
                  <a:pt x="58898" y="30462"/>
                  <a:pt x="72039" y="30462"/>
                </a:cubicBezTo>
                <a:cubicBezTo>
                  <a:pt x="99462" y="30462"/>
                  <a:pt x="121596" y="52818"/>
                  <a:pt x="121596" y="80146"/>
                </a:cubicBezTo>
                <a:cubicBezTo>
                  <a:pt x="121596" y="80557"/>
                  <a:pt x="121596" y="80969"/>
                  <a:pt x="121596" y="81380"/>
                </a:cubicBezTo>
                <a:cubicBezTo>
                  <a:pt x="121469" y="86985"/>
                  <a:pt x="116814" y="91387"/>
                  <a:pt x="111209" y="91260"/>
                </a:cubicBezTo>
                <a:cubicBezTo>
                  <a:pt x="105605" y="91133"/>
                  <a:pt x="101203" y="86479"/>
                  <a:pt x="101330" y="80874"/>
                </a:cubicBezTo>
                <a:cubicBezTo>
                  <a:pt x="101330" y="80621"/>
                  <a:pt x="101330" y="80399"/>
                  <a:pt x="101330" y="80146"/>
                </a:cubicBezTo>
                <a:cubicBezTo>
                  <a:pt x="101330" y="69474"/>
                  <a:pt x="95630" y="60101"/>
                  <a:pt x="87144" y="5494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2098667" y="3356043"/>
            <a:ext cx="117542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2720" y="3518170"/>
            <a:ext cx="116731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Confianza descentralizada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5992" y="2772383"/>
            <a:ext cx="1378085" cy="1134894"/>
          </a:xfrm>
          <a:custGeom>
            <a:avLst/>
            <a:gdLst/>
            <a:ahLst/>
            <a:cxnLst/>
            <a:rect l="l" t="t" r="r" b="b"/>
            <a:pathLst>
              <a:path w="1378085" h="1134894">
                <a:moveTo>
                  <a:pt x="97272" y="0"/>
                </a:moveTo>
                <a:lnTo>
                  <a:pt x="1280813" y="0"/>
                </a:lnTo>
                <a:cubicBezTo>
                  <a:pt x="1334535" y="0"/>
                  <a:pt x="1378085" y="43550"/>
                  <a:pt x="1378085" y="97272"/>
                </a:cubicBezTo>
                <a:lnTo>
                  <a:pt x="1378085" y="1037622"/>
                </a:lnTo>
                <a:cubicBezTo>
                  <a:pt x="1378085" y="1091344"/>
                  <a:pt x="1334535" y="1134894"/>
                  <a:pt x="1280813" y="1134894"/>
                </a:cubicBezTo>
                <a:lnTo>
                  <a:pt x="97272" y="1134894"/>
                </a:lnTo>
                <a:cubicBezTo>
                  <a:pt x="43550" y="1134894"/>
                  <a:pt x="0" y="1091344"/>
                  <a:pt x="0" y="1037622"/>
                </a:cubicBezTo>
                <a:lnTo>
                  <a:pt x="0" y="97272"/>
                </a:lnTo>
                <a:cubicBezTo>
                  <a:pt x="0" y="43550"/>
                  <a:pt x="43550" y="0"/>
                  <a:pt x="9727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2001" y="2902085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95623" y="3015574"/>
            <a:ext cx="141862" cy="162128"/>
          </a:xfrm>
          <a:custGeom>
            <a:avLst/>
            <a:gdLst/>
            <a:ahLst/>
            <a:cxnLst/>
            <a:rect l="l" t="t" r="r" b="b"/>
            <a:pathLst>
              <a:path w="141862" h="162128">
                <a:moveTo>
                  <a:pt x="70931" y="126282"/>
                </a:moveTo>
                <a:cubicBezTo>
                  <a:pt x="67194" y="127897"/>
                  <a:pt x="63521" y="129354"/>
                  <a:pt x="59880" y="130557"/>
                </a:cubicBezTo>
                <a:cubicBezTo>
                  <a:pt x="65168" y="141260"/>
                  <a:pt x="69696" y="141862"/>
                  <a:pt x="70931" y="141862"/>
                </a:cubicBezTo>
                <a:cubicBezTo>
                  <a:pt x="72166" y="141862"/>
                  <a:pt x="76662" y="141260"/>
                  <a:pt x="81982" y="130557"/>
                </a:cubicBezTo>
                <a:cubicBezTo>
                  <a:pt x="78372" y="129322"/>
                  <a:pt x="74667" y="127897"/>
                  <a:pt x="70931" y="126282"/>
                </a:cubicBezTo>
                <a:close/>
                <a:moveTo>
                  <a:pt x="131095" y="81064"/>
                </a:moveTo>
                <a:cubicBezTo>
                  <a:pt x="141545" y="95377"/>
                  <a:pt x="145123" y="109848"/>
                  <a:pt x="138568" y="121596"/>
                </a:cubicBezTo>
                <a:cubicBezTo>
                  <a:pt x="132172" y="133090"/>
                  <a:pt x="118778" y="137207"/>
                  <a:pt x="102090" y="135275"/>
                </a:cubicBezTo>
                <a:cubicBezTo>
                  <a:pt x="95123" y="151773"/>
                  <a:pt x="84452" y="162128"/>
                  <a:pt x="70931" y="162128"/>
                </a:cubicBezTo>
                <a:cubicBezTo>
                  <a:pt x="57410" y="162128"/>
                  <a:pt x="46738" y="151773"/>
                  <a:pt x="39772" y="135275"/>
                </a:cubicBezTo>
                <a:cubicBezTo>
                  <a:pt x="23084" y="137207"/>
                  <a:pt x="9690" y="133090"/>
                  <a:pt x="3293" y="121596"/>
                </a:cubicBezTo>
                <a:cubicBezTo>
                  <a:pt x="-3262" y="109848"/>
                  <a:pt x="317" y="95377"/>
                  <a:pt x="10766" y="81064"/>
                </a:cubicBezTo>
                <a:cubicBezTo>
                  <a:pt x="317" y="66751"/>
                  <a:pt x="-3262" y="52280"/>
                  <a:pt x="3293" y="40532"/>
                </a:cubicBezTo>
                <a:cubicBezTo>
                  <a:pt x="9690" y="29037"/>
                  <a:pt x="23084" y="24921"/>
                  <a:pt x="39772" y="26852"/>
                </a:cubicBezTo>
                <a:cubicBezTo>
                  <a:pt x="46738" y="10355"/>
                  <a:pt x="57378" y="0"/>
                  <a:pt x="70931" y="0"/>
                </a:cubicBezTo>
                <a:cubicBezTo>
                  <a:pt x="84484" y="0"/>
                  <a:pt x="95123" y="10355"/>
                  <a:pt x="102090" y="26852"/>
                </a:cubicBezTo>
                <a:cubicBezTo>
                  <a:pt x="118778" y="24921"/>
                  <a:pt x="132172" y="29006"/>
                  <a:pt x="138568" y="40532"/>
                </a:cubicBezTo>
                <a:cubicBezTo>
                  <a:pt x="145123" y="52280"/>
                  <a:pt x="141545" y="66751"/>
                  <a:pt x="131095" y="81064"/>
                </a:cubicBezTo>
                <a:close/>
                <a:moveTo>
                  <a:pt x="110259" y="102406"/>
                </a:moveTo>
                <a:cubicBezTo>
                  <a:pt x="109721" y="106903"/>
                  <a:pt x="109025" y="111273"/>
                  <a:pt x="108138" y="115453"/>
                </a:cubicBezTo>
                <a:cubicBezTo>
                  <a:pt x="118208" y="115896"/>
                  <a:pt x="120361" y="112698"/>
                  <a:pt x="120867" y="111748"/>
                </a:cubicBezTo>
                <a:cubicBezTo>
                  <a:pt x="121596" y="110418"/>
                  <a:pt x="123084" y="106080"/>
                  <a:pt x="117099" y="96517"/>
                </a:cubicBezTo>
                <a:cubicBezTo>
                  <a:pt x="114946" y="98512"/>
                  <a:pt x="112666" y="100475"/>
                  <a:pt x="110259" y="102406"/>
                </a:cubicBezTo>
                <a:close/>
                <a:moveTo>
                  <a:pt x="108138" y="46707"/>
                </a:moveTo>
                <a:cubicBezTo>
                  <a:pt x="109025" y="50855"/>
                  <a:pt x="109721" y="55225"/>
                  <a:pt x="110259" y="59753"/>
                </a:cubicBezTo>
                <a:cubicBezTo>
                  <a:pt x="112666" y="61685"/>
                  <a:pt x="114946" y="63648"/>
                  <a:pt x="117099" y="65643"/>
                </a:cubicBezTo>
                <a:cubicBezTo>
                  <a:pt x="123084" y="56080"/>
                  <a:pt x="121596" y="51710"/>
                  <a:pt x="120867" y="50412"/>
                </a:cubicBezTo>
                <a:cubicBezTo>
                  <a:pt x="120361" y="49493"/>
                  <a:pt x="118208" y="46295"/>
                  <a:pt x="108138" y="46707"/>
                </a:cubicBezTo>
                <a:close/>
                <a:moveTo>
                  <a:pt x="81982" y="31571"/>
                </a:moveTo>
                <a:cubicBezTo>
                  <a:pt x="76662" y="20868"/>
                  <a:pt x="72166" y="20266"/>
                  <a:pt x="70931" y="20266"/>
                </a:cubicBezTo>
                <a:cubicBezTo>
                  <a:pt x="69696" y="20266"/>
                  <a:pt x="65199" y="20868"/>
                  <a:pt x="59880" y="31571"/>
                </a:cubicBezTo>
                <a:cubicBezTo>
                  <a:pt x="63489" y="32806"/>
                  <a:pt x="67194" y="34230"/>
                  <a:pt x="70931" y="35845"/>
                </a:cubicBezTo>
                <a:cubicBezTo>
                  <a:pt x="74667" y="34230"/>
                  <a:pt x="78341" y="32774"/>
                  <a:pt x="81982" y="31571"/>
                </a:cubicBezTo>
                <a:close/>
                <a:moveTo>
                  <a:pt x="31634" y="59721"/>
                </a:moveTo>
                <a:cubicBezTo>
                  <a:pt x="32172" y="55193"/>
                  <a:pt x="32869" y="50855"/>
                  <a:pt x="33755" y="46675"/>
                </a:cubicBezTo>
                <a:cubicBezTo>
                  <a:pt x="23686" y="46232"/>
                  <a:pt x="21533" y="49430"/>
                  <a:pt x="21026" y="50380"/>
                </a:cubicBezTo>
                <a:cubicBezTo>
                  <a:pt x="20298" y="51710"/>
                  <a:pt x="18809" y="56048"/>
                  <a:pt x="24794" y="65611"/>
                </a:cubicBezTo>
                <a:cubicBezTo>
                  <a:pt x="26947" y="63616"/>
                  <a:pt x="29227" y="61653"/>
                  <a:pt x="31634" y="59721"/>
                </a:cubicBezTo>
                <a:close/>
                <a:moveTo>
                  <a:pt x="24762" y="96517"/>
                </a:moveTo>
                <a:cubicBezTo>
                  <a:pt x="18778" y="106080"/>
                  <a:pt x="20266" y="110449"/>
                  <a:pt x="20994" y="111748"/>
                </a:cubicBezTo>
                <a:cubicBezTo>
                  <a:pt x="21501" y="112666"/>
                  <a:pt x="23654" y="115864"/>
                  <a:pt x="33724" y="115453"/>
                </a:cubicBezTo>
                <a:cubicBezTo>
                  <a:pt x="32837" y="111304"/>
                  <a:pt x="32141" y="106935"/>
                  <a:pt x="31602" y="102406"/>
                </a:cubicBezTo>
                <a:cubicBezTo>
                  <a:pt x="29196" y="100475"/>
                  <a:pt x="26916" y="98512"/>
                  <a:pt x="24762" y="96517"/>
                </a:cubicBezTo>
                <a:close/>
                <a:moveTo>
                  <a:pt x="96263" y="81064"/>
                </a:moveTo>
                <a:cubicBezTo>
                  <a:pt x="96263" y="67082"/>
                  <a:pt x="84912" y="55731"/>
                  <a:pt x="70931" y="55731"/>
                </a:cubicBezTo>
                <a:cubicBezTo>
                  <a:pt x="56949" y="55731"/>
                  <a:pt x="45598" y="67082"/>
                  <a:pt x="45598" y="81064"/>
                </a:cubicBezTo>
                <a:cubicBezTo>
                  <a:pt x="45598" y="95045"/>
                  <a:pt x="56949" y="106396"/>
                  <a:pt x="70931" y="106396"/>
                </a:cubicBezTo>
                <a:cubicBezTo>
                  <a:pt x="84912" y="106396"/>
                  <a:pt x="96263" y="95045"/>
                  <a:pt x="96263" y="81064"/>
                </a:cubicBezTo>
                <a:close/>
                <a:moveTo>
                  <a:pt x="70931" y="70931"/>
                </a:moveTo>
                <a:cubicBezTo>
                  <a:pt x="76523" y="70931"/>
                  <a:pt x="81064" y="75471"/>
                  <a:pt x="81064" y="81064"/>
                </a:cubicBezTo>
                <a:cubicBezTo>
                  <a:pt x="81064" y="86656"/>
                  <a:pt x="76523" y="91197"/>
                  <a:pt x="70931" y="91197"/>
                </a:cubicBezTo>
                <a:cubicBezTo>
                  <a:pt x="65338" y="91197"/>
                  <a:pt x="60798" y="86656"/>
                  <a:pt x="60798" y="81064"/>
                </a:cubicBezTo>
                <a:cubicBezTo>
                  <a:pt x="60798" y="75471"/>
                  <a:pt x="65338" y="70931"/>
                  <a:pt x="70931" y="709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3577321" y="3356043"/>
            <a:ext cx="117542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81375" y="3518170"/>
            <a:ext cx="116731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Computación avanzada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54520" y="2772383"/>
            <a:ext cx="1378085" cy="1134894"/>
          </a:xfrm>
          <a:custGeom>
            <a:avLst/>
            <a:gdLst/>
            <a:ahLst/>
            <a:cxnLst/>
            <a:rect l="l" t="t" r="r" b="b"/>
            <a:pathLst>
              <a:path w="1378085" h="1134894">
                <a:moveTo>
                  <a:pt x="97272" y="0"/>
                </a:moveTo>
                <a:lnTo>
                  <a:pt x="1280813" y="0"/>
                </a:lnTo>
                <a:cubicBezTo>
                  <a:pt x="1334535" y="0"/>
                  <a:pt x="1378085" y="43550"/>
                  <a:pt x="1378085" y="97272"/>
                </a:cubicBezTo>
                <a:lnTo>
                  <a:pt x="1378085" y="1037622"/>
                </a:lnTo>
                <a:cubicBezTo>
                  <a:pt x="1378085" y="1091344"/>
                  <a:pt x="1334535" y="1134894"/>
                  <a:pt x="1280813" y="1134894"/>
                </a:cubicBezTo>
                <a:lnTo>
                  <a:pt x="97272" y="1134894"/>
                </a:lnTo>
                <a:cubicBezTo>
                  <a:pt x="43550" y="1134894"/>
                  <a:pt x="0" y="1091344"/>
                  <a:pt x="0" y="1037622"/>
                </a:cubicBezTo>
                <a:lnTo>
                  <a:pt x="0" y="97272"/>
                </a:lnTo>
                <a:cubicBezTo>
                  <a:pt x="0" y="43550"/>
                  <a:pt x="43550" y="0"/>
                  <a:pt x="9727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50656" y="2902085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64145" y="3015574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37999" y="17733"/>
                </a:moveTo>
                <a:cubicBezTo>
                  <a:pt x="37999" y="7948"/>
                  <a:pt x="45947" y="0"/>
                  <a:pt x="55731" y="0"/>
                </a:cubicBezTo>
                <a:lnTo>
                  <a:pt x="63331" y="0"/>
                </a:lnTo>
                <a:cubicBezTo>
                  <a:pt x="68936" y="0"/>
                  <a:pt x="73464" y="4528"/>
                  <a:pt x="73464" y="10133"/>
                </a:cubicBezTo>
                <a:lnTo>
                  <a:pt x="73464" y="151995"/>
                </a:lnTo>
                <a:cubicBezTo>
                  <a:pt x="73464" y="157599"/>
                  <a:pt x="68936" y="162128"/>
                  <a:pt x="63331" y="162128"/>
                </a:cubicBezTo>
                <a:lnTo>
                  <a:pt x="53198" y="162128"/>
                </a:lnTo>
                <a:cubicBezTo>
                  <a:pt x="43762" y="162128"/>
                  <a:pt x="35814" y="155668"/>
                  <a:pt x="33565" y="146928"/>
                </a:cubicBezTo>
                <a:cubicBezTo>
                  <a:pt x="33344" y="146928"/>
                  <a:pt x="33154" y="146928"/>
                  <a:pt x="32932" y="146928"/>
                </a:cubicBezTo>
                <a:cubicBezTo>
                  <a:pt x="18936" y="146928"/>
                  <a:pt x="7600" y="135592"/>
                  <a:pt x="7600" y="121596"/>
                </a:cubicBezTo>
                <a:cubicBezTo>
                  <a:pt x="7600" y="115896"/>
                  <a:pt x="9500" y="110639"/>
                  <a:pt x="12666" y="106396"/>
                </a:cubicBezTo>
                <a:cubicBezTo>
                  <a:pt x="6523" y="101773"/>
                  <a:pt x="2533" y="94427"/>
                  <a:pt x="2533" y="86130"/>
                </a:cubicBezTo>
                <a:cubicBezTo>
                  <a:pt x="2533" y="76346"/>
                  <a:pt x="8106" y="67828"/>
                  <a:pt x="16213" y="63616"/>
                </a:cubicBezTo>
                <a:cubicBezTo>
                  <a:pt x="13965" y="59816"/>
                  <a:pt x="12666" y="55383"/>
                  <a:pt x="12666" y="50665"/>
                </a:cubicBezTo>
                <a:cubicBezTo>
                  <a:pt x="12666" y="36669"/>
                  <a:pt x="24002" y="25332"/>
                  <a:pt x="37999" y="25332"/>
                </a:cubicBezTo>
                <a:lnTo>
                  <a:pt x="37999" y="17733"/>
                </a:lnTo>
                <a:close/>
                <a:moveTo>
                  <a:pt x="124129" y="17733"/>
                </a:moveTo>
                <a:lnTo>
                  <a:pt x="124129" y="25332"/>
                </a:lnTo>
                <a:cubicBezTo>
                  <a:pt x="138125" y="25332"/>
                  <a:pt x="149461" y="36669"/>
                  <a:pt x="149461" y="50665"/>
                </a:cubicBezTo>
                <a:cubicBezTo>
                  <a:pt x="149461" y="55415"/>
                  <a:pt x="148163" y="59848"/>
                  <a:pt x="145915" y="63616"/>
                </a:cubicBezTo>
                <a:cubicBezTo>
                  <a:pt x="154053" y="67828"/>
                  <a:pt x="159594" y="76314"/>
                  <a:pt x="159594" y="86130"/>
                </a:cubicBezTo>
                <a:cubicBezTo>
                  <a:pt x="159594" y="94427"/>
                  <a:pt x="155605" y="101773"/>
                  <a:pt x="149461" y="106396"/>
                </a:cubicBezTo>
                <a:cubicBezTo>
                  <a:pt x="152628" y="110639"/>
                  <a:pt x="154528" y="115896"/>
                  <a:pt x="154528" y="121596"/>
                </a:cubicBezTo>
                <a:cubicBezTo>
                  <a:pt x="154528" y="135592"/>
                  <a:pt x="143192" y="146928"/>
                  <a:pt x="129195" y="146928"/>
                </a:cubicBezTo>
                <a:cubicBezTo>
                  <a:pt x="128974" y="146928"/>
                  <a:pt x="128784" y="146928"/>
                  <a:pt x="128562" y="146928"/>
                </a:cubicBezTo>
                <a:cubicBezTo>
                  <a:pt x="126314" y="155668"/>
                  <a:pt x="118366" y="162128"/>
                  <a:pt x="108930" y="162128"/>
                </a:cubicBezTo>
                <a:lnTo>
                  <a:pt x="98797" y="162128"/>
                </a:lnTo>
                <a:cubicBezTo>
                  <a:pt x="93192" y="162128"/>
                  <a:pt x="88664" y="157599"/>
                  <a:pt x="88664" y="151995"/>
                </a:cubicBezTo>
                <a:lnTo>
                  <a:pt x="88664" y="10133"/>
                </a:lnTo>
                <a:cubicBezTo>
                  <a:pt x="88664" y="4528"/>
                  <a:pt x="93192" y="0"/>
                  <a:pt x="98797" y="0"/>
                </a:cubicBezTo>
                <a:lnTo>
                  <a:pt x="106396" y="0"/>
                </a:lnTo>
                <a:cubicBezTo>
                  <a:pt x="116181" y="0"/>
                  <a:pt x="124129" y="7948"/>
                  <a:pt x="124129" y="177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5055850" y="3356043"/>
            <a:ext cx="117542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59903" y="3518170"/>
            <a:ext cx="116731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6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central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4255" y="4263957"/>
            <a:ext cx="6209489" cy="2594043"/>
          </a:xfrm>
          <a:custGeom>
            <a:avLst/>
            <a:gdLst/>
            <a:ahLst/>
            <a:cxnLst/>
            <a:rect l="l" t="t" r="r" b="b"/>
            <a:pathLst>
              <a:path w="6209489" h="2594043">
                <a:moveTo>
                  <a:pt x="194553" y="0"/>
                </a:moveTo>
                <a:lnTo>
                  <a:pt x="6014936" y="0"/>
                </a:lnTo>
                <a:cubicBezTo>
                  <a:pt x="6122385" y="0"/>
                  <a:pt x="6209489" y="87104"/>
                  <a:pt x="6209489" y="194553"/>
                </a:cubicBezTo>
                <a:lnTo>
                  <a:pt x="6209489" y="2399489"/>
                </a:lnTo>
                <a:cubicBezTo>
                  <a:pt x="6209489" y="2506938"/>
                  <a:pt x="6122385" y="2594043"/>
                  <a:pt x="6014936" y="2594043"/>
                </a:cubicBezTo>
                <a:lnTo>
                  <a:pt x="194553" y="2594043"/>
                </a:lnTo>
                <a:cubicBezTo>
                  <a:pt x="87104" y="2594043"/>
                  <a:pt x="0" y="2506938"/>
                  <a:pt x="0" y="2399489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074" y="4490936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10133" y="10133"/>
                </a:moveTo>
                <a:cubicBezTo>
                  <a:pt x="4528" y="10133"/>
                  <a:pt x="0" y="14661"/>
                  <a:pt x="0" y="20266"/>
                </a:cubicBezTo>
                <a:lnTo>
                  <a:pt x="0" y="136795"/>
                </a:lnTo>
                <a:cubicBezTo>
                  <a:pt x="0" y="145187"/>
                  <a:pt x="6808" y="151995"/>
                  <a:pt x="15199" y="151995"/>
                </a:cubicBezTo>
                <a:lnTo>
                  <a:pt x="146928" y="151995"/>
                </a:lnTo>
                <a:cubicBezTo>
                  <a:pt x="155320" y="151995"/>
                  <a:pt x="162128" y="145187"/>
                  <a:pt x="162128" y="136795"/>
                </a:cubicBezTo>
                <a:lnTo>
                  <a:pt x="162128" y="48195"/>
                </a:lnTo>
                <a:cubicBezTo>
                  <a:pt x="162128" y="42432"/>
                  <a:pt x="155985" y="38790"/>
                  <a:pt x="150918" y="41514"/>
                </a:cubicBezTo>
                <a:lnTo>
                  <a:pt x="101330" y="68208"/>
                </a:lnTo>
                <a:lnTo>
                  <a:pt x="101330" y="48195"/>
                </a:lnTo>
                <a:cubicBezTo>
                  <a:pt x="101330" y="42432"/>
                  <a:pt x="95187" y="38790"/>
                  <a:pt x="90120" y="41514"/>
                </a:cubicBezTo>
                <a:lnTo>
                  <a:pt x="40532" y="68208"/>
                </a:lnTo>
                <a:lnTo>
                  <a:pt x="40532" y="20266"/>
                </a:lnTo>
                <a:cubicBezTo>
                  <a:pt x="40532" y="14661"/>
                  <a:pt x="36004" y="10133"/>
                  <a:pt x="30399" y="10133"/>
                </a:cubicBezTo>
                <a:lnTo>
                  <a:pt x="10133" y="1013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721468" y="4458511"/>
            <a:ext cx="569878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de Automatización Industrial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2862" y="4819245"/>
            <a:ext cx="2837234" cy="1272702"/>
          </a:xfrm>
          <a:custGeom>
            <a:avLst/>
            <a:gdLst/>
            <a:ahLst/>
            <a:cxnLst/>
            <a:rect l="l" t="t" r="r" b="b"/>
            <a:pathLst>
              <a:path w="2837234" h="1272702">
                <a:moveTo>
                  <a:pt x="97273" y="0"/>
                </a:moveTo>
                <a:lnTo>
                  <a:pt x="2739961" y="0"/>
                </a:lnTo>
                <a:cubicBezTo>
                  <a:pt x="2793684" y="0"/>
                  <a:pt x="2837234" y="43550"/>
                  <a:pt x="2837234" y="97273"/>
                </a:cubicBezTo>
                <a:lnTo>
                  <a:pt x="2837234" y="1175430"/>
                </a:lnTo>
                <a:cubicBezTo>
                  <a:pt x="2837234" y="1229152"/>
                  <a:pt x="2793684" y="1272702"/>
                  <a:pt x="2739961" y="1272702"/>
                </a:cubicBezTo>
                <a:lnTo>
                  <a:pt x="97273" y="1272702"/>
                </a:lnTo>
                <a:cubicBezTo>
                  <a:pt x="43550" y="1272702"/>
                  <a:pt x="0" y="1229152"/>
                  <a:pt x="0" y="1175430"/>
                </a:cubicBezTo>
                <a:lnTo>
                  <a:pt x="0" y="97273"/>
                </a:lnTo>
                <a:cubicBezTo>
                  <a:pt x="0" y="43550"/>
                  <a:pt x="43550" y="0"/>
                  <a:pt x="9727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617" y="4985426"/>
            <a:ext cx="162128" cy="129702"/>
          </a:xfrm>
          <a:custGeom>
            <a:avLst/>
            <a:gdLst/>
            <a:ahLst/>
            <a:cxnLst/>
            <a:rect l="l" t="t" r="r" b="b"/>
            <a:pathLst>
              <a:path w="162128" h="129702">
                <a:moveTo>
                  <a:pt x="89170" y="0"/>
                </a:moveTo>
                <a:cubicBezTo>
                  <a:pt x="89170" y="-4484"/>
                  <a:pt x="85548" y="-8106"/>
                  <a:pt x="81064" y="-8106"/>
                </a:cubicBezTo>
                <a:cubicBezTo>
                  <a:pt x="76580" y="-8106"/>
                  <a:pt x="72957" y="-4484"/>
                  <a:pt x="72957" y="0"/>
                </a:cubicBezTo>
                <a:lnTo>
                  <a:pt x="72957" y="16213"/>
                </a:lnTo>
                <a:lnTo>
                  <a:pt x="48638" y="16213"/>
                </a:lnTo>
                <a:cubicBezTo>
                  <a:pt x="35212" y="16213"/>
                  <a:pt x="24319" y="27106"/>
                  <a:pt x="24319" y="40532"/>
                </a:cubicBezTo>
                <a:lnTo>
                  <a:pt x="24319" y="97277"/>
                </a:lnTo>
                <a:cubicBezTo>
                  <a:pt x="24319" y="110703"/>
                  <a:pt x="35212" y="121596"/>
                  <a:pt x="48638" y="121596"/>
                </a:cubicBezTo>
                <a:lnTo>
                  <a:pt x="113489" y="121596"/>
                </a:lnTo>
                <a:cubicBezTo>
                  <a:pt x="126916" y="121596"/>
                  <a:pt x="137809" y="110703"/>
                  <a:pt x="137809" y="97277"/>
                </a:cubicBezTo>
                <a:lnTo>
                  <a:pt x="137809" y="40532"/>
                </a:lnTo>
                <a:cubicBezTo>
                  <a:pt x="137809" y="27106"/>
                  <a:pt x="126916" y="16213"/>
                  <a:pt x="113489" y="16213"/>
                </a:cubicBezTo>
                <a:lnTo>
                  <a:pt x="89170" y="16213"/>
                </a:lnTo>
                <a:lnTo>
                  <a:pt x="89170" y="0"/>
                </a:lnTo>
                <a:close/>
                <a:moveTo>
                  <a:pt x="40532" y="93223"/>
                </a:moveTo>
                <a:cubicBezTo>
                  <a:pt x="40532" y="89854"/>
                  <a:pt x="43242" y="87144"/>
                  <a:pt x="46612" y="87144"/>
                </a:cubicBezTo>
                <a:lnTo>
                  <a:pt x="54718" y="87144"/>
                </a:lnTo>
                <a:cubicBezTo>
                  <a:pt x="58087" y="87144"/>
                  <a:pt x="60798" y="89854"/>
                  <a:pt x="60798" y="93223"/>
                </a:cubicBezTo>
                <a:cubicBezTo>
                  <a:pt x="60798" y="96593"/>
                  <a:pt x="58087" y="99303"/>
                  <a:pt x="54718" y="99303"/>
                </a:cubicBezTo>
                <a:lnTo>
                  <a:pt x="46612" y="99303"/>
                </a:lnTo>
                <a:cubicBezTo>
                  <a:pt x="43242" y="99303"/>
                  <a:pt x="40532" y="96593"/>
                  <a:pt x="40532" y="93223"/>
                </a:cubicBezTo>
                <a:close/>
                <a:moveTo>
                  <a:pt x="70931" y="93223"/>
                </a:moveTo>
                <a:cubicBezTo>
                  <a:pt x="70931" y="89854"/>
                  <a:pt x="73641" y="87144"/>
                  <a:pt x="77011" y="87144"/>
                </a:cubicBezTo>
                <a:lnTo>
                  <a:pt x="85117" y="87144"/>
                </a:lnTo>
                <a:cubicBezTo>
                  <a:pt x="88486" y="87144"/>
                  <a:pt x="91197" y="89854"/>
                  <a:pt x="91197" y="93223"/>
                </a:cubicBezTo>
                <a:cubicBezTo>
                  <a:pt x="91197" y="96593"/>
                  <a:pt x="88486" y="99303"/>
                  <a:pt x="85117" y="99303"/>
                </a:cubicBezTo>
                <a:lnTo>
                  <a:pt x="77011" y="99303"/>
                </a:lnTo>
                <a:cubicBezTo>
                  <a:pt x="73641" y="99303"/>
                  <a:pt x="70931" y="96593"/>
                  <a:pt x="70931" y="93223"/>
                </a:cubicBezTo>
                <a:close/>
                <a:moveTo>
                  <a:pt x="101330" y="93223"/>
                </a:moveTo>
                <a:cubicBezTo>
                  <a:pt x="101330" y="89854"/>
                  <a:pt x="104040" y="87144"/>
                  <a:pt x="107410" y="87144"/>
                </a:cubicBezTo>
                <a:lnTo>
                  <a:pt x="115516" y="87144"/>
                </a:lnTo>
                <a:cubicBezTo>
                  <a:pt x="118885" y="87144"/>
                  <a:pt x="121596" y="89854"/>
                  <a:pt x="121596" y="93223"/>
                </a:cubicBezTo>
                <a:cubicBezTo>
                  <a:pt x="121596" y="96593"/>
                  <a:pt x="118885" y="99303"/>
                  <a:pt x="115516" y="99303"/>
                </a:cubicBezTo>
                <a:lnTo>
                  <a:pt x="107410" y="99303"/>
                </a:lnTo>
                <a:cubicBezTo>
                  <a:pt x="104040" y="99303"/>
                  <a:pt x="101330" y="96593"/>
                  <a:pt x="101330" y="93223"/>
                </a:cubicBezTo>
                <a:close/>
                <a:moveTo>
                  <a:pt x="56745" y="44585"/>
                </a:moveTo>
                <a:cubicBezTo>
                  <a:pt x="63456" y="44585"/>
                  <a:pt x="68904" y="50034"/>
                  <a:pt x="68904" y="56745"/>
                </a:cubicBezTo>
                <a:cubicBezTo>
                  <a:pt x="68904" y="63456"/>
                  <a:pt x="63456" y="68904"/>
                  <a:pt x="56745" y="68904"/>
                </a:cubicBezTo>
                <a:cubicBezTo>
                  <a:pt x="50034" y="68904"/>
                  <a:pt x="44585" y="63456"/>
                  <a:pt x="44585" y="56745"/>
                </a:cubicBezTo>
                <a:cubicBezTo>
                  <a:pt x="44585" y="50034"/>
                  <a:pt x="50034" y="44585"/>
                  <a:pt x="56745" y="44585"/>
                </a:cubicBezTo>
                <a:close/>
                <a:moveTo>
                  <a:pt x="93223" y="56745"/>
                </a:moveTo>
                <a:cubicBezTo>
                  <a:pt x="93223" y="50034"/>
                  <a:pt x="98672" y="44585"/>
                  <a:pt x="105383" y="44585"/>
                </a:cubicBezTo>
                <a:cubicBezTo>
                  <a:pt x="112094" y="44585"/>
                  <a:pt x="117543" y="50034"/>
                  <a:pt x="117543" y="56745"/>
                </a:cubicBezTo>
                <a:cubicBezTo>
                  <a:pt x="117543" y="63456"/>
                  <a:pt x="112094" y="68904"/>
                  <a:pt x="105383" y="68904"/>
                </a:cubicBezTo>
                <a:cubicBezTo>
                  <a:pt x="98672" y="68904"/>
                  <a:pt x="93223" y="63456"/>
                  <a:pt x="93223" y="56745"/>
                </a:cubicBezTo>
                <a:close/>
                <a:moveTo>
                  <a:pt x="16213" y="56745"/>
                </a:moveTo>
                <a:cubicBezTo>
                  <a:pt x="16213" y="52261"/>
                  <a:pt x="12590" y="48638"/>
                  <a:pt x="8106" y="48638"/>
                </a:cubicBezTo>
                <a:cubicBezTo>
                  <a:pt x="3623" y="48638"/>
                  <a:pt x="0" y="52261"/>
                  <a:pt x="0" y="56745"/>
                </a:cubicBezTo>
                <a:lnTo>
                  <a:pt x="0" y="81064"/>
                </a:lnTo>
                <a:cubicBezTo>
                  <a:pt x="0" y="85548"/>
                  <a:pt x="3623" y="89170"/>
                  <a:pt x="8106" y="89170"/>
                </a:cubicBezTo>
                <a:cubicBezTo>
                  <a:pt x="12590" y="89170"/>
                  <a:pt x="16213" y="85548"/>
                  <a:pt x="16213" y="81064"/>
                </a:cubicBezTo>
                <a:lnTo>
                  <a:pt x="16213" y="56745"/>
                </a:lnTo>
                <a:close/>
                <a:moveTo>
                  <a:pt x="154021" y="48638"/>
                </a:moveTo>
                <a:cubicBezTo>
                  <a:pt x="149537" y="48638"/>
                  <a:pt x="145915" y="52261"/>
                  <a:pt x="145915" y="56745"/>
                </a:cubicBezTo>
                <a:lnTo>
                  <a:pt x="145915" y="81064"/>
                </a:lnTo>
                <a:cubicBezTo>
                  <a:pt x="145915" y="85548"/>
                  <a:pt x="149537" y="89170"/>
                  <a:pt x="154021" y="89170"/>
                </a:cubicBezTo>
                <a:cubicBezTo>
                  <a:pt x="158505" y="89170"/>
                  <a:pt x="162128" y="85548"/>
                  <a:pt x="162128" y="81064"/>
                </a:cubicBezTo>
                <a:lnTo>
                  <a:pt x="162128" y="56745"/>
                </a:lnTo>
                <a:cubicBezTo>
                  <a:pt x="162128" y="52261"/>
                  <a:pt x="158505" y="48638"/>
                  <a:pt x="154021" y="486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818745" y="4953000"/>
            <a:ext cx="247244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 4.0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6617" y="5212404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Fábricas inteligentes conectadas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6617" y="5406957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Mantenimiento predictivo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617" y="5601511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Control de calidad automatizado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6617" y="5796064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Optimización de cadena de suministro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96258" y="4819245"/>
            <a:ext cx="2837234" cy="1272702"/>
          </a:xfrm>
          <a:custGeom>
            <a:avLst/>
            <a:gdLst/>
            <a:ahLst/>
            <a:cxnLst/>
            <a:rect l="l" t="t" r="r" b="b"/>
            <a:pathLst>
              <a:path w="2837234" h="1272702">
                <a:moveTo>
                  <a:pt x="97273" y="0"/>
                </a:moveTo>
                <a:lnTo>
                  <a:pt x="2739961" y="0"/>
                </a:lnTo>
                <a:cubicBezTo>
                  <a:pt x="2793684" y="0"/>
                  <a:pt x="2837234" y="43550"/>
                  <a:pt x="2837234" y="97273"/>
                </a:cubicBezTo>
                <a:lnTo>
                  <a:pt x="2837234" y="1175430"/>
                </a:lnTo>
                <a:cubicBezTo>
                  <a:pt x="2837234" y="1229152"/>
                  <a:pt x="2793684" y="1272702"/>
                  <a:pt x="2739961" y="1272702"/>
                </a:cubicBezTo>
                <a:lnTo>
                  <a:pt x="97273" y="1272702"/>
                </a:lnTo>
                <a:cubicBezTo>
                  <a:pt x="43550" y="1272702"/>
                  <a:pt x="0" y="1229152"/>
                  <a:pt x="0" y="1175430"/>
                </a:cubicBezTo>
                <a:lnTo>
                  <a:pt x="0" y="97273"/>
                </a:lnTo>
                <a:cubicBezTo>
                  <a:pt x="0" y="43550"/>
                  <a:pt x="43550" y="0"/>
                  <a:pt x="9727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0013" y="4985426"/>
            <a:ext cx="162128" cy="129702"/>
          </a:xfrm>
          <a:custGeom>
            <a:avLst/>
            <a:gdLst/>
            <a:ahLst/>
            <a:cxnLst/>
            <a:rect l="l" t="t" r="r" b="b"/>
            <a:pathLst>
              <a:path w="162128" h="129702">
                <a:moveTo>
                  <a:pt x="105358" y="53325"/>
                </a:moveTo>
                <a:cubicBezTo>
                  <a:pt x="108448" y="52489"/>
                  <a:pt x="111691" y="53958"/>
                  <a:pt x="113084" y="56821"/>
                </a:cubicBezTo>
                <a:lnTo>
                  <a:pt x="117796" y="66346"/>
                </a:lnTo>
                <a:cubicBezTo>
                  <a:pt x="120405" y="66700"/>
                  <a:pt x="122964" y="67410"/>
                  <a:pt x="125370" y="68398"/>
                </a:cubicBezTo>
                <a:lnTo>
                  <a:pt x="134237" y="62495"/>
                </a:lnTo>
                <a:cubicBezTo>
                  <a:pt x="136897" y="60722"/>
                  <a:pt x="140418" y="61077"/>
                  <a:pt x="142672" y="63331"/>
                </a:cubicBezTo>
                <a:lnTo>
                  <a:pt x="147536" y="68195"/>
                </a:lnTo>
                <a:cubicBezTo>
                  <a:pt x="149791" y="70450"/>
                  <a:pt x="150145" y="73996"/>
                  <a:pt x="148372" y="76631"/>
                </a:cubicBezTo>
                <a:lnTo>
                  <a:pt x="142470" y="85472"/>
                </a:lnTo>
                <a:cubicBezTo>
                  <a:pt x="142951" y="86662"/>
                  <a:pt x="143382" y="87904"/>
                  <a:pt x="143736" y="89196"/>
                </a:cubicBezTo>
                <a:cubicBezTo>
                  <a:pt x="144091" y="90488"/>
                  <a:pt x="144319" y="91754"/>
                  <a:pt x="144496" y="93046"/>
                </a:cubicBezTo>
                <a:lnTo>
                  <a:pt x="154047" y="97758"/>
                </a:lnTo>
                <a:cubicBezTo>
                  <a:pt x="156909" y="99177"/>
                  <a:pt x="158378" y="102419"/>
                  <a:pt x="157542" y="105484"/>
                </a:cubicBezTo>
                <a:lnTo>
                  <a:pt x="155769" y="112121"/>
                </a:lnTo>
                <a:cubicBezTo>
                  <a:pt x="154933" y="115187"/>
                  <a:pt x="152071" y="117264"/>
                  <a:pt x="148879" y="117061"/>
                </a:cubicBezTo>
                <a:lnTo>
                  <a:pt x="138239" y="116377"/>
                </a:lnTo>
                <a:cubicBezTo>
                  <a:pt x="136643" y="118429"/>
                  <a:pt x="134794" y="120329"/>
                  <a:pt x="132691" y="121950"/>
                </a:cubicBezTo>
                <a:lnTo>
                  <a:pt x="133375" y="132565"/>
                </a:lnTo>
                <a:cubicBezTo>
                  <a:pt x="133578" y="135757"/>
                  <a:pt x="131501" y="138644"/>
                  <a:pt x="128436" y="139455"/>
                </a:cubicBezTo>
                <a:lnTo>
                  <a:pt x="121798" y="141228"/>
                </a:lnTo>
                <a:cubicBezTo>
                  <a:pt x="118708" y="142064"/>
                  <a:pt x="115491" y="140595"/>
                  <a:pt x="114072" y="137733"/>
                </a:cubicBezTo>
                <a:lnTo>
                  <a:pt x="109360" y="128208"/>
                </a:lnTo>
                <a:cubicBezTo>
                  <a:pt x="106751" y="127853"/>
                  <a:pt x="104192" y="127144"/>
                  <a:pt x="101786" y="126156"/>
                </a:cubicBezTo>
                <a:lnTo>
                  <a:pt x="92919" y="132058"/>
                </a:lnTo>
                <a:cubicBezTo>
                  <a:pt x="90260" y="133831"/>
                  <a:pt x="86738" y="133477"/>
                  <a:pt x="84484" y="131222"/>
                </a:cubicBezTo>
                <a:lnTo>
                  <a:pt x="79620" y="126358"/>
                </a:lnTo>
                <a:cubicBezTo>
                  <a:pt x="77365" y="124104"/>
                  <a:pt x="77011" y="120582"/>
                  <a:pt x="78784" y="117923"/>
                </a:cubicBezTo>
                <a:lnTo>
                  <a:pt x="84686" y="109056"/>
                </a:lnTo>
                <a:cubicBezTo>
                  <a:pt x="84205" y="107866"/>
                  <a:pt x="83774" y="106624"/>
                  <a:pt x="83420" y="105332"/>
                </a:cubicBezTo>
                <a:cubicBezTo>
                  <a:pt x="83065" y="104040"/>
                  <a:pt x="82837" y="102748"/>
                  <a:pt x="82660" y="101482"/>
                </a:cubicBezTo>
                <a:lnTo>
                  <a:pt x="73109" y="96770"/>
                </a:lnTo>
                <a:cubicBezTo>
                  <a:pt x="70247" y="95351"/>
                  <a:pt x="68803" y="92109"/>
                  <a:pt x="69614" y="89044"/>
                </a:cubicBezTo>
                <a:lnTo>
                  <a:pt x="71387" y="82406"/>
                </a:lnTo>
                <a:cubicBezTo>
                  <a:pt x="72223" y="79341"/>
                  <a:pt x="75085" y="77264"/>
                  <a:pt x="78277" y="77467"/>
                </a:cubicBezTo>
                <a:lnTo>
                  <a:pt x="88892" y="78151"/>
                </a:lnTo>
                <a:cubicBezTo>
                  <a:pt x="90488" y="76099"/>
                  <a:pt x="92337" y="74199"/>
                  <a:pt x="94439" y="72577"/>
                </a:cubicBezTo>
                <a:lnTo>
                  <a:pt x="93755" y="61988"/>
                </a:lnTo>
                <a:cubicBezTo>
                  <a:pt x="93553" y="58797"/>
                  <a:pt x="95630" y="55909"/>
                  <a:pt x="98695" y="55098"/>
                </a:cubicBezTo>
                <a:lnTo>
                  <a:pt x="105332" y="53325"/>
                </a:lnTo>
                <a:close/>
                <a:moveTo>
                  <a:pt x="113591" y="86130"/>
                </a:moveTo>
                <a:cubicBezTo>
                  <a:pt x="107439" y="86137"/>
                  <a:pt x="102450" y="91137"/>
                  <a:pt x="102457" y="97289"/>
                </a:cubicBezTo>
                <a:cubicBezTo>
                  <a:pt x="102464" y="103441"/>
                  <a:pt x="107464" y="108430"/>
                  <a:pt x="113616" y="108423"/>
                </a:cubicBezTo>
                <a:cubicBezTo>
                  <a:pt x="119768" y="108416"/>
                  <a:pt x="124757" y="103416"/>
                  <a:pt x="124750" y="97264"/>
                </a:cubicBezTo>
                <a:cubicBezTo>
                  <a:pt x="124743" y="91112"/>
                  <a:pt x="119742" y="86123"/>
                  <a:pt x="113591" y="86130"/>
                </a:cubicBezTo>
                <a:close/>
                <a:moveTo>
                  <a:pt x="56973" y="-11526"/>
                </a:moveTo>
                <a:lnTo>
                  <a:pt x="63610" y="-9753"/>
                </a:lnTo>
                <a:cubicBezTo>
                  <a:pt x="66675" y="-8917"/>
                  <a:pt x="68752" y="-6029"/>
                  <a:pt x="68550" y="-2863"/>
                </a:cubicBezTo>
                <a:lnTo>
                  <a:pt x="67866" y="7726"/>
                </a:lnTo>
                <a:cubicBezTo>
                  <a:pt x="69968" y="9348"/>
                  <a:pt x="71817" y="11222"/>
                  <a:pt x="73413" y="13300"/>
                </a:cubicBezTo>
                <a:lnTo>
                  <a:pt x="84053" y="12616"/>
                </a:lnTo>
                <a:cubicBezTo>
                  <a:pt x="87220" y="12413"/>
                  <a:pt x="90108" y="14490"/>
                  <a:pt x="90943" y="17555"/>
                </a:cubicBezTo>
                <a:lnTo>
                  <a:pt x="92717" y="24192"/>
                </a:lnTo>
                <a:cubicBezTo>
                  <a:pt x="93527" y="27258"/>
                  <a:pt x="92083" y="30500"/>
                  <a:pt x="89221" y="31919"/>
                </a:cubicBezTo>
                <a:lnTo>
                  <a:pt x="79671" y="36631"/>
                </a:lnTo>
                <a:cubicBezTo>
                  <a:pt x="79493" y="37923"/>
                  <a:pt x="79240" y="39215"/>
                  <a:pt x="78911" y="40481"/>
                </a:cubicBezTo>
                <a:cubicBezTo>
                  <a:pt x="78581" y="41748"/>
                  <a:pt x="78125" y="43014"/>
                  <a:pt x="77644" y="44205"/>
                </a:cubicBezTo>
                <a:lnTo>
                  <a:pt x="83546" y="53071"/>
                </a:lnTo>
                <a:cubicBezTo>
                  <a:pt x="85320" y="55731"/>
                  <a:pt x="84965" y="59253"/>
                  <a:pt x="82710" y="61507"/>
                </a:cubicBezTo>
                <a:lnTo>
                  <a:pt x="77847" y="66371"/>
                </a:lnTo>
                <a:cubicBezTo>
                  <a:pt x="75592" y="68626"/>
                  <a:pt x="72071" y="68980"/>
                  <a:pt x="69411" y="67207"/>
                </a:cubicBezTo>
                <a:lnTo>
                  <a:pt x="60545" y="61305"/>
                </a:lnTo>
                <a:cubicBezTo>
                  <a:pt x="58138" y="62292"/>
                  <a:pt x="55579" y="63002"/>
                  <a:pt x="52970" y="63356"/>
                </a:cubicBezTo>
                <a:lnTo>
                  <a:pt x="48258" y="72881"/>
                </a:lnTo>
                <a:cubicBezTo>
                  <a:pt x="46840" y="75744"/>
                  <a:pt x="43597" y="77188"/>
                  <a:pt x="40532" y="76377"/>
                </a:cubicBezTo>
                <a:lnTo>
                  <a:pt x="33895" y="74604"/>
                </a:lnTo>
                <a:cubicBezTo>
                  <a:pt x="30804" y="73768"/>
                  <a:pt x="28752" y="70880"/>
                  <a:pt x="28955" y="67714"/>
                </a:cubicBezTo>
                <a:lnTo>
                  <a:pt x="29639" y="57099"/>
                </a:lnTo>
                <a:cubicBezTo>
                  <a:pt x="27536" y="55478"/>
                  <a:pt x="25687" y="53603"/>
                  <a:pt x="24091" y="51526"/>
                </a:cubicBezTo>
                <a:lnTo>
                  <a:pt x="13452" y="52210"/>
                </a:lnTo>
                <a:cubicBezTo>
                  <a:pt x="10285" y="52413"/>
                  <a:pt x="7397" y="50336"/>
                  <a:pt x="6561" y="47270"/>
                </a:cubicBezTo>
                <a:lnTo>
                  <a:pt x="4788" y="40633"/>
                </a:lnTo>
                <a:cubicBezTo>
                  <a:pt x="3977" y="37568"/>
                  <a:pt x="5421" y="34325"/>
                  <a:pt x="8284" y="32907"/>
                </a:cubicBezTo>
                <a:lnTo>
                  <a:pt x="17834" y="28195"/>
                </a:lnTo>
                <a:cubicBezTo>
                  <a:pt x="18011" y="26903"/>
                  <a:pt x="18265" y="25636"/>
                  <a:pt x="18594" y="24344"/>
                </a:cubicBezTo>
                <a:cubicBezTo>
                  <a:pt x="18949" y="23053"/>
                  <a:pt x="19354" y="21811"/>
                  <a:pt x="19861" y="20621"/>
                </a:cubicBezTo>
                <a:lnTo>
                  <a:pt x="13958" y="11780"/>
                </a:lnTo>
                <a:cubicBezTo>
                  <a:pt x="12185" y="9120"/>
                  <a:pt x="12540" y="5598"/>
                  <a:pt x="14794" y="3344"/>
                </a:cubicBezTo>
                <a:lnTo>
                  <a:pt x="19658" y="-1520"/>
                </a:lnTo>
                <a:cubicBezTo>
                  <a:pt x="21913" y="-3775"/>
                  <a:pt x="25434" y="-4129"/>
                  <a:pt x="28094" y="-2356"/>
                </a:cubicBezTo>
                <a:lnTo>
                  <a:pt x="36960" y="3547"/>
                </a:lnTo>
                <a:cubicBezTo>
                  <a:pt x="39367" y="2559"/>
                  <a:pt x="41925" y="1849"/>
                  <a:pt x="44534" y="1495"/>
                </a:cubicBezTo>
                <a:lnTo>
                  <a:pt x="49246" y="-8030"/>
                </a:lnTo>
                <a:cubicBezTo>
                  <a:pt x="50665" y="-10893"/>
                  <a:pt x="53882" y="-12337"/>
                  <a:pt x="56973" y="-11526"/>
                </a:cubicBezTo>
                <a:close/>
                <a:moveTo>
                  <a:pt x="48740" y="21279"/>
                </a:moveTo>
                <a:cubicBezTo>
                  <a:pt x="42588" y="21279"/>
                  <a:pt x="37593" y="26274"/>
                  <a:pt x="37593" y="32426"/>
                </a:cubicBezTo>
                <a:cubicBezTo>
                  <a:pt x="37593" y="38577"/>
                  <a:pt x="42588" y="43572"/>
                  <a:pt x="48740" y="43572"/>
                </a:cubicBezTo>
                <a:cubicBezTo>
                  <a:pt x="54891" y="43572"/>
                  <a:pt x="59886" y="38577"/>
                  <a:pt x="59886" y="32426"/>
                </a:cubicBezTo>
                <a:cubicBezTo>
                  <a:pt x="59886" y="26274"/>
                  <a:pt x="54891" y="21279"/>
                  <a:pt x="48740" y="2127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3792141" y="4953000"/>
            <a:ext cx="247244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Robótica Avanzada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30013" y="5212404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Cobots (robots colaborativos)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630013" y="5406957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Automatización flexible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30013" y="5601511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Visión por computadora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30013" y="5796064"/>
            <a:ext cx="2626468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Aprendizaje continuo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89856" y="1426723"/>
            <a:ext cx="5074596" cy="4377447"/>
          </a:xfrm>
          <a:custGeom>
            <a:avLst/>
            <a:gdLst/>
            <a:ahLst/>
            <a:cxnLst/>
            <a:rect l="l" t="t" r="r" b="b"/>
            <a:pathLst>
              <a:path w="5074596" h="4377447">
                <a:moveTo>
                  <a:pt x="194534" y="0"/>
                </a:moveTo>
                <a:lnTo>
                  <a:pt x="4880062" y="0"/>
                </a:lnTo>
                <a:cubicBezTo>
                  <a:pt x="4987500" y="0"/>
                  <a:pt x="5074596" y="87096"/>
                  <a:pt x="5074596" y="194534"/>
                </a:cubicBezTo>
                <a:lnTo>
                  <a:pt x="5074596" y="4182913"/>
                </a:lnTo>
                <a:cubicBezTo>
                  <a:pt x="5074596" y="4290351"/>
                  <a:pt x="4987500" y="4377447"/>
                  <a:pt x="4880062" y="4377447"/>
                </a:cubicBezTo>
                <a:lnTo>
                  <a:pt x="194534" y="4377447"/>
                </a:lnTo>
                <a:cubicBezTo>
                  <a:pt x="87096" y="4377447"/>
                  <a:pt x="0" y="4290351"/>
                  <a:pt x="0" y="4182913"/>
                </a:cubicBezTo>
                <a:lnTo>
                  <a:pt x="0" y="194534"/>
                </a:lnTo>
                <a:cubicBezTo>
                  <a:pt x="0" y="87096"/>
                  <a:pt x="87096" y="0"/>
                  <a:pt x="1945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04675" y="1653702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63331" y="15199"/>
                </a:moveTo>
                <a:lnTo>
                  <a:pt x="98797" y="15199"/>
                </a:lnTo>
                <a:cubicBezTo>
                  <a:pt x="100190" y="15199"/>
                  <a:pt x="101330" y="16339"/>
                  <a:pt x="101330" y="17733"/>
                </a:cubicBezTo>
                <a:lnTo>
                  <a:pt x="101330" y="30399"/>
                </a:lnTo>
                <a:lnTo>
                  <a:pt x="60798" y="30399"/>
                </a:lnTo>
                <a:lnTo>
                  <a:pt x="60798" y="17733"/>
                </a:lnTo>
                <a:cubicBezTo>
                  <a:pt x="60798" y="16339"/>
                  <a:pt x="61938" y="15199"/>
                  <a:pt x="63331" y="15199"/>
                </a:cubicBezTo>
                <a:close/>
                <a:moveTo>
                  <a:pt x="45598" y="17733"/>
                </a:moveTo>
                <a:lnTo>
                  <a:pt x="45598" y="30399"/>
                </a:lnTo>
                <a:lnTo>
                  <a:pt x="20266" y="30399"/>
                </a:lnTo>
                <a:cubicBezTo>
                  <a:pt x="9088" y="30399"/>
                  <a:pt x="0" y="39487"/>
                  <a:pt x="0" y="50665"/>
                </a:cubicBezTo>
                <a:lnTo>
                  <a:pt x="0" y="81064"/>
                </a:lnTo>
                <a:lnTo>
                  <a:pt x="162128" y="81064"/>
                </a:lnTo>
                <a:lnTo>
                  <a:pt x="162128" y="50665"/>
                </a:lnTo>
                <a:cubicBezTo>
                  <a:pt x="162128" y="39487"/>
                  <a:pt x="153040" y="30399"/>
                  <a:pt x="141862" y="30399"/>
                </a:cubicBezTo>
                <a:lnTo>
                  <a:pt x="116529" y="30399"/>
                </a:lnTo>
                <a:lnTo>
                  <a:pt x="116529" y="17733"/>
                </a:lnTo>
                <a:cubicBezTo>
                  <a:pt x="116529" y="7948"/>
                  <a:pt x="108581" y="0"/>
                  <a:pt x="98797" y="0"/>
                </a:cubicBezTo>
                <a:lnTo>
                  <a:pt x="63331" y="0"/>
                </a:lnTo>
                <a:cubicBezTo>
                  <a:pt x="53546" y="0"/>
                  <a:pt x="45598" y="7948"/>
                  <a:pt x="45598" y="17733"/>
                </a:cubicBezTo>
                <a:close/>
                <a:moveTo>
                  <a:pt x="162128" y="96263"/>
                </a:moveTo>
                <a:lnTo>
                  <a:pt x="101330" y="96263"/>
                </a:lnTo>
                <a:lnTo>
                  <a:pt x="101330" y="101330"/>
                </a:lnTo>
                <a:cubicBezTo>
                  <a:pt x="101330" y="106935"/>
                  <a:pt x="96802" y="111463"/>
                  <a:pt x="91197" y="111463"/>
                </a:cubicBezTo>
                <a:lnTo>
                  <a:pt x="70931" y="111463"/>
                </a:lnTo>
                <a:cubicBezTo>
                  <a:pt x="65326" y="111463"/>
                  <a:pt x="60798" y="106935"/>
                  <a:pt x="60798" y="101330"/>
                </a:cubicBezTo>
                <a:lnTo>
                  <a:pt x="60798" y="96263"/>
                </a:lnTo>
                <a:lnTo>
                  <a:pt x="0" y="96263"/>
                </a:lnTo>
                <a:lnTo>
                  <a:pt x="0" y="131729"/>
                </a:lnTo>
                <a:cubicBezTo>
                  <a:pt x="0" y="142907"/>
                  <a:pt x="9088" y="151995"/>
                  <a:pt x="20266" y="151995"/>
                </a:cubicBezTo>
                <a:lnTo>
                  <a:pt x="141862" y="151995"/>
                </a:lnTo>
                <a:cubicBezTo>
                  <a:pt x="153040" y="151995"/>
                  <a:pt x="162128" y="142907"/>
                  <a:pt x="162128" y="131729"/>
                </a:cubicBezTo>
                <a:lnTo>
                  <a:pt x="162128" y="9626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8" name="Text 46"/>
          <p:cNvSpPr/>
          <p:nvPr/>
        </p:nvSpPr>
        <p:spPr>
          <a:xfrm>
            <a:off x="7187068" y="1621277"/>
            <a:ext cx="456389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de Automatización de Negocio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84409" y="1977957"/>
            <a:ext cx="4685489" cy="810638"/>
          </a:xfrm>
          <a:custGeom>
            <a:avLst/>
            <a:gdLst/>
            <a:ahLst/>
            <a:cxnLst/>
            <a:rect l="l" t="t" r="r" b="b"/>
            <a:pathLst>
              <a:path w="4685489" h="810638">
                <a:moveTo>
                  <a:pt x="97277" y="0"/>
                </a:moveTo>
                <a:lnTo>
                  <a:pt x="4588213" y="0"/>
                </a:lnTo>
                <a:cubicBezTo>
                  <a:pt x="4641937" y="0"/>
                  <a:pt x="4685489" y="43552"/>
                  <a:pt x="4685489" y="97277"/>
                </a:cubicBezTo>
                <a:lnTo>
                  <a:pt x="4685489" y="713362"/>
                </a:lnTo>
                <a:cubicBezTo>
                  <a:pt x="4685489" y="767086"/>
                  <a:pt x="4641937" y="810638"/>
                  <a:pt x="4588213" y="810638"/>
                </a:cubicBezTo>
                <a:lnTo>
                  <a:pt x="97277" y="810638"/>
                </a:lnTo>
                <a:cubicBezTo>
                  <a:pt x="43552" y="810638"/>
                  <a:pt x="0" y="767086"/>
                  <a:pt x="0" y="713362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0" name="Shape 48"/>
          <p:cNvSpPr/>
          <p:nvPr/>
        </p:nvSpPr>
        <p:spPr>
          <a:xfrm>
            <a:off x="7114111" y="2107660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03281" y="2204936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16213" y="16213"/>
                </a:moveTo>
                <a:cubicBezTo>
                  <a:pt x="7270" y="16213"/>
                  <a:pt x="0" y="23483"/>
                  <a:pt x="0" y="32426"/>
                </a:cubicBezTo>
                <a:lnTo>
                  <a:pt x="0" y="97277"/>
                </a:lnTo>
                <a:cubicBezTo>
                  <a:pt x="0" y="106219"/>
                  <a:pt x="7270" y="113489"/>
                  <a:pt x="16213" y="113489"/>
                </a:cubicBezTo>
                <a:lnTo>
                  <a:pt x="129702" y="113489"/>
                </a:lnTo>
                <a:cubicBezTo>
                  <a:pt x="138644" y="113489"/>
                  <a:pt x="145915" y="106219"/>
                  <a:pt x="145915" y="97277"/>
                </a:cubicBezTo>
                <a:lnTo>
                  <a:pt x="145915" y="32426"/>
                </a:lnTo>
                <a:cubicBezTo>
                  <a:pt x="145915" y="23483"/>
                  <a:pt x="138644" y="16213"/>
                  <a:pt x="129702" y="16213"/>
                </a:cubicBezTo>
                <a:lnTo>
                  <a:pt x="16213" y="16213"/>
                </a:lnTo>
                <a:close/>
                <a:moveTo>
                  <a:pt x="20266" y="32426"/>
                </a:moveTo>
                <a:lnTo>
                  <a:pt x="28372" y="32426"/>
                </a:lnTo>
                <a:cubicBezTo>
                  <a:pt x="30602" y="32426"/>
                  <a:pt x="32426" y="34249"/>
                  <a:pt x="32426" y="36479"/>
                </a:cubicBezTo>
                <a:lnTo>
                  <a:pt x="32426" y="44585"/>
                </a:lnTo>
                <a:cubicBezTo>
                  <a:pt x="32426" y="46814"/>
                  <a:pt x="30602" y="48638"/>
                  <a:pt x="28372" y="48638"/>
                </a:cubicBezTo>
                <a:lnTo>
                  <a:pt x="20266" y="48638"/>
                </a:lnTo>
                <a:cubicBezTo>
                  <a:pt x="18037" y="48638"/>
                  <a:pt x="16213" y="46814"/>
                  <a:pt x="16213" y="44585"/>
                </a:cubicBezTo>
                <a:lnTo>
                  <a:pt x="16213" y="36479"/>
                </a:lnTo>
                <a:cubicBezTo>
                  <a:pt x="16213" y="34249"/>
                  <a:pt x="18037" y="32426"/>
                  <a:pt x="20266" y="32426"/>
                </a:cubicBezTo>
                <a:close/>
                <a:moveTo>
                  <a:pt x="16213" y="60798"/>
                </a:moveTo>
                <a:cubicBezTo>
                  <a:pt x="16213" y="58569"/>
                  <a:pt x="18037" y="56745"/>
                  <a:pt x="20266" y="56745"/>
                </a:cubicBezTo>
                <a:lnTo>
                  <a:pt x="28372" y="56745"/>
                </a:lnTo>
                <a:cubicBezTo>
                  <a:pt x="30602" y="56745"/>
                  <a:pt x="32426" y="58569"/>
                  <a:pt x="32426" y="60798"/>
                </a:cubicBezTo>
                <a:lnTo>
                  <a:pt x="32426" y="68904"/>
                </a:lnTo>
                <a:cubicBezTo>
                  <a:pt x="32426" y="71134"/>
                  <a:pt x="30602" y="72957"/>
                  <a:pt x="28372" y="72957"/>
                </a:cubicBezTo>
                <a:lnTo>
                  <a:pt x="20266" y="72957"/>
                </a:lnTo>
                <a:cubicBezTo>
                  <a:pt x="18037" y="72957"/>
                  <a:pt x="16213" y="71134"/>
                  <a:pt x="16213" y="68904"/>
                </a:cubicBezTo>
                <a:lnTo>
                  <a:pt x="16213" y="60798"/>
                </a:lnTo>
                <a:close/>
                <a:moveTo>
                  <a:pt x="44585" y="32426"/>
                </a:moveTo>
                <a:lnTo>
                  <a:pt x="52691" y="32426"/>
                </a:lnTo>
                <a:cubicBezTo>
                  <a:pt x="54921" y="32426"/>
                  <a:pt x="56745" y="34249"/>
                  <a:pt x="56745" y="36479"/>
                </a:cubicBezTo>
                <a:lnTo>
                  <a:pt x="56745" y="44585"/>
                </a:lnTo>
                <a:cubicBezTo>
                  <a:pt x="56745" y="46814"/>
                  <a:pt x="54921" y="48638"/>
                  <a:pt x="52691" y="48638"/>
                </a:cubicBezTo>
                <a:lnTo>
                  <a:pt x="44585" y="48638"/>
                </a:lnTo>
                <a:cubicBezTo>
                  <a:pt x="42356" y="48638"/>
                  <a:pt x="40532" y="46814"/>
                  <a:pt x="40532" y="44585"/>
                </a:cubicBezTo>
                <a:lnTo>
                  <a:pt x="40532" y="36479"/>
                </a:lnTo>
                <a:cubicBezTo>
                  <a:pt x="40532" y="34249"/>
                  <a:pt x="42356" y="32426"/>
                  <a:pt x="44585" y="32426"/>
                </a:cubicBezTo>
                <a:close/>
                <a:moveTo>
                  <a:pt x="40532" y="60798"/>
                </a:moveTo>
                <a:cubicBezTo>
                  <a:pt x="40532" y="58569"/>
                  <a:pt x="42356" y="56745"/>
                  <a:pt x="44585" y="56745"/>
                </a:cubicBezTo>
                <a:lnTo>
                  <a:pt x="52691" y="56745"/>
                </a:lnTo>
                <a:cubicBezTo>
                  <a:pt x="54921" y="56745"/>
                  <a:pt x="56745" y="58569"/>
                  <a:pt x="56745" y="60798"/>
                </a:cubicBezTo>
                <a:lnTo>
                  <a:pt x="56745" y="68904"/>
                </a:lnTo>
                <a:cubicBezTo>
                  <a:pt x="56745" y="71134"/>
                  <a:pt x="54921" y="72957"/>
                  <a:pt x="52691" y="72957"/>
                </a:cubicBezTo>
                <a:lnTo>
                  <a:pt x="44585" y="72957"/>
                </a:lnTo>
                <a:cubicBezTo>
                  <a:pt x="42356" y="72957"/>
                  <a:pt x="40532" y="71134"/>
                  <a:pt x="40532" y="68904"/>
                </a:cubicBezTo>
                <a:lnTo>
                  <a:pt x="40532" y="60798"/>
                </a:lnTo>
                <a:close/>
                <a:moveTo>
                  <a:pt x="44585" y="81064"/>
                </a:moveTo>
                <a:lnTo>
                  <a:pt x="101330" y="81064"/>
                </a:lnTo>
                <a:cubicBezTo>
                  <a:pt x="103559" y="81064"/>
                  <a:pt x="105383" y="82888"/>
                  <a:pt x="105383" y="85117"/>
                </a:cubicBezTo>
                <a:lnTo>
                  <a:pt x="105383" y="93223"/>
                </a:lnTo>
                <a:cubicBezTo>
                  <a:pt x="105383" y="95453"/>
                  <a:pt x="103559" y="97277"/>
                  <a:pt x="101330" y="97277"/>
                </a:cubicBezTo>
                <a:lnTo>
                  <a:pt x="44585" y="97277"/>
                </a:lnTo>
                <a:cubicBezTo>
                  <a:pt x="42356" y="97277"/>
                  <a:pt x="40532" y="95453"/>
                  <a:pt x="40532" y="93223"/>
                </a:cubicBezTo>
                <a:lnTo>
                  <a:pt x="40532" y="85117"/>
                </a:lnTo>
                <a:cubicBezTo>
                  <a:pt x="40532" y="82888"/>
                  <a:pt x="42356" y="81064"/>
                  <a:pt x="44585" y="81064"/>
                </a:cubicBezTo>
                <a:close/>
                <a:moveTo>
                  <a:pt x="64851" y="36479"/>
                </a:moveTo>
                <a:cubicBezTo>
                  <a:pt x="64851" y="34249"/>
                  <a:pt x="66675" y="32426"/>
                  <a:pt x="68904" y="32426"/>
                </a:cubicBezTo>
                <a:lnTo>
                  <a:pt x="77011" y="32426"/>
                </a:lnTo>
                <a:cubicBezTo>
                  <a:pt x="79240" y="32426"/>
                  <a:pt x="81064" y="34249"/>
                  <a:pt x="81064" y="36479"/>
                </a:cubicBezTo>
                <a:lnTo>
                  <a:pt x="81064" y="44585"/>
                </a:lnTo>
                <a:cubicBezTo>
                  <a:pt x="81064" y="46814"/>
                  <a:pt x="79240" y="48638"/>
                  <a:pt x="77011" y="48638"/>
                </a:cubicBezTo>
                <a:lnTo>
                  <a:pt x="68904" y="48638"/>
                </a:lnTo>
                <a:cubicBezTo>
                  <a:pt x="66675" y="48638"/>
                  <a:pt x="64851" y="46814"/>
                  <a:pt x="64851" y="44585"/>
                </a:cubicBezTo>
                <a:lnTo>
                  <a:pt x="64851" y="36479"/>
                </a:lnTo>
                <a:close/>
                <a:moveTo>
                  <a:pt x="68904" y="56745"/>
                </a:moveTo>
                <a:lnTo>
                  <a:pt x="77011" y="56745"/>
                </a:lnTo>
                <a:cubicBezTo>
                  <a:pt x="79240" y="56745"/>
                  <a:pt x="81064" y="58569"/>
                  <a:pt x="81064" y="60798"/>
                </a:cubicBezTo>
                <a:lnTo>
                  <a:pt x="81064" y="68904"/>
                </a:lnTo>
                <a:cubicBezTo>
                  <a:pt x="81064" y="71134"/>
                  <a:pt x="79240" y="72957"/>
                  <a:pt x="77011" y="72957"/>
                </a:cubicBezTo>
                <a:lnTo>
                  <a:pt x="68904" y="72957"/>
                </a:lnTo>
                <a:cubicBezTo>
                  <a:pt x="66675" y="72957"/>
                  <a:pt x="64851" y="71134"/>
                  <a:pt x="64851" y="68904"/>
                </a:cubicBezTo>
                <a:lnTo>
                  <a:pt x="64851" y="60798"/>
                </a:lnTo>
                <a:cubicBezTo>
                  <a:pt x="64851" y="58569"/>
                  <a:pt x="66675" y="56745"/>
                  <a:pt x="68904" y="56745"/>
                </a:cubicBezTo>
                <a:close/>
                <a:moveTo>
                  <a:pt x="89170" y="36479"/>
                </a:moveTo>
                <a:cubicBezTo>
                  <a:pt x="89170" y="34249"/>
                  <a:pt x="90994" y="32426"/>
                  <a:pt x="93223" y="32426"/>
                </a:cubicBezTo>
                <a:lnTo>
                  <a:pt x="101330" y="32426"/>
                </a:lnTo>
                <a:cubicBezTo>
                  <a:pt x="103559" y="32426"/>
                  <a:pt x="105383" y="34249"/>
                  <a:pt x="105383" y="36479"/>
                </a:cubicBezTo>
                <a:lnTo>
                  <a:pt x="105383" y="44585"/>
                </a:lnTo>
                <a:cubicBezTo>
                  <a:pt x="105383" y="46814"/>
                  <a:pt x="103559" y="48638"/>
                  <a:pt x="101330" y="48638"/>
                </a:cubicBezTo>
                <a:lnTo>
                  <a:pt x="93223" y="48638"/>
                </a:lnTo>
                <a:cubicBezTo>
                  <a:pt x="90994" y="48638"/>
                  <a:pt x="89170" y="46814"/>
                  <a:pt x="89170" y="44585"/>
                </a:cubicBezTo>
                <a:lnTo>
                  <a:pt x="89170" y="36479"/>
                </a:lnTo>
                <a:close/>
                <a:moveTo>
                  <a:pt x="93223" y="56745"/>
                </a:moveTo>
                <a:lnTo>
                  <a:pt x="101330" y="56745"/>
                </a:lnTo>
                <a:cubicBezTo>
                  <a:pt x="103559" y="56745"/>
                  <a:pt x="105383" y="58569"/>
                  <a:pt x="105383" y="60798"/>
                </a:cubicBezTo>
                <a:lnTo>
                  <a:pt x="105383" y="68904"/>
                </a:lnTo>
                <a:cubicBezTo>
                  <a:pt x="105383" y="71134"/>
                  <a:pt x="103559" y="72957"/>
                  <a:pt x="101330" y="72957"/>
                </a:cubicBezTo>
                <a:lnTo>
                  <a:pt x="93223" y="72957"/>
                </a:lnTo>
                <a:cubicBezTo>
                  <a:pt x="90994" y="72957"/>
                  <a:pt x="89170" y="71134"/>
                  <a:pt x="89170" y="68904"/>
                </a:cubicBezTo>
                <a:lnTo>
                  <a:pt x="89170" y="60798"/>
                </a:lnTo>
                <a:cubicBezTo>
                  <a:pt x="89170" y="58569"/>
                  <a:pt x="90994" y="56745"/>
                  <a:pt x="93223" y="56745"/>
                </a:cubicBezTo>
                <a:close/>
                <a:moveTo>
                  <a:pt x="113489" y="36479"/>
                </a:moveTo>
                <a:cubicBezTo>
                  <a:pt x="113489" y="34249"/>
                  <a:pt x="115313" y="32426"/>
                  <a:pt x="117543" y="32426"/>
                </a:cubicBezTo>
                <a:lnTo>
                  <a:pt x="125649" y="32426"/>
                </a:lnTo>
                <a:cubicBezTo>
                  <a:pt x="127878" y="32426"/>
                  <a:pt x="129702" y="34249"/>
                  <a:pt x="129702" y="36479"/>
                </a:cubicBezTo>
                <a:lnTo>
                  <a:pt x="129702" y="44585"/>
                </a:lnTo>
                <a:cubicBezTo>
                  <a:pt x="129702" y="46814"/>
                  <a:pt x="127878" y="48638"/>
                  <a:pt x="125649" y="48638"/>
                </a:cubicBezTo>
                <a:lnTo>
                  <a:pt x="117543" y="48638"/>
                </a:lnTo>
                <a:cubicBezTo>
                  <a:pt x="115313" y="48638"/>
                  <a:pt x="113489" y="46814"/>
                  <a:pt x="113489" y="44585"/>
                </a:cubicBezTo>
                <a:lnTo>
                  <a:pt x="113489" y="36479"/>
                </a:lnTo>
                <a:close/>
                <a:moveTo>
                  <a:pt x="117543" y="56745"/>
                </a:moveTo>
                <a:lnTo>
                  <a:pt x="125649" y="56745"/>
                </a:lnTo>
                <a:cubicBezTo>
                  <a:pt x="127878" y="56745"/>
                  <a:pt x="129702" y="58569"/>
                  <a:pt x="129702" y="60798"/>
                </a:cubicBezTo>
                <a:lnTo>
                  <a:pt x="129702" y="68904"/>
                </a:lnTo>
                <a:cubicBezTo>
                  <a:pt x="129702" y="71134"/>
                  <a:pt x="127878" y="72957"/>
                  <a:pt x="125649" y="72957"/>
                </a:cubicBezTo>
                <a:lnTo>
                  <a:pt x="117543" y="72957"/>
                </a:lnTo>
                <a:cubicBezTo>
                  <a:pt x="115313" y="72957"/>
                  <a:pt x="113489" y="71134"/>
                  <a:pt x="113489" y="68904"/>
                </a:cubicBezTo>
                <a:lnTo>
                  <a:pt x="113489" y="60798"/>
                </a:lnTo>
                <a:cubicBezTo>
                  <a:pt x="113489" y="58569"/>
                  <a:pt x="115313" y="56745"/>
                  <a:pt x="117543" y="5674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Text 50"/>
          <p:cNvSpPr/>
          <p:nvPr/>
        </p:nvSpPr>
        <p:spPr>
          <a:xfrm>
            <a:off x="7535643" y="2107660"/>
            <a:ext cx="406940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RPA (Automatización Robótica)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35643" y="2334638"/>
            <a:ext cx="4061298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Software bots que automatizan tareas repetitivas: procesamiento de facturas, entrada de datos, reportes.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84409" y="2918298"/>
            <a:ext cx="4685489" cy="810638"/>
          </a:xfrm>
          <a:custGeom>
            <a:avLst/>
            <a:gdLst/>
            <a:ahLst/>
            <a:cxnLst/>
            <a:rect l="l" t="t" r="r" b="b"/>
            <a:pathLst>
              <a:path w="4685489" h="810638">
                <a:moveTo>
                  <a:pt x="97277" y="0"/>
                </a:moveTo>
                <a:lnTo>
                  <a:pt x="4588213" y="0"/>
                </a:lnTo>
                <a:cubicBezTo>
                  <a:pt x="4641937" y="0"/>
                  <a:pt x="4685489" y="43552"/>
                  <a:pt x="4685489" y="97277"/>
                </a:cubicBezTo>
                <a:lnTo>
                  <a:pt x="4685489" y="713362"/>
                </a:lnTo>
                <a:cubicBezTo>
                  <a:pt x="4685489" y="767086"/>
                  <a:pt x="4641937" y="810638"/>
                  <a:pt x="4588213" y="810638"/>
                </a:cubicBezTo>
                <a:lnTo>
                  <a:pt x="97277" y="810638"/>
                </a:lnTo>
                <a:cubicBezTo>
                  <a:pt x="43552" y="810638"/>
                  <a:pt x="0" y="767086"/>
                  <a:pt x="0" y="713362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5" name="Shape 53"/>
          <p:cNvSpPr/>
          <p:nvPr/>
        </p:nvSpPr>
        <p:spPr>
          <a:xfrm>
            <a:off x="7114111" y="3048000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11388" y="3145277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6213" y="16213"/>
                </a:moveTo>
                <a:cubicBezTo>
                  <a:pt x="16213" y="11729"/>
                  <a:pt x="12590" y="8106"/>
                  <a:pt x="8106" y="8106"/>
                </a:cubicBezTo>
                <a:cubicBezTo>
                  <a:pt x="3623" y="8106"/>
                  <a:pt x="0" y="11729"/>
                  <a:pt x="0" y="16213"/>
                </a:cubicBezTo>
                <a:lnTo>
                  <a:pt x="0" y="101330"/>
                </a:lnTo>
                <a:cubicBezTo>
                  <a:pt x="0" y="112527"/>
                  <a:pt x="9069" y="121596"/>
                  <a:pt x="20266" y="121596"/>
                </a:cubicBezTo>
                <a:lnTo>
                  <a:pt x="121596" y="121596"/>
                </a:lnTo>
                <a:cubicBezTo>
                  <a:pt x="126080" y="121596"/>
                  <a:pt x="129702" y="117973"/>
                  <a:pt x="129702" y="113489"/>
                </a:cubicBezTo>
                <a:cubicBezTo>
                  <a:pt x="129702" y="109006"/>
                  <a:pt x="126080" y="105383"/>
                  <a:pt x="121596" y="105383"/>
                </a:cubicBezTo>
                <a:lnTo>
                  <a:pt x="20266" y="105383"/>
                </a:lnTo>
                <a:cubicBezTo>
                  <a:pt x="18037" y="105383"/>
                  <a:pt x="16213" y="103559"/>
                  <a:pt x="16213" y="101330"/>
                </a:cubicBezTo>
                <a:lnTo>
                  <a:pt x="16213" y="16213"/>
                </a:lnTo>
                <a:close/>
                <a:moveTo>
                  <a:pt x="119214" y="38151"/>
                </a:moveTo>
                <a:cubicBezTo>
                  <a:pt x="122381" y="34984"/>
                  <a:pt x="122381" y="29842"/>
                  <a:pt x="119214" y="26675"/>
                </a:cubicBezTo>
                <a:cubicBezTo>
                  <a:pt x="116048" y="23509"/>
                  <a:pt x="110905" y="23509"/>
                  <a:pt x="107739" y="26675"/>
                </a:cubicBezTo>
                <a:lnTo>
                  <a:pt x="81064" y="53375"/>
                </a:lnTo>
                <a:lnTo>
                  <a:pt x="66523" y="38860"/>
                </a:lnTo>
                <a:cubicBezTo>
                  <a:pt x="63356" y="35693"/>
                  <a:pt x="58214" y="35693"/>
                  <a:pt x="55047" y="38860"/>
                </a:cubicBezTo>
                <a:lnTo>
                  <a:pt x="30728" y="63179"/>
                </a:lnTo>
                <a:cubicBezTo>
                  <a:pt x="27562" y="66346"/>
                  <a:pt x="27562" y="71488"/>
                  <a:pt x="30728" y="74655"/>
                </a:cubicBezTo>
                <a:cubicBezTo>
                  <a:pt x="33895" y="77821"/>
                  <a:pt x="39037" y="77821"/>
                  <a:pt x="42204" y="74655"/>
                </a:cubicBezTo>
                <a:lnTo>
                  <a:pt x="60798" y="56061"/>
                </a:lnTo>
                <a:lnTo>
                  <a:pt x="75339" y="70602"/>
                </a:lnTo>
                <a:cubicBezTo>
                  <a:pt x="78505" y="73768"/>
                  <a:pt x="83648" y="73768"/>
                  <a:pt x="86814" y="70602"/>
                </a:cubicBezTo>
                <a:lnTo>
                  <a:pt x="119240" y="3817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7535643" y="3048000"/>
            <a:ext cx="406940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Decisiones Automatizadas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35643" y="3274979"/>
            <a:ext cx="4061298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que analizan datos y toman decisiones en tiempo real: aprobación de créditos, pricing dinámico.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84409" y="3858638"/>
            <a:ext cx="4685489" cy="810638"/>
          </a:xfrm>
          <a:custGeom>
            <a:avLst/>
            <a:gdLst/>
            <a:ahLst/>
            <a:cxnLst/>
            <a:rect l="l" t="t" r="r" b="b"/>
            <a:pathLst>
              <a:path w="4685489" h="810638">
                <a:moveTo>
                  <a:pt x="97277" y="0"/>
                </a:moveTo>
                <a:lnTo>
                  <a:pt x="4588213" y="0"/>
                </a:lnTo>
                <a:cubicBezTo>
                  <a:pt x="4641937" y="0"/>
                  <a:pt x="4685489" y="43552"/>
                  <a:pt x="4685489" y="97277"/>
                </a:cubicBezTo>
                <a:lnTo>
                  <a:pt x="4685489" y="713362"/>
                </a:lnTo>
                <a:cubicBezTo>
                  <a:pt x="4685489" y="767086"/>
                  <a:pt x="4641937" y="810638"/>
                  <a:pt x="4588213" y="810638"/>
                </a:cubicBezTo>
                <a:lnTo>
                  <a:pt x="97277" y="810638"/>
                </a:lnTo>
                <a:cubicBezTo>
                  <a:pt x="43552" y="810638"/>
                  <a:pt x="0" y="767086"/>
                  <a:pt x="0" y="713362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0" name="Shape 58"/>
          <p:cNvSpPr/>
          <p:nvPr/>
        </p:nvSpPr>
        <p:spPr>
          <a:xfrm>
            <a:off x="7114111" y="3988340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19494" y="4085617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56745" y="16213"/>
                </a:moveTo>
                <a:cubicBezTo>
                  <a:pt x="36732" y="16213"/>
                  <a:pt x="20089" y="30728"/>
                  <a:pt x="16795" y="49829"/>
                </a:cubicBezTo>
                <a:cubicBezTo>
                  <a:pt x="19151" y="49069"/>
                  <a:pt x="21685" y="48638"/>
                  <a:pt x="24319" y="48638"/>
                </a:cubicBezTo>
                <a:lnTo>
                  <a:pt x="28372" y="48638"/>
                </a:lnTo>
                <a:cubicBezTo>
                  <a:pt x="35085" y="48638"/>
                  <a:pt x="40532" y="54085"/>
                  <a:pt x="40532" y="60798"/>
                </a:cubicBezTo>
                <a:lnTo>
                  <a:pt x="40532" y="85117"/>
                </a:lnTo>
                <a:cubicBezTo>
                  <a:pt x="40532" y="91830"/>
                  <a:pt x="35085" y="97277"/>
                  <a:pt x="28372" y="97277"/>
                </a:cubicBezTo>
                <a:lnTo>
                  <a:pt x="24319" y="97277"/>
                </a:lnTo>
                <a:cubicBezTo>
                  <a:pt x="10893" y="97277"/>
                  <a:pt x="0" y="86384"/>
                  <a:pt x="0" y="72957"/>
                </a:cubicBezTo>
                <a:lnTo>
                  <a:pt x="0" y="56745"/>
                </a:lnTo>
                <a:cubicBezTo>
                  <a:pt x="0" y="25408"/>
                  <a:pt x="25408" y="0"/>
                  <a:pt x="56745" y="0"/>
                </a:cubicBezTo>
                <a:cubicBezTo>
                  <a:pt x="88081" y="0"/>
                  <a:pt x="113489" y="25408"/>
                  <a:pt x="113489" y="56745"/>
                </a:cubicBezTo>
                <a:lnTo>
                  <a:pt x="113489" y="99329"/>
                </a:lnTo>
                <a:cubicBezTo>
                  <a:pt x="113489" y="116124"/>
                  <a:pt x="99861" y="129727"/>
                  <a:pt x="83065" y="129727"/>
                </a:cubicBezTo>
                <a:lnTo>
                  <a:pt x="60798" y="129702"/>
                </a:lnTo>
                <a:lnTo>
                  <a:pt x="52691" y="129702"/>
                </a:lnTo>
                <a:cubicBezTo>
                  <a:pt x="45978" y="129702"/>
                  <a:pt x="40532" y="124256"/>
                  <a:pt x="40532" y="117543"/>
                </a:cubicBezTo>
                <a:cubicBezTo>
                  <a:pt x="40532" y="110829"/>
                  <a:pt x="45978" y="105383"/>
                  <a:pt x="52691" y="105383"/>
                </a:cubicBezTo>
                <a:lnTo>
                  <a:pt x="60798" y="105383"/>
                </a:lnTo>
                <a:cubicBezTo>
                  <a:pt x="67511" y="105383"/>
                  <a:pt x="72957" y="110829"/>
                  <a:pt x="72957" y="117543"/>
                </a:cubicBezTo>
                <a:lnTo>
                  <a:pt x="72957" y="117543"/>
                </a:lnTo>
                <a:lnTo>
                  <a:pt x="83090" y="117543"/>
                </a:lnTo>
                <a:cubicBezTo>
                  <a:pt x="93173" y="117543"/>
                  <a:pt x="101330" y="109386"/>
                  <a:pt x="101330" y="99303"/>
                </a:cubicBezTo>
                <a:lnTo>
                  <a:pt x="101330" y="94009"/>
                </a:lnTo>
                <a:cubicBezTo>
                  <a:pt x="97758" y="96086"/>
                  <a:pt x="93603" y="97251"/>
                  <a:pt x="89170" y="97251"/>
                </a:cubicBezTo>
                <a:lnTo>
                  <a:pt x="85117" y="97251"/>
                </a:lnTo>
                <a:cubicBezTo>
                  <a:pt x="78404" y="97251"/>
                  <a:pt x="72957" y="91805"/>
                  <a:pt x="72957" y="85092"/>
                </a:cubicBezTo>
                <a:lnTo>
                  <a:pt x="72957" y="60773"/>
                </a:lnTo>
                <a:cubicBezTo>
                  <a:pt x="72957" y="54059"/>
                  <a:pt x="78404" y="48613"/>
                  <a:pt x="85117" y="48613"/>
                </a:cubicBezTo>
                <a:lnTo>
                  <a:pt x="89170" y="48613"/>
                </a:lnTo>
                <a:cubicBezTo>
                  <a:pt x="91805" y="48613"/>
                  <a:pt x="94313" y="49018"/>
                  <a:pt x="96694" y="49804"/>
                </a:cubicBezTo>
                <a:cubicBezTo>
                  <a:pt x="93401" y="30728"/>
                  <a:pt x="76783" y="16187"/>
                  <a:pt x="56745" y="1618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2" name="Text 60"/>
          <p:cNvSpPr/>
          <p:nvPr/>
        </p:nvSpPr>
        <p:spPr>
          <a:xfrm>
            <a:off x="7535643" y="3988340"/>
            <a:ext cx="406940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al Cliente Inteligente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535643" y="4215319"/>
            <a:ext cx="4061298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Chatbots y asistentes virtuales que resuelven consultas 24/7 con comprensión de contexto.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84409" y="4798979"/>
            <a:ext cx="4685489" cy="810638"/>
          </a:xfrm>
          <a:custGeom>
            <a:avLst/>
            <a:gdLst/>
            <a:ahLst/>
            <a:cxnLst/>
            <a:rect l="l" t="t" r="r" b="b"/>
            <a:pathLst>
              <a:path w="4685489" h="810638">
                <a:moveTo>
                  <a:pt x="97277" y="0"/>
                </a:moveTo>
                <a:lnTo>
                  <a:pt x="4588213" y="0"/>
                </a:lnTo>
                <a:cubicBezTo>
                  <a:pt x="4641937" y="0"/>
                  <a:pt x="4685489" y="43552"/>
                  <a:pt x="4685489" y="97277"/>
                </a:cubicBezTo>
                <a:lnTo>
                  <a:pt x="4685489" y="713362"/>
                </a:lnTo>
                <a:cubicBezTo>
                  <a:pt x="4685489" y="767086"/>
                  <a:pt x="4641937" y="810638"/>
                  <a:pt x="4588213" y="810638"/>
                </a:cubicBezTo>
                <a:lnTo>
                  <a:pt x="97277" y="810638"/>
                </a:lnTo>
                <a:cubicBezTo>
                  <a:pt x="43552" y="810638"/>
                  <a:pt x="0" y="767086"/>
                  <a:pt x="0" y="713362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5" name="Shape 63"/>
          <p:cNvSpPr/>
          <p:nvPr/>
        </p:nvSpPr>
        <p:spPr>
          <a:xfrm>
            <a:off x="7114111" y="4928681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227600" y="5025957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0" y="16213"/>
                </a:moveTo>
                <a:cubicBezTo>
                  <a:pt x="0" y="7270"/>
                  <a:pt x="7270" y="0"/>
                  <a:pt x="16213" y="0"/>
                </a:cubicBezTo>
                <a:lnTo>
                  <a:pt x="54085" y="0"/>
                </a:lnTo>
                <a:cubicBezTo>
                  <a:pt x="58391" y="0"/>
                  <a:pt x="62520" y="1697"/>
                  <a:pt x="65560" y="4737"/>
                </a:cubicBezTo>
                <a:lnTo>
                  <a:pt x="92539" y="31742"/>
                </a:lnTo>
                <a:cubicBezTo>
                  <a:pt x="95579" y="34781"/>
                  <a:pt x="97277" y="38911"/>
                  <a:pt x="97277" y="43217"/>
                </a:cubicBezTo>
                <a:lnTo>
                  <a:pt x="97277" y="113489"/>
                </a:lnTo>
                <a:cubicBezTo>
                  <a:pt x="97277" y="122432"/>
                  <a:pt x="90006" y="129702"/>
                  <a:pt x="81064" y="129702"/>
                </a:cubicBezTo>
                <a:lnTo>
                  <a:pt x="16213" y="129702"/>
                </a:lnTo>
                <a:cubicBezTo>
                  <a:pt x="7270" y="129702"/>
                  <a:pt x="0" y="122432"/>
                  <a:pt x="0" y="113489"/>
                </a:cubicBezTo>
                <a:lnTo>
                  <a:pt x="0" y="16213"/>
                </a:lnTo>
                <a:close/>
                <a:moveTo>
                  <a:pt x="52691" y="14819"/>
                </a:moveTo>
                <a:lnTo>
                  <a:pt x="52691" y="38505"/>
                </a:lnTo>
                <a:cubicBezTo>
                  <a:pt x="52691" y="41875"/>
                  <a:pt x="55402" y="44585"/>
                  <a:pt x="58771" y="44585"/>
                </a:cubicBezTo>
                <a:lnTo>
                  <a:pt x="82457" y="44585"/>
                </a:lnTo>
                <a:lnTo>
                  <a:pt x="52691" y="14819"/>
                </a:lnTo>
                <a:close/>
                <a:moveTo>
                  <a:pt x="30399" y="64851"/>
                </a:moveTo>
                <a:cubicBezTo>
                  <a:pt x="27030" y="64851"/>
                  <a:pt x="24319" y="67562"/>
                  <a:pt x="24319" y="70931"/>
                </a:cubicBezTo>
                <a:cubicBezTo>
                  <a:pt x="24319" y="74300"/>
                  <a:pt x="27030" y="77011"/>
                  <a:pt x="30399" y="77011"/>
                </a:cubicBezTo>
                <a:lnTo>
                  <a:pt x="66878" y="77011"/>
                </a:lnTo>
                <a:cubicBezTo>
                  <a:pt x="70247" y="77011"/>
                  <a:pt x="72957" y="74300"/>
                  <a:pt x="72957" y="70931"/>
                </a:cubicBezTo>
                <a:cubicBezTo>
                  <a:pt x="72957" y="67562"/>
                  <a:pt x="70247" y="64851"/>
                  <a:pt x="66878" y="64851"/>
                </a:cubicBezTo>
                <a:lnTo>
                  <a:pt x="30399" y="64851"/>
                </a:lnTo>
                <a:close/>
                <a:moveTo>
                  <a:pt x="30399" y="89170"/>
                </a:moveTo>
                <a:cubicBezTo>
                  <a:pt x="27030" y="89170"/>
                  <a:pt x="24319" y="91881"/>
                  <a:pt x="24319" y="95250"/>
                </a:cubicBezTo>
                <a:cubicBezTo>
                  <a:pt x="24319" y="98619"/>
                  <a:pt x="27030" y="101330"/>
                  <a:pt x="30399" y="101330"/>
                </a:cubicBezTo>
                <a:lnTo>
                  <a:pt x="66878" y="101330"/>
                </a:lnTo>
                <a:cubicBezTo>
                  <a:pt x="70247" y="101330"/>
                  <a:pt x="72957" y="98619"/>
                  <a:pt x="72957" y="95250"/>
                </a:cubicBezTo>
                <a:cubicBezTo>
                  <a:pt x="72957" y="91881"/>
                  <a:pt x="70247" y="89170"/>
                  <a:pt x="66878" y="89170"/>
                </a:cubicBezTo>
                <a:lnTo>
                  <a:pt x="30399" y="8917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7" name="Text 65"/>
          <p:cNvSpPr/>
          <p:nvPr/>
        </p:nvSpPr>
        <p:spPr>
          <a:xfrm>
            <a:off x="7535643" y="4928681"/>
            <a:ext cx="406940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Documentos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535643" y="5155660"/>
            <a:ext cx="4061298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Extracción automática de información de documentos: contratos, facturas, formularios.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793909" y="5970351"/>
            <a:ext cx="5066489" cy="883596"/>
          </a:xfrm>
          <a:custGeom>
            <a:avLst/>
            <a:gdLst/>
            <a:ahLst/>
            <a:cxnLst/>
            <a:rect l="l" t="t" r="r" b="b"/>
            <a:pathLst>
              <a:path w="5066489" h="883596">
                <a:moveTo>
                  <a:pt x="129703" y="0"/>
                </a:moveTo>
                <a:lnTo>
                  <a:pt x="4936786" y="0"/>
                </a:lnTo>
                <a:cubicBezTo>
                  <a:pt x="5008371" y="0"/>
                  <a:pt x="5066489" y="58118"/>
                  <a:pt x="5066489" y="129703"/>
                </a:cubicBezTo>
                <a:lnTo>
                  <a:pt x="5066489" y="753893"/>
                </a:lnTo>
                <a:cubicBezTo>
                  <a:pt x="5066489" y="825478"/>
                  <a:pt x="5008371" y="883596"/>
                  <a:pt x="4936786" y="883596"/>
                </a:cubicBezTo>
                <a:lnTo>
                  <a:pt x="129703" y="883596"/>
                </a:lnTo>
                <a:cubicBezTo>
                  <a:pt x="58118" y="883596"/>
                  <a:pt x="0" y="825478"/>
                  <a:pt x="0" y="753893"/>
                </a:cubicBezTo>
                <a:lnTo>
                  <a:pt x="0" y="129703"/>
                </a:lnTo>
                <a:cubicBezTo>
                  <a:pt x="0" y="58118"/>
                  <a:pt x="58118" y="0"/>
                  <a:pt x="1297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60090" y="6185170"/>
            <a:ext cx="332362" cy="453957"/>
          </a:xfrm>
          <a:custGeom>
            <a:avLst/>
            <a:gdLst/>
            <a:ahLst/>
            <a:cxnLst/>
            <a:rect l="l" t="t" r="r" b="b"/>
            <a:pathLst>
              <a:path w="332362" h="453957">
                <a:moveTo>
                  <a:pt x="97276" y="0"/>
                </a:moveTo>
                <a:lnTo>
                  <a:pt x="235086" y="0"/>
                </a:lnTo>
                <a:cubicBezTo>
                  <a:pt x="288810" y="0"/>
                  <a:pt x="332362" y="43552"/>
                  <a:pt x="332362" y="97276"/>
                </a:cubicBezTo>
                <a:lnTo>
                  <a:pt x="332362" y="356682"/>
                </a:lnTo>
                <a:cubicBezTo>
                  <a:pt x="332362" y="410406"/>
                  <a:pt x="288810" y="453957"/>
                  <a:pt x="235086" y="453957"/>
                </a:cubicBezTo>
                <a:lnTo>
                  <a:pt x="97276" y="453957"/>
                </a:lnTo>
                <a:cubicBezTo>
                  <a:pt x="43552" y="453957"/>
                  <a:pt x="0" y="410406"/>
                  <a:pt x="0" y="356682"/>
                </a:cubicBezTo>
                <a:lnTo>
                  <a:pt x="0" y="97276"/>
                </a:lnTo>
                <a:cubicBezTo>
                  <a:pt x="0" y="43552"/>
                  <a:pt x="43552" y="0"/>
                  <a:pt x="9727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1" name="Shape 69"/>
          <p:cNvSpPr/>
          <p:nvPr/>
        </p:nvSpPr>
        <p:spPr>
          <a:xfrm>
            <a:off x="7015061" y="6314872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194705" y="91197"/>
                </a:moveTo>
                <a:lnTo>
                  <a:pt x="127828" y="91197"/>
                </a:lnTo>
                <a:cubicBezTo>
                  <a:pt x="121102" y="91197"/>
                  <a:pt x="115668" y="85763"/>
                  <a:pt x="115668" y="79037"/>
                </a:cubicBezTo>
                <a:lnTo>
                  <a:pt x="115668" y="12160"/>
                </a:lnTo>
                <a:cubicBezTo>
                  <a:pt x="115668" y="5434"/>
                  <a:pt x="121140" y="-76"/>
                  <a:pt x="127790" y="798"/>
                </a:cubicBezTo>
                <a:cubicBezTo>
                  <a:pt x="168448" y="6194"/>
                  <a:pt x="200671" y="38417"/>
                  <a:pt x="206067" y="79075"/>
                </a:cubicBezTo>
                <a:cubicBezTo>
                  <a:pt x="206941" y="85725"/>
                  <a:pt x="201431" y="91197"/>
                  <a:pt x="194705" y="91197"/>
                </a:cubicBezTo>
                <a:close/>
                <a:moveTo>
                  <a:pt x="84585" y="14136"/>
                </a:moveTo>
                <a:cubicBezTo>
                  <a:pt x="91463" y="12692"/>
                  <a:pt x="97429" y="18315"/>
                  <a:pt x="97429" y="25345"/>
                </a:cubicBezTo>
                <a:lnTo>
                  <a:pt x="97429" y="100316"/>
                </a:lnTo>
                <a:cubicBezTo>
                  <a:pt x="97429" y="102444"/>
                  <a:pt x="98189" y="104496"/>
                  <a:pt x="99519" y="106130"/>
                </a:cubicBezTo>
                <a:lnTo>
                  <a:pt x="149715" y="166700"/>
                </a:lnTo>
                <a:cubicBezTo>
                  <a:pt x="154161" y="172058"/>
                  <a:pt x="153211" y="180152"/>
                  <a:pt x="147093" y="183458"/>
                </a:cubicBezTo>
                <a:cubicBezTo>
                  <a:pt x="134135" y="190525"/>
                  <a:pt x="119278" y="194553"/>
                  <a:pt x="103508" y="194553"/>
                </a:cubicBezTo>
                <a:cubicBezTo>
                  <a:pt x="53160" y="194553"/>
                  <a:pt x="12312" y="153705"/>
                  <a:pt x="12312" y="103356"/>
                </a:cubicBezTo>
                <a:cubicBezTo>
                  <a:pt x="12312" y="59468"/>
                  <a:pt x="43280" y="22837"/>
                  <a:pt x="84585" y="14136"/>
                </a:cubicBezTo>
                <a:close/>
                <a:moveTo>
                  <a:pt x="181558" y="109436"/>
                </a:moveTo>
                <a:lnTo>
                  <a:pt x="205877" y="109436"/>
                </a:lnTo>
                <a:cubicBezTo>
                  <a:pt x="212907" y="109436"/>
                  <a:pt x="218530" y="115402"/>
                  <a:pt x="217086" y="122280"/>
                </a:cubicBezTo>
                <a:cubicBezTo>
                  <a:pt x="213211" y="140671"/>
                  <a:pt x="203787" y="157011"/>
                  <a:pt x="190639" y="169474"/>
                </a:cubicBezTo>
                <a:cubicBezTo>
                  <a:pt x="185965" y="173920"/>
                  <a:pt x="178632" y="172970"/>
                  <a:pt x="174528" y="167992"/>
                </a:cubicBezTo>
                <a:lnTo>
                  <a:pt x="142457" y="129347"/>
                </a:lnTo>
                <a:cubicBezTo>
                  <a:pt x="135883" y="121406"/>
                  <a:pt x="141545" y="109436"/>
                  <a:pt x="151805" y="109436"/>
                </a:cubicBezTo>
                <a:lnTo>
                  <a:pt x="181520" y="1094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7418734" y="6136532"/>
            <a:ext cx="434502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ROI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418734" y="6363511"/>
            <a:ext cx="4336915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que adoptan IA reportan </a:t>
            </a:r>
            <a:pPr>
              <a:lnSpc>
                <a:spcPct val="120000"/>
              </a:lnSpc>
            </a:pPr>
            <a:r>
              <a:rPr lang="en-US" sz="894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costos del 20-40%</a:t>
            </a:r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pPr>
              <a:lnSpc>
                <a:spcPct val="120000"/>
              </a:lnSpc>
            </a:pPr>
            <a:r>
              <a:rPr lang="en-US" sz="894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aumento de productividad del 25-50%</a:t>
            </a:r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d89b160e1ba9012446840ff083bf93e3d9ada1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5000"/>
                </a:srgbClr>
              </a:gs>
              <a:gs pos="50000">
                <a:srgbClr val="1D1D1F">
                  <a:alpha val="85000"/>
                </a:srgbClr>
              </a:gs>
              <a:gs pos="100000">
                <a:srgbClr val="0071E3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33813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5667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3"/>
          <p:cNvSpPr/>
          <p:nvPr/>
        </p:nvSpPr>
        <p:spPr>
          <a:xfrm>
            <a:off x="2295525" y="1481138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de la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3138488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está redefiniendo la forma en que vivimos, trabajamos e innovamos. Comprender sus fundamentos es el primer paso para aprovechar su potencial transformador.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70584" y="4867275"/>
            <a:ext cx="2009775" cy="1381125"/>
          </a:xfrm>
          <a:custGeom>
            <a:avLst/>
            <a:gdLst/>
            <a:ahLst/>
            <a:cxnLst/>
            <a:rect l="l" t="t" r="r" b="b"/>
            <a:pathLst>
              <a:path w="2009775" h="1381125">
                <a:moveTo>
                  <a:pt x="152393" y="0"/>
                </a:moveTo>
                <a:lnTo>
                  <a:pt x="1857382" y="0"/>
                </a:lnTo>
                <a:cubicBezTo>
                  <a:pt x="1941546" y="0"/>
                  <a:pt x="2009775" y="68229"/>
                  <a:pt x="2009775" y="152393"/>
                </a:cubicBezTo>
                <a:lnTo>
                  <a:pt x="2009775" y="1228732"/>
                </a:lnTo>
                <a:cubicBezTo>
                  <a:pt x="2009775" y="1312896"/>
                  <a:pt x="1941546" y="1381125"/>
                  <a:pt x="1857382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18222" y="5100638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∞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65847" y="5557838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Posibilidades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70609" y="5824538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límites definidos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92303" y="4867275"/>
            <a:ext cx="2009775" cy="1381125"/>
          </a:xfrm>
          <a:custGeom>
            <a:avLst/>
            <a:gdLst/>
            <a:ahLst/>
            <a:cxnLst/>
            <a:rect l="l" t="t" r="r" b="b"/>
            <a:pathLst>
              <a:path w="2009775" h="1381125">
                <a:moveTo>
                  <a:pt x="152393" y="0"/>
                </a:moveTo>
                <a:lnTo>
                  <a:pt x="1857382" y="0"/>
                </a:lnTo>
                <a:cubicBezTo>
                  <a:pt x="1941546" y="0"/>
                  <a:pt x="2009775" y="68229"/>
                  <a:pt x="2009775" y="152393"/>
                </a:cubicBezTo>
                <a:lnTo>
                  <a:pt x="2009775" y="1228732"/>
                </a:lnTo>
                <a:cubicBezTo>
                  <a:pt x="2009775" y="1312896"/>
                  <a:pt x="1941546" y="1381125"/>
                  <a:pt x="1857382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9941" y="5100638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87566" y="5557838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92328" y="5824538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Aceleración constante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14022" y="4867275"/>
            <a:ext cx="2009775" cy="1381125"/>
          </a:xfrm>
          <a:custGeom>
            <a:avLst/>
            <a:gdLst/>
            <a:ahLst/>
            <a:cxnLst/>
            <a:rect l="l" t="t" r="r" b="b"/>
            <a:pathLst>
              <a:path w="2009775" h="1381125">
                <a:moveTo>
                  <a:pt x="152393" y="0"/>
                </a:moveTo>
                <a:lnTo>
                  <a:pt x="1857382" y="0"/>
                </a:lnTo>
                <a:cubicBezTo>
                  <a:pt x="1941546" y="0"/>
                  <a:pt x="2009775" y="68229"/>
                  <a:pt x="2009775" y="152393"/>
                </a:cubicBezTo>
                <a:lnTo>
                  <a:pt x="2009775" y="1228732"/>
                </a:lnTo>
                <a:cubicBezTo>
                  <a:pt x="2009775" y="1312896"/>
                  <a:pt x="1941546" y="1381125"/>
                  <a:pt x="1857382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1659" y="5100638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🌍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09284" y="5557838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Global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14047" y="5824538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Transformación universal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23867" y="6253163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¿Listo para el futuro?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Inteligencia Artificial</dc:title>
  <dc:subject>Introducción a la Inteligencia Artificial</dc:subject>
  <dc:creator>Kimi</dc:creator>
  <cp:lastModifiedBy>Kimi</cp:lastModifiedBy>
  <cp:revision>1</cp:revision>
  <dcterms:created xsi:type="dcterms:W3CDTF">2026-02-16T14:13:49Z</dcterms:created>
  <dcterms:modified xsi:type="dcterms:W3CDTF">2026-02-16T14:13:49Z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{"Label":"Introducción a la Inteligencia Artificial","ContentProducer":"001191110108MACG2KBH8F10000","ProduceID":"19c66937-fc12-8d7e-8000-00004d222dd7","ReservedCode1":"","ContentPropagator":"001191110108MACG2KBH8F20000","PropagateID":"19c66937-fc12-8d7e-8000-00004d222dd7","ReservedCode2":""}</vt:lpwstr>
  </property>
</Properties>
</file>