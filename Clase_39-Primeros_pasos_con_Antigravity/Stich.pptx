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770347-D8CB-62B4-0AA6-B9D66FCF5B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1CB444-9C84-BCC0-61B0-C5DD40ACD5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EA235F-5451-88BB-33C0-E1EF70ADE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4EF72-4DAF-40FD-B473-2F07B8E6EF1E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377D60-D8AE-405C-FA7F-1B452C615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772F5A-8E1C-6BBF-C73F-400C0C5FA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DE2BB-2F56-4298-9839-37E23A3C8CD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9414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2A200-E384-0C40-B511-BA90088CC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34B714-A0DF-4EC0-D2FB-8E181DAB4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F67613-2A1D-AB44-B07B-52B414C7B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4EF72-4DAF-40FD-B473-2F07B8E6EF1E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1F3CC7-C0D3-7725-6DBE-7054A946E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B654CE-3C34-9A90-19D0-632AE29FA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DE2BB-2F56-4298-9839-37E23A3C8CD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4381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98FC55-A3C0-B2ED-B00B-653EE1A8A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B2019E-D651-3FAB-BB62-719E8BA42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9C7401-8C1E-D940-327E-D09D484D4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4EF72-4DAF-40FD-B473-2F07B8E6EF1E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AFFFCA-2C55-8DE6-DE4E-A4C9E379B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F18757-AB39-2714-8DB1-A7309F816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DE2BB-2F56-4298-9839-37E23A3C8CD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2067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8ABB4A-EEE6-E9EC-C98B-3ECAF17DC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B58FB6-3244-8B10-96D9-78C3DC73A5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384B948-89D4-261F-2164-BF12E9C48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043580-2DE8-A880-6B4A-FE8F745F6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4EF72-4DAF-40FD-B473-2F07B8E6EF1E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1E4E13B-2253-4736-07EF-6283ECE4B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1EE753-6EB9-2188-4F45-E408AA39C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DE2BB-2F56-4298-9839-37E23A3C8CD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306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0B0AAB-A5BB-890D-34A1-08B83DA61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19AC5F-836B-AFFA-E12B-F24C6E395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5242B4D-52F1-6B09-6726-6711855BD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4D2ABE9-C7AD-FF34-BB71-233148AF5F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50F1234-5AC5-337F-2B17-03BA20022E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B0849DE-E6D7-0786-B52A-9C98FFEDE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4EF72-4DAF-40FD-B473-2F07B8E6EF1E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AB896AF-38D4-CA6C-BA87-F90341AA7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ED3DF87-EC17-10BF-A35B-DE2ED63A9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DE2BB-2F56-4298-9839-37E23A3C8CD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4676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3AC1ED-A6B2-8A36-0E8E-589FD1135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E04CD0-87A3-CE1F-5ED0-934FCD743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4EF72-4DAF-40FD-B473-2F07B8E6EF1E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F9808C6-3079-9C20-BDBB-18FEE4153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A583539-88BF-E81C-7824-EFDEBB844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DE2BB-2F56-4298-9839-37E23A3C8CD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7125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DC472B-2AC2-358D-3551-62D8F9749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4EF72-4DAF-40FD-B473-2F07B8E6EF1E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8D5A87D-BA14-5E59-507B-B0DF332A7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DBE4FAF-1D2C-C28F-12B2-F0AFFE6E1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DE2BB-2F56-4298-9839-37E23A3C8CD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615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5245B0-572F-20A5-22CB-50EC50251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F02291-1C62-5B19-11A4-362A7FC01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19FE3AC-D40A-7739-B39F-81DBB280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F2A4F4-D5BC-1777-D124-3EF465B9A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4EF72-4DAF-40FD-B473-2F07B8E6EF1E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2900F80-1EC6-4C06-CD68-20ABFB176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E68BBC6-7419-34A6-E8EF-4CA10D1E9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DE2BB-2F56-4298-9839-37E23A3C8CD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2791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215D83-3EC2-89D2-F198-BE167873D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4AFFA4A-33A5-D886-D072-9A5C20FDE4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BD8080F-EAEA-1F03-2047-BF8810922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F67E1FB-3079-681B-4192-ABABB3FDF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4EF72-4DAF-40FD-B473-2F07B8E6EF1E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CC94E8-B676-83E7-7744-F6D250188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3BCD62-BC33-800E-11EA-C394DEC7C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DE2BB-2F56-4298-9839-37E23A3C8CD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4471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5A7E87-D88E-85AC-349E-5BF6C18A9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1504B31-2F19-43F6-6356-8E1D257C5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E10041-42A1-D751-D2F0-F638191FE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4EF72-4DAF-40FD-B473-2F07B8E6EF1E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623FC0-DE0C-6C0F-49A7-28587A998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D8F66E-CCA4-535C-E25D-1C4917B68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DE2BB-2F56-4298-9839-37E23A3C8CD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1202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D7F4512-B4E7-2EE2-69A5-1C64511A2F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D7CC2D5-7960-1682-4DAD-65B8F61BDD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2D1230-8AC3-C4E0-F470-B1C94B582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4EF72-4DAF-40FD-B473-2F07B8E6EF1E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C6A9A5-8C6C-DEE1-0A2A-73EFEEF35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6ED028-DD22-7A0E-64F6-3261B0BEE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DE2BB-2F56-4298-9839-37E23A3C8CD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2670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2A77458-EE97-5C80-0A72-EF925B5A5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482512D-6798-DA9E-5882-74B730EBB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53D749-3EAD-9BBE-288D-8278E774B5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B4EF72-4DAF-40FD-B473-2F07B8E6EF1E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3DD2A1-3AE5-0219-4603-D65876C536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3D5838-ED7E-305F-9B48-A162ABD64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DDE2BB-2F56-4298-9839-37E23A3C8CD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8415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914ECE-654E-9838-99A3-D2C95C7C5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Stich: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4CC4B96-1B90-3DCC-B4E8-846BFB7373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32562"/>
            <a:ext cx="10753910" cy="361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787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50347D-F31D-94F8-4382-D90BD29D0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Pulsamos en Stich </a:t>
            </a:r>
            <a:r>
              <a:rPr lang="es-ES" dirty="0" err="1"/>
              <a:t>Settings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89B1AE1-4990-9D57-93E5-67E29AD660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52734" y="2057923"/>
            <a:ext cx="3086531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189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ECA549-5A5C-95F8-9CAE-697496E5F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Seleccionamos </a:t>
            </a:r>
            <a:r>
              <a:rPr lang="es-ES" dirty="0" err="1"/>
              <a:t>create</a:t>
            </a:r>
            <a:r>
              <a:rPr lang="es-ES" dirty="0"/>
              <a:t> Key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5763ED9-157B-AA1C-D325-617B0D7483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1169" y="1690688"/>
            <a:ext cx="7382076" cy="3146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848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3E8794-A45F-3DB0-8B9B-AB334F122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Copiamos la </a:t>
            </a:r>
            <a:r>
              <a:rPr lang="es-ES" dirty="0" err="1"/>
              <a:t>key</a:t>
            </a:r>
            <a:r>
              <a:rPr lang="es-ES" dirty="0"/>
              <a:t> creada:</a:t>
            </a:r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C1DBA18D-538B-6D96-4A42-22DB1BFB2E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5969" y="2841523"/>
            <a:ext cx="9780062" cy="1584479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059FECA9-4EEF-8C3D-E0F3-08BBBC6151A5}"/>
              </a:ext>
            </a:extLst>
          </p:cNvPr>
          <p:cNvSpPr/>
          <p:nvPr/>
        </p:nvSpPr>
        <p:spPr>
          <a:xfrm>
            <a:off x="3057832" y="3608439"/>
            <a:ext cx="560439" cy="4817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7404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8C6416-38AF-CE0B-E42A-5ECB3C08B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Luego nos vamos a </a:t>
            </a:r>
            <a:r>
              <a:rPr lang="es-ES" dirty="0" err="1"/>
              <a:t>Antigravity</a:t>
            </a:r>
            <a:r>
              <a:rPr lang="es-ES" dirty="0"/>
              <a:t> y la pegamos. </a:t>
            </a:r>
            <a:r>
              <a:rPr lang="es-ES" dirty="0" err="1"/>
              <a:t>Despues</a:t>
            </a:r>
            <a:r>
              <a:rPr lang="es-ES" dirty="0"/>
              <a:t> guardar.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5D6FD41-2693-A046-F3CD-330ED79F74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1178" y="2762871"/>
            <a:ext cx="7649643" cy="2476846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53CB67F2-4F76-316D-B59F-71E70EA1A697}"/>
              </a:ext>
            </a:extLst>
          </p:cNvPr>
          <p:cNvSpPr/>
          <p:nvPr/>
        </p:nvSpPr>
        <p:spPr>
          <a:xfrm>
            <a:off x="5388077" y="4139381"/>
            <a:ext cx="4149213" cy="3244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1597E4C7-A328-B28A-EA70-E1C51813CA4A}"/>
              </a:ext>
            </a:extLst>
          </p:cNvPr>
          <p:cNvCxnSpPr/>
          <p:nvPr/>
        </p:nvCxnSpPr>
        <p:spPr>
          <a:xfrm flipV="1">
            <a:off x="6381135" y="4591665"/>
            <a:ext cx="147484" cy="9340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B989444D-5D39-02BC-8098-914062EB7BFB}"/>
              </a:ext>
            </a:extLst>
          </p:cNvPr>
          <p:cNvSpPr txBox="1"/>
          <p:nvPr/>
        </p:nvSpPr>
        <p:spPr>
          <a:xfrm>
            <a:off x="5542611" y="5471023"/>
            <a:ext cx="1972015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s-ES" dirty="0"/>
              <a:t>Pega tu clave </a:t>
            </a:r>
            <a:r>
              <a:rPr lang="es-ES" dirty="0" err="1"/>
              <a:t>aqui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13932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837772-1352-E534-978F-C0BC978E6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Nos vamos de nuevo a </a:t>
            </a:r>
            <a:r>
              <a:rPr lang="es-ES" dirty="0" err="1"/>
              <a:t>Manage</a:t>
            </a:r>
            <a:r>
              <a:rPr lang="es-ES" dirty="0"/>
              <a:t> MCP Servers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51BCA3C-5081-ACD2-5BA6-D7A2CBFF1C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30937" y="1956547"/>
            <a:ext cx="5909708" cy="2944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814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739B71-B4AC-6B67-280C-3857A44C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Pulsamos en </a:t>
            </a:r>
            <a:r>
              <a:rPr lang="es-ES" dirty="0" err="1"/>
              <a:t>refresh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E837088-66D8-2008-DA08-7A7573A429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32153"/>
            <a:ext cx="9670665" cy="252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504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3B3315-0664-45C1-A4CB-4E12F7BB4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Ya tenemos a Stich conectado a </a:t>
            </a:r>
            <a:r>
              <a:rPr lang="es-ES" dirty="0" err="1"/>
              <a:t>Antigravity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63376A0-4574-EC64-6CB5-172F52EDCA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82566" y="1690687"/>
            <a:ext cx="4178208" cy="491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367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0CA67B-7915-D923-2C08-9660C8BA4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Ve al </a:t>
            </a:r>
            <a:r>
              <a:rPr lang="es-ES" dirty="0" err="1"/>
              <a:t>pdf</a:t>
            </a:r>
            <a:r>
              <a:rPr lang="es-ES" dirty="0"/>
              <a:t> al paso donde dice: Nos vamos a Windows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57AFA5E-56D1-E707-E096-EA37B5DB41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3255" y="1825625"/>
            <a:ext cx="9705490" cy="4351338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41D90D1-064F-2801-98DA-7266F2CC9565}"/>
              </a:ext>
            </a:extLst>
          </p:cNvPr>
          <p:cNvSpPr/>
          <p:nvPr/>
        </p:nvSpPr>
        <p:spPr>
          <a:xfrm>
            <a:off x="1317523" y="2890684"/>
            <a:ext cx="7079225" cy="4621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78355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60</Words>
  <Application>Microsoft Office PowerPoint</Application>
  <PresentationFormat>Panorámica</PresentationFormat>
  <Paragraphs>10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de Office</vt:lpstr>
      <vt:lpstr>Stich:</vt:lpstr>
      <vt:lpstr>Pulsamos en Stich Settings</vt:lpstr>
      <vt:lpstr>Seleccionamos create Key</vt:lpstr>
      <vt:lpstr>Copiamos la key creada:</vt:lpstr>
      <vt:lpstr>Luego nos vamos a Antigravity y la pegamos. Despues guardar. </vt:lpstr>
      <vt:lpstr>Nos vamos de nuevo a Manage MCP Servers</vt:lpstr>
      <vt:lpstr>Pulsamos en refresh</vt:lpstr>
      <vt:lpstr>Ya tenemos a Stich conectado a Antigravity</vt:lpstr>
      <vt:lpstr>Ve al pdf al paso donde dice: Nos vamos a Windows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J R B</dc:creator>
  <cp:lastModifiedBy>Juan J R B</cp:lastModifiedBy>
  <cp:revision>1</cp:revision>
  <dcterms:created xsi:type="dcterms:W3CDTF">2026-04-16T14:33:54Z</dcterms:created>
  <dcterms:modified xsi:type="dcterms:W3CDTF">2026-04-16T16:24:39Z</dcterms:modified>
</cp:coreProperties>
</file>